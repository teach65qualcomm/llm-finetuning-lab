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comments/modernComment_143_5AF3BF47.xml" ContentType="application/vnd.ms-powerpoint.comment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comments/modernComment_7FFFFFA5_A274C295.xml" ContentType="application/vnd.ms-powerpoint.comments+xml"/>
  <Override PartName="/ppt/tags/tag11.xml" ContentType="application/vnd.openxmlformats-officedocument.presentationml.tags+xml"/>
  <Override PartName="/ppt/notesSlides/notesSlide6.xml" ContentType="application/vnd.openxmlformats-officedocument.presentationml.notesSlide+xml"/>
  <Override PartName="/ppt/comments/modernComment_7FFFFF88_280CCD10.xml" ContentType="application/vnd.ms-powerpoint.comments+xml"/>
  <Override PartName="/ppt/tags/tag1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comments/modernComment_7FFFFF9E_1E48CF99.xml" ContentType="application/vnd.ms-powerpoint.comments+xml"/>
  <Override PartName="/ppt/notesSlides/notesSlide1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12.xml" ContentType="application/vnd.openxmlformats-officedocument.presentationml.notesSlide+xml"/>
  <Override PartName="/ppt/tags/tag18.xml" ContentType="application/vnd.openxmlformats-officedocument.presentationml.tags+xml"/>
  <Override PartName="/ppt/notesSlides/notesSlide13.xml" ContentType="application/vnd.openxmlformats-officedocument.presentationml.notesSlide+xml"/>
  <Override PartName="/ppt/tags/tag19.xml" ContentType="application/vnd.openxmlformats-officedocument.presentationml.tags+xml"/>
  <Override PartName="/ppt/notesSlides/notesSlide14.xml" ContentType="application/vnd.openxmlformats-officedocument.presentationml.notesSlide+xml"/>
  <Override PartName="/ppt/tags/tag20.xml" ContentType="application/vnd.openxmlformats-officedocument.presentationml.tags+xml"/>
  <Override PartName="/ppt/notesSlides/notesSlide15.xml" ContentType="application/vnd.openxmlformats-officedocument.presentationml.notesSlide+xml"/>
  <Override PartName="/ppt/tags/tag21.xml" ContentType="application/vnd.openxmlformats-officedocument.presentationml.tags+xml"/>
  <Override PartName="/ppt/notesSlides/notesSlide16.xml" ContentType="application/vnd.openxmlformats-officedocument.presentationml.notesSlide+xml"/>
  <Override PartName="/ppt/tags/tag22.xml" ContentType="application/vnd.openxmlformats-officedocument.presentationml.tags+xml"/>
  <Override PartName="/ppt/notesSlides/notesSlide17.xml" ContentType="application/vnd.openxmlformats-officedocument.presentationml.notesSlide+xml"/>
  <Override PartName="/ppt/tags/tag23.xml" ContentType="application/vnd.openxmlformats-officedocument.presentationml.tags+xml"/>
  <Override PartName="/ppt/notesSlides/notesSlide18.xml" ContentType="application/vnd.openxmlformats-officedocument.presentationml.notesSlide+xml"/>
  <Override PartName="/ppt/tags/tag24.xml" ContentType="application/vnd.openxmlformats-officedocument.presentationml.tags+xml"/>
  <Override PartName="/ppt/notesSlides/notesSlide19.xml" ContentType="application/vnd.openxmlformats-officedocument.presentationml.notesSlide+xml"/>
  <Override PartName="/ppt/tags/tag25.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6.xml" ContentType="application/vnd.openxmlformats-officedocument.presentationml.tags+xml"/>
  <Override PartName="/ppt/notesSlides/notesSlide22.xml" ContentType="application/vnd.openxmlformats-officedocument.presentationml.notesSlide+xml"/>
  <Override PartName="/ppt/tags/tag27.xml" ContentType="application/vnd.openxmlformats-officedocument.presentationml.tags+xml"/>
  <Override PartName="/ppt/notesSlides/notesSlide23.xml" ContentType="application/vnd.openxmlformats-officedocument.presentationml.notesSlide+xml"/>
  <Override PartName="/ppt/tags/tag28.xml" ContentType="application/vnd.openxmlformats-officedocument.presentationml.tags+xml"/>
  <Override PartName="/ppt/notesSlides/notesSlide24.xml" ContentType="application/vnd.openxmlformats-officedocument.presentationml.notesSlide+xml"/>
  <Override PartName="/ppt/tags/tag29.xml" ContentType="application/vnd.openxmlformats-officedocument.presentationml.tags+xml"/>
  <Override PartName="/ppt/notesSlides/notesSlide2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6.xml" ContentType="application/vnd.openxmlformats-officedocument.presentationml.notesSlide+xml"/>
  <Override PartName="/ppt/tags/tag33.xml" ContentType="application/vnd.openxmlformats-officedocument.presentationml.tags+xml"/>
  <Override PartName="/ppt/notesSlides/notesSlide27.xml" ContentType="application/vnd.openxmlformats-officedocument.presentationml.notesSlide+xml"/>
  <Override PartName="/ppt/tags/tag34.xml" ContentType="application/vnd.openxmlformats-officedocument.presentationml.tags+xml"/>
  <Override PartName="/ppt/notesSlides/notesSlide28.xml" ContentType="application/vnd.openxmlformats-officedocument.presentationml.notesSlide+xml"/>
  <Override PartName="/ppt/comments/modernComment_7FFFFF85_C49F0709.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7"/>
  </p:notesMasterIdLst>
  <p:sldIdLst>
    <p:sldId id="256" r:id="rId5"/>
    <p:sldId id="323" r:id="rId6"/>
    <p:sldId id="2147483552" r:id="rId7"/>
    <p:sldId id="2147483556" r:id="rId8"/>
    <p:sldId id="2147483557" r:id="rId9"/>
    <p:sldId id="2147483528" r:id="rId10"/>
    <p:sldId id="2147483558" r:id="rId11"/>
    <p:sldId id="2147483554" r:id="rId12"/>
    <p:sldId id="2147483529" r:id="rId13"/>
    <p:sldId id="2147483532" r:id="rId14"/>
    <p:sldId id="2147483550" r:id="rId15"/>
    <p:sldId id="2147483555" r:id="rId16"/>
    <p:sldId id="2147483169" r:id="rId17"/>
    <p:sldId id="2147483530" r:id="rId18"/>
    <p:sldId id="2147483531" r:id="rId19"/>
    <p:sldId id="2147483533" r:id="rId20"/>
    <p:sldId id="2147483534" r:id="rId21"/>
    <p:sldId id="2147483535" r:id="rId22"/>
    <p:sldId id="2147483536" r:id="rId23"/>
    <p:sldId id="2147483537" r:id="rId24"/>
    <p:sldId id="2147483538" r:id="rId25"/>
    <p:sldId id="2147483539" r:id="rId26"/>
    <p:sldId id="2147483553" r:id="rId27"/>
    <p:sldId id="2147483526" r:id="rId28"/>
    <p:sldId id="2147483542" r:id="rId29"/>
    <p:sldId id="2147483540" r:id="rId30"/>
    <p:sldId id="2147483543" r:id="rId31"/>
    <p:sldId id="2147483549" r:id="rId32"/>
    <p:sldId id="2147483551" r:id="rId33"/>
    <p:sldId id="2147483541" r:id="rId34"/>
    <p:sldId id="2147483527" r:id="rId35"/>
    <p:sldId id="2147483525" r:id="rId36"/>
  </p:sldIdLst>
  <p:sldSz cx="12192000" cy="6858000"/>
  <p:notesSz cx="5143500" cy="9144000"/>
  <p:custDataLst>
    <p:tags r:id="rId38"/>
  </p:custDataLst>
  <p:defaultTex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9EAEAC1D-CE89-2F4C-AD96-302208F57258}" name="Harsheeta Bhatia" initials="HB" userId="S::harsheeta.bhatia_analyticsvidhya.com#ext#@fractalanalytic.onmicrosoft.com::3e240401-de75-48d5-89ce-886b5f8949c7" providerId="AD"/>
  <p188:author id="{F3F3DE4F-6119-9CFA-C575-BC8716706295}" name="Keshav" initials="K" userId="S::keshav.solan@fractal.ai::59e376af-c1af-40b2-b042-2726ff918fe3" providerId="AD"/>
  <p188:author id="{65591A98-B781-88ED-1499-FA218C5E7353}" name="Harsheeta Bhatia" initials="HB" userId="S::harsheeta.bhatia@fractal.ai::9df20dfa-2faa-4137-840d-6b77a546b7c3" providerId="AD"/>
  <p188:author id="{CD3264AC-35AA-82BC-9B40-FDC06B27C436}" name="Arnab Roy" initials="AR" userId="S::arnab.roy@fractal.ai::786cf71e-3f48-487b-b140-ceb3cd082f75" providerId="AD"/>
  <p188:author id="{F86A7FDF-8934-2938-0EEC-3A69B44BC53B}" name="Sumit Ranjan" initials="" userId="S::sumit.ranjan2@fractal.ai::6ffba621-9fc9-4c95-849f-6dd8c17cb7d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FD3"/>
    <a:srgbClr val="008F95"/>
    <a:srgbClr val="5C5C5C"/>
    <a:srgbClr val="5B5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0AAADE-0756-6B44-9F24-68E1A191FF49}" v="272" dt="2026-09-18T06:36:03.978"/>
    <p1510:client id="{7AC19BD9-F724-E8E8-9DEA-049DE85F463C}" v="1285" dt="2026-09-17T11:22:56.325"/>
    <p1510:client id="{CF5684BE-3440-7DDD-1A5A-5F5C08391FE0}" v="6" dt="2026-09-17T11:25:00.5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4678"/>
  </p:normalViewPr>
  <p:slideViewPr>
    <p:cSldViewPr snapToGrid="0">
      <p:cViewPr varScale="1">
        <p:scale>
          <a:sx n="129" d="100"/>
          <a:sy n="129" d="100"/>
        </p:scale>
        <p:origin x="89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eeta Bhatia" userId="S::harsheeta.bhatia@fractal.ai::9df20dfa-2faa-4137-840d-6b77a546b7c3" providerId="AD" clId="Web-{07CB1261-4DBE-4D10-0FA8-435AC7E92AF7}"/>
    <pc:docChg chg="modSld">
      <pc:chgData name="Harsheeta Bhatia" userId="S::harsheeta.bhatia@fractal.ai::9df20dfa-2faa-4137-840d-6b77a546b7c3" providerId="AD" clId="Web-{07CB1261-4DBE-4D10-0FA8-435AC7E92AF7}" dt="2026-09-16T06:37:53.277" v="2"/>
      <pc:docMkLst>
        <pc:docMk/>
      </pc:docMkLst>
    </pc:docChg>
  </pc:docChgLst>
  <pc:docChgLst>
    <pc:chgData name="Nileshsarjerao Gaikwad" userId="0f75e465-d06a-4558-85b2-87ecf4dfc32a" providerId="ADAL" clId="{C69D5906-29C8-5649-839C-43FCD22D0BDB}"/>
    <pc:docChg chg="undo custSel addSld delSld modSld">
      <pc:chgData name="Nileshsarjerao Gaikwad" userId="0f75e465-d06a-4558-85b2-87ecf4dfc32a" providerId="ADAL" clId="{C69D5906-29C8-5649-839C-43FCD22D0BDB}" dt="2026-09-16T14:18:49.386" v="1702" actId="700"/>
      <pc:docMkLst>
        <pc:docMk/>
      </pc:docMkLst>
      <pc:sldChg chg="modSp add mod modNotesTx">
        <pc:chgData name="Nileshsarjerao Gaikwad" userId="0f75e465-d06a-4558-85b2-87ecf4dfc32a" providerId="ADAL" clId="{C69D5906-29C8-5649-839C-43FCD22D0BDB}" dt="2026-09-16T11:47:53.616" v="16" actId="20577"/>
        <pc:sldMkLst>
          <pc:docMk/>
          <pc:sldMk cId="0" sldId="256"/>
        </pc:sldMkLst>
        <pc:spChg chg="mod">
          <ac:chgData name="Nileshsarjerao Gaikwad" userId="0f75e465-d06a-4558-85b2-87ecf4dfc32a" providerId="ADAL" clId="{C69D5906-29C8-5649-839C-43FCD22D0BDB}" dt="2026-09-16T11:47:45.865" v="15"/>
          <ac:spMkLst>
            <pc:docMk/>
            <pc:sldMk cId="0" sldId="256"/>
            <ac:spMk id="761" creationId="{00000000-0000-0000-0000-000000000000}"/>
          </ac:spMkLst>
        </pc:spChg>
        <pc:spChg chg="mod">
          <ac:chgData name="Nileshsarjerao Gaikwad" userId="0f75e465-d06a-4558-85b2-87ecf4dfc32a" providerId="ADAL" clId="{C69D5906-29C8-5649-839C-43FCD22D0BDB}" dt="2026-09-16T11:47:27.388" v="13" actId="242"/>
          <ac:spMkLst>
            <pc:docMk/>
            <pc:sldMk cId="0" sldId="256"/>
            <ac:spMk id="762" creationId="{00000000-0000-0000-0000-000000000000}"/>
          </ac:spMkLst>
        </pc:spChg>
      </pc:sldChg>
      <pc:sldChg chg="mod chgLayout">
        <pc:chgData name="Nileshsarjerao Gaikwad" userId="0f75e465-d06a-4558-85b2-87ecf4dfc32a" providerId="ADAL" clId="{C69D5906-29C8-5649-839C-43FCD22D0BDB}" dt="2026-09-16T14:18:49.386" v="1702" actId="700"/>
        <pc:sldMkLst>
          <pc:docMk/>
          <pc:sldMk cId="218663445" sldId="2147483169"/>
        </pc:sldMkLst>
      </pc:sldChg>
      <pc:sldChg chg="addSp delSp modSp mod chgLayout">
        <pc:chgData name="Nileshsarjerao Gaikwad" userId="0f75e465-d06a-4558-85b2-87ecf4dfc32a" providerId="ADAL" clId="{C69D5906-29C8-5649-839C-43FCD22D0BDB}" dt="2026-09-16T13:53:17.287" v="1664" actId="478"/>
        <pc:sldMkLst>
          <pc:docMk/>
          <pc:sldMk cId="3298756361" sldId="2147483525"/>
        </pc:sldMkLst>
        <pc:spChg chg="mod">
          <ac:chgData name="Nileshsarjerao Gaikwad" userId="0f75e465-d06a-4558-85b2-87ecf4dfc32a" providerId="ADAL" clId="{C69D5906-29C8-5649-839C-43FCD22D0BDB}" dt="2026-09-16T12:04:35.971" v="229" actId="207"/>
          <ac:spMkLst>
            <pc:docMk/>
            <pc:sldMk cId="3298756361" sldId="2147483525"/>
            <ac:spMk id="7" creationId="{00000000-0000-0000-0000-000000000000}"/>
          </ac:spMkLst>
        </pc:spChg>
        <pc:spChg chg="mod">
          <ac:chgData name="Nileshsarjerao Gaikwad" userId="0f75e465-d06a-4558-85b2-87ecf4dfc32a" providerId="ADAL" clId="{C69D5906-29C8-5649-839C-43FCD22D0BDB}" dt="2026-09-16T12:05:12.234" v="233"/>
          <ac:spMkLst>
            <pc:docMk/>
            <pc:sldMk cId="3298756361" sldId="2147483525"/>
            <ac:spMk id="8" creationId="{00000000-0000-0000-0000-000000000000}"/>
          </ac:spMkLst>
        </pc:spChg>
        <pc:spChg chg="mod">
          <ac:chgData name="Nileshsarjerao Gaikwad" userId="0f75e465-d06a-4558-85b2-87ecf4dfc32a" providerId="ADAL" clId="{C69D5906-29C8-5649-839C-43FCD22D0BDB}" dt="2026-09-16T12:04:53.537" v="232" actId="255"/>
          <ac:spMkLst>
            <pc:docMk/>
            <pc:sldMk cId="3298756361" sldId="2147483525"/>
            <ac:spMk id="9" creationId="{00000000-0000-0000-0000-000000000000}"/>
          </ac:spMkLst>
        </pc:spChg>
        <pc:spChg chg="mod">
          <ac:chgData name="Nileshsarjerao Gaikwad" userId="0f75e465-d06a-4558-85b2-87ecf4dfc32a" providerId="ADAL" clId="{C69D5906-29C8-5649-839C-43FCD22D0BDB}" dt="2026-09-16T12:05:12.234" v="233"/>
          <ac:spMkLst>
            <pc:docMk/>
            <pc:sldMk cId="3298756361" sldId="2147483525"/>
            <ac:spMk id="10" creationId="{00000000-0000-0000-0000-000000000000}"/>
          </ac:spMkLst>
        </pc:spChg>
        <pc:spChg chg="mod">
          <ac:chgData name="Nileshsarjerao Gaikwad" userId="0f75e465-d06a-4558-85b2-87ecf4dfc32a" providerId="ADAL" clId="{C69D5906-29C8-5649-839C-43FCD22D0BDB}" dt="2026-09-16T12:05:58.509" v="242" actId="14100"/>
          <ac:spMkLst>
            <pc:docMk/>
            <pc:sldMk cId="3298756361" sldId="2147483525"/>
            <ac:spMk id="11" creationId="{00000000-0000-0000-0000-000000000000}"/>
          </ac:spMkLst>
        </pc:spChg>
        <pc:spChg chg="mod">
          <ac:chgData name="Nileshsarjerao Gaikwad" userId="0f75e465-d06a-4558-85b2-87ecf4dfc32a" providerId="ADAL" clId="{C69D5906-29C8-5649-839C-43FCD22D0BDB}" dt="2026-09-16T12:05:12.234" v="233"/>
          <ac:spMkLst>
            <pc:docMk/>
            <pc:sldMk cId="3298756361" sldId="2147483525"/>
            <ac:spMk id="12" creationId="{00000000-0000-0000-0000-000000000000}"/>
          </ac:spMkLst>
        </pc:spChg>
        <pc:spChg chg="mod">
          <ac:chgData name="Nileshsarjerao Gaikwad" userId="0f75e465-d06a-4558-85b2-87ecf4dfc32a" providerId="ADAL" clId="{C69D5906-29C8-5649-839C-43FCD22D0BDB}" dt="2026-09-16T12:04:53.537" v="232" actId="255"/>
          <ac:spMkLst>
            <pc:docMk/>
            <pc:sldMk cId="3298756361" sldId="2147483525"/>
            <ac:spMk id="13" creationId="{00000000-0000-0000-0000-000000000000}"/>
          </ac:spMkLst>
        </pc:spChg>
        <pc:spChg chg="mod">
          <ac:chgData name="Nileshsarjerao Gaikwad" userId="0f75e465-d06a-4558-85b2-87ecf4dfc32a" providerId="ADAL" clId="{C69D5906-29C8-5649-839C-43FCD22D0BDB}" dt="2026-09-16T12:04:35.971" v="229" actId="207"/>
          <ac:spMkLst>
            <pc:docMk/>
            <pc:sldMk cId="3298756361" sldId="2147483525"/>
            <ac:spMk id="15" creationId="{00000000-0000-0000-0000-000000000000}"/>
          </ac:spMkLst>
        </pc:spChg>
        <pc:spChg chg="mod">
          <ac:chgData name="Nileshsarjerao Gaikwad" userId="0f75e465-d06a-4558-85b2-87ecf4dfc32a" providerId="ADAL" clId="{C69D5906-29C8-5649-839C-43FCD22D0BDB}" dt="2026-09-16T12:05:45.760" v="241" actId="20577"/>
          <ac:spMkLst>
            <pc:docMk/>
            <pc:sldMk cId="3298756361" sldId="2147483525"/>
            <ac:spMk id="16" creationId="{00000000-0000-0000-0000-000000000000}"/>
          </ac:spMkLst>
        </pc:spChg>
        <pc:spChg chg="add mod">
          <ac:chgData name="Nileshsarjerao Gaikwad" userId="0f75e465-d06a-4558-85b2-87ecf4dfc32a" providerId="ADAL" clId="{C69D5906-29C8-5649-839C-43FCD22D0BDB}" dt="2026-09-16T12:02:54.870" v="202" actId="1076"/>
          <ac:spMkLst>
            <pc:docMk/>
            <pc:sldMk cId="3298756361" sldId="2147483525"/>
            <ac:spMk id="19" creationId="{B58EE019-BD9F-7EBD-A5D6-0E9C7974233A}"/>
          </ac:spMkLst>
        </pc:spChg>
        <pc:spChg chg="add mod">
          <ac:chgData name="Nileshsarjerao Gaikwad" userId="0f75e465-d06a-4558-85b2-87ecf4dfc32a" providerId="ADAL" clId="{C69D5906-29C8-5649-839C-43FCD22D0BDB}" dt="2026-09-16T12:04:27.580" v="227" actId="1076"/>
          <ac:spMkLst>
            <pc:docMk/>
            <pc:sldMk cId="3298756361" sldId="2147483525"/>
            <ac:spMk id="20" creationId="{A133F021-7546-A5BD-4264-CE422CE7B4EC}"/>
          </ac:spMkLst>
        </pc:spChg>
        <pc:spChg chg="add mod">
          <ac:chgData name="Nileshsarjerao Gaikwad" userId="0f75e465-d06a-4558-85b2-87ecf4dfc32a" providerId="ADAL" clId="{C69D5906-29C8-5649-839C-43FCD22D0BDB}" dt="2026-09-16T12:04:27.580" v="227" actId="1076"/>
          <ac:spMkLst>
            <pc:docMk/>
            <pc:sldMk cId="3298756361" sldId="2147483525"/>
            <ac:spMk id="21" creationId="{386F3272-8291-0289-4ECA-D80C65F3B297}"/>
          </ac:spMkLst>
        </pc:spChg>
        <pc:spChg chg="add mod ord">
          <ac:chgData name="Nileshsarjerao Gaikwad" userId="0f75e465-d06a-4558-85b2-87ecf4dfc32a" providerId="ADAL" clId="{C69D5906-29C8-5649-839C-43FCD22D0BDB}" dt="2026-09-16T12:03:42.187" v="217" actId="207"/>
          <ac:spMkLst>
            <pc:docMk/>
            <pc:sldMk cId="3298756361" sldId="2147483525"/>
            <ac:spMk id="22" creationId="{902C0F3E-AFCC-6CB5-2034-73F0618534E4}"/>
          </ac:spMkLst>
        </pc:spChg>
        <pc:spChg chg="add mod">
          <ac:chgData name="Nileshsarjerao Gaikwad" userId="0f75e465-d06a-4558-85b2-87ecf4dfc32a" providerId="ADAL" clId="{C69D5906-29C8-5649-839C-43FCD22D0BDB}" dt="2026-09-16T12:03:58.480" v="222" actId="207"/>
          <ac:spMkLst>
            <pc:docMk/>
            <pc:sldMk cId="3298756361" sldId="2147483525"/>
            <ac:spMk id="23" creationId="{67E2758A-69EC-8C13-95BC-ACEF20030A63}"/>
          </ac:spMkLst>
        </pc:spChg>
        <pc:spChg chg="add mod">
          <ac:chgData name="Nileshsarjerao Gaikwad" userId="0f75e465-d06a-4558-85b2-87ecf4dfc32a" providerId="ADAL" clId="{C69D5906-29C8-5649-839C-43FCD22D0BDB}" dt="2026-09-16T12:03:50.349" v="218"/>
          <ac:spMkLst>
            <pc:docMk/>
            <pc:sldMk cId="3298756361" sldId="2147483525"/>
            <ac:spMk id="24" creationId="{3A019BBA-C1B6-3378-5CEA-E9925C368B91}"/>
          </ac:spMkLst>
        </pc:spChg>
      </pc:sldChg>
      <pc:sldChg chg="addSp delSp modSp mod chgLayout">
        <pc:chgData name="Nileshsarjerao Gaikwad" userId="0f75e465-d06a-4558-85b2-87ecf4dfc32a" providerId="ADAL" clId="{C69D5906-29C8-5649-839C-43FCD22D0BDB}" dt="2026-09-16T12:25:45.233" v="505" actId="113"/>
        <pc:sldMkLst>
          <pc:docMk/>
          <pc:sldMk cId="2182636506" sldId="2147483526"/>
        </pc:sldMkLst>
        <pc:spChg chg="mod">
          <ac:chgData name="Nileshsarjerao Gaikwad" userId="0f75e465-d06a-4558-85b2-87ecf4dfc32a" providerId="ADAL" clId="{C69D5906-29C8-5649-839C-43FCD22D0BDB}" dt="2026-09-16T12:16:34.735" v="370" actId="207"/>
          <ac:spMkLst>
            <pc:docMk/>
            <pc:sldMk cId="2182636506" sldId="2147483526"/>
            <ac:spMk id="7" creationId="{00000000-0000-0000-0000-000000000000}"/>
          </ac:spMkLst>
        </pc:spChg>
        <pc:spChg chg="mod">
          <ac:chgData name="Nileshsarjerao Gaikwad" userId="0f75e465-d06a-4558-85b2-87ecf4dfc32a" providerId="ADAL" clId="{C69D5906-29C8-5649-839C-43FCD22D0BDB}" dt="2026-09-16T12:19:57.978" v="419" actId="14100"/>
          <ac:spMkLst>
            <pc:docMk/>
            <pc:sldMk cId="2182636506" sldId="2147483526"/>
            <ac:spMk id="8" creationId="{00000000-0000-0000-0000-000000000000}"/>
          </ac:spMkLst>
        </pc:spChg>
        <pc:spChg chg="mod">
          <ac:chgData name="Nileshsarjerao Gaikwad" userId="0f75e465-d06a-4558-85b2-87ecf4dfc32a" providerId="ADAL" clId="{C69D5906-29C8-5649-839C-43FCD22D0BDB}" dt="2026-09-16T12:16:34.735" v="370" actId="207"/>
          <ac:spMkLst>
            <pc:docMk/>
            <pc:sldMk cId="2182636506" sldId="2147483526"/>
            <ac:spMk id="10" creationId="{00000000-0000-0000-0000-000000000000}"/>
          </ac:spMkLst>
        </pc:spChg>
        <pc:spChg chg="mod">
          <ac:chgData name="Nileshsarjerao Gaikwad" userId="0f75e465-d06a-4558-85b2-87ecf4dfc32a" providerId="ADAL" clId="{C69D5906-29C8-5649-839C-43FCD22D0BDB}" dt="2026-09-16T12:19:57.978" v="419" actId="14100"/>
          <ac:spMkLst>
            <pc:docMk/>
            <pc:sldMk cId="2182636506" sldId="2147483526"/>
            <ac:spMk id="11" creationId="{00000000-0000-0000-0000-000000000000}"/>
          </ac:spMkLst>
        </pc:spChg>
        <pc:spChg chg="add mod ord">
          <ac:chgData name="Nileshsarjerao Gaikwad" userId="0f75e465-d06a-4558-85b2-87ecf4dfc32a" providerId="ADAL" clId="{C69D5906-29C8-5649-839C-43FCD22D0BDB}" dt="2026-09-16T12:14:54.017" v="345" actId="14100"/>
          <ac:spMkLst>
            <pc:docMk/>
            <pc:sldMk cId="2182636506" sldId="2147483526"/>
            <ac:spMk id="14" creationId="{378CAD0B-F010-5AFE-569E-E9CDCEDD0D26}"/>
          </ac:spMkLst>
        </pc:spChg>
        <pc:spChg chg="add mod">
          <ac:chgData name="Nileshsarjerao Gaikwad" userId="0f75e465-d06a-4558-85b2-87ecf4dfc32a" providerId="ADAL" clId="{C69D5906-29C8-5649-839C-43FCD22D0BDB}" dt="2026-09-16T12:15:13.022" v="350"/>
          <ac:spMkLst>
            <pc:docMk/>
            <pc:sldMk cId="2182636506" sldId="2147483526"/>
            <ac:spMk id="15" creationId="{57FBC34F-C41E-E2B3-9981-A1F0D4E27118}"/>
          </ac:spMkLst>
        </pc:spChg>
        <pc:spChg chg="add mod">
          <ac:chgData name="Nileshsarjerao Gaikwad" userId="0f75e465-d06a-4558-85b2-87ecf4dfc32a" providerId="ADAL" clId="{C69D5906-29C8-5649-839C-43FCD22D0BDB}" dt="2026-09-16T12:15:21.654" v="354" actId="207"/>
          <ac:spMkLst>
            <pc:docMk/>
            <pc:sldMk cId="2182636506" sldId="2147483526"/>
            <ac:spMk id="16" creationId="{04F7818F-D3DE-9C49-65F4-796C17BB765D}"/>
          </ac:spMkLst>
        </pc:spChg>
        <pc:spChg chg="add mod">
          <ac:chgData name="Nileshsarjerao Gaikwad" userId="0f75e465-d06a-4558-85b2-87ecf4dfc32a" providerId="ADAL" clId="{C69D5906-29C8-5649-839C-43FCD22D0BDB}" dt="2026-09-16T12:20:02.987" v="420" actId="14100"/>
          <ac:spMkLst>
            <pc:docMk/>
            <pc:sldMk cId="2182636506" sldId="2147483526"/>
            <ac:spMk id="17" creationId="{55B9D406-167F-F020-B81C-F2F90F8017BD}"/>
          </ac:spMkLst>
        </pc:spChg>
        <pc:spChg chg="add mod">
          <ac:chgData name="Nileshsarjerao Gaikwad" userId="0f75e465-d06a-4558-85b2-87ecf4dfc32a" providerId="ADAL" clId="{C69D5906-29C8-5649-839C-43FCD22D0BDB}" dt="2026-09-16T12:20:02.987" v="420" actId="14100"/>
          <ac:spMkLst>
            <pc:docMk/>
            <pc:sldMk cId="2182636506" sldId="2147483526"/>
            <ac:spMk id="18" creationId="{54448C76-4B6D-D4C3-E2ED-9E66139BAA5D}"/>
          </ac:spMkLst>
        </pc:spChg>
        <pc:spChg chg="add mod">
          <ac:chgData name="Nileshsarjerao Gaikwad" userId="0f75e465-d06a-4558-85b2-87ecf4dfc32a" providerId="ADAL" clId="{C69D5906-29C8-5649-839C-43FCD22D0BDB}" dt="2026-09-16T12:25:45.233" v="505" actId="113"/>
          <ac:spMkLst>
            <pc:docMk/>
            <pc:sldMk cId="2182636506" sldId="2147483526"/>
            <ac:spMk id="19" creationId="{32124E96-CA5F-BD77-4200-294CD1FF858F}"/>
          </ac:spMkLst>
        </pc:spChg>
      </pc:sldChg>
      <pc:sldChg chg="addSp delSp modSp mod modClrScheme chgLayout">
        <pc:chgData name="Nileshsarjerao Gaikwad" userId="0f75e465-d06a-4558-85b2-87ecf4dfc32a" providerId="ADAL" clId="{C69D5906-29C8-5649-839C-43FCD22D0BDB}" dt="2026-09-16T12:01:46.427" v="193" actId="1076"/>
        <pc:sldMkLst>
          <pc:docMk/>
          <pc:sldMk cId="1647173848" sldId="2147483527"/>
        </pc:sldMkLst>
        <pc:spChg chg="mod">
          <ac:chgData name="Nileshsarjerao Gaikwad" userId="0f75e465-d06a-4558-85b2-87ecf4dfc32a" providerId="ADAL" clId="{C69D5906-29C8-5649-839C-43FCD22D0BDB}" dt="2026-09-16T12:01:46.427" v="193" actId="1076"/>
          <ac:spMkLst>
            <pc:docMk/>
            <pc:sldMk cId="1647173848" sldId="2147483527"/>
            <ac:spMk id="9" creationId="{00000000-0000-0000-0000-000000000000}"/>
          </ac:spMkLst>
        </pc:spChg>
        <pc:spChg chg="mod">
          <ac:chgData name="Nileshsarjerao Gaikwad" userId="0f75e465-d06a-4558-85b2-87ecf4dfc32a" providerId="ADAL" clId="{C69D5906-29C8-5649-839C-43FCD22D0BDB}" dt="2026-09-16T12:01:46.427" v="193" actId="1076"/>
          <ac:spMkLst>
            <pc:docMk/>
            <pc:sldMk cId="1647173848" sldId="2147483527"/>
            <ac:spMk id="10" creationId="{00000000-0000-0000-0000-000000000000}"/>
          </ac:spMkLst>
        </pc:spChg>
        <pc:spChg chg="mod">
          <ac:chgData name="Nileshsarjerao Gaikwad" userId="0f75e465-d06a-4558-85b2-87ecf4dfc32a" providerId="ADAL" clId="{C69D5906-29C8-5649-839C-43FCD22D0BDB}" dt="2026-09-16T12:01:46.427" v="193" actId="1076"/>
          <ac:spMkLst>
            <pc:docMk/>
            <pc:sldMk cId="1647173848" sldId="2147483527"/>
            <ac:spMk id="11" creationId="{00000000-0000-0000-0000-000000000000}"/>
          </ac:spMkLst>
        </pc:spChg>
        <pc:spChg chg="mod">
          <ac:chgData name="Nileshsarjerao Gaikwad" userId="0f75e465-d06a-4558-85b2-87ecf4dfc32a" providerId="ADAL" clId="{C69D5906-29C8-5649-839C-43FCD22D0BDB}" dt="2026-09-16T12:01:46.427" v="193" actId="1076"/>
          <ac:spMkLst>
            <pc:docMk/>
            <pc:sldMk cId="1647173848" sldId="2147483527"/>
            <ac:spMk id="12" creationId="{00000000-0000-0000-0000-000000000000}"/>
          </ac:spMkLst>
        </pc:spChg>
        <pc:spChg chg="mod">
          <ac:chgData name="Nileshsarjerao Gaikwad" userId="0f75e465-d06a-4558-85b2-87ecf4dfc32a" providerId="ADAL" clId="{C69D5906-29C8-5649-839C-43FCD22D0BDB}" dt="2026-09-16T12:01:46.427" v="193" actId="1076"/>
          <ac:spMkLst>
            <pc:docMk/>
            <pc:sldMk cId="1647173848" sldId="2147483527"/>
            <ac:spMk id="13" creationId="{00000000-0000-0000-0000-000000000000}"/>
          </ac:spMkLst>
        </pc:spChg>
        <pc:spChg chg="mod">
          <ac:chgData name="Nileshsarjerao Gaikwad" userId="0f75e465-d06a-4558-85b2-87ecf4dfc32a" providerId="ADAL" clId="{C69D5906-29C8-5649-839C-43FCD22D0BDB}" dt="2026-09-16T12:01:46.427" v="193" actId="1076"/>
          <ac:spMkLst>
            <pc:docMk/>
            <pc:sldMk cId="1647173848" sldId="2147483527"/>
            <ac:spMk id="14" creationId="{00000000-0000-0000-0000-000000000000}"/>
          </ac:spMkLst>
        </pc:spChg>
        <pc:spChg chg="add mod ord">
          <ac:chgData name="Nileshsarjerao Gaikwad" userId="0f75e465-d06a-4558-85b2-87ecf4dfc32a" providerId="ADAL" clId="{C69D5906-29C8-5649-839C-43FCD22D0BDB}" dt="2026-09-16T11:59:32.833" v="148" actId="14100"/>
          <ac:spMkLst>
            <pc:docMk/>
            <pc:sldMk cId="1647173848" sldId="2147483527"/>
            <ac:spMk id="17" creationId="{470359F8-250F-4A62-9B16-B9A23D2CAB8F}"/>
          </ac:spMkLst>
        </pc:spChg>
        <pc:spChg chg="add mod">
          <ac:chgData name="Nileshsarjerao Gaikwad" userId="0f75e465-d06a-4558-85b2-87ecf4dfc32a" providerId="ADAL" clId="{C69D5906-29C8-5649-839C-43FCD22D0BDB}" dt="2026-09-16T11:59:55.681" v="158" actId="207"/>
          <ac:spMkLst>
            <pc:docMk/>
            <pc:sldMk cId="1647173848" sldId="2147483527"/>
            <ac:spMk id="18" creationId="{9DFDCEF1-DAD6-86EA-6CF8-1693DCD86A5F}"/>
          </ac:spMkLst>
        </pc:spChg>
        <pc:spChg chg="add mod">
          <ac:chgData name="Nileshsarjerao Gaikwad" userId="0f75e465-d06a-4558-85b2-87ecf4dfc32a" providerId="ADAL" clId="{C69D5906-29C8-5649-839C-43FCD22D0BDB}" dt="2026-09-16T11:59:34.031" v="149"/>
          <ac:spMkLst>
            <pc:docMk/>
            <pc:sldMk cId="1647173848" sldId="2147483527"/>
            <ac:spMk id="19" creationId="{D485C60B-1936-FB6F-DED2-620C9151BA75}"/>
          </ac:spMkLst>
        </pc:spChg>
        <pc:spChg chg="add mod">
          <ac:chgData name="Nileshsarjerao Gaikwad" userId="0f75e465-d06a-4558-85b2-87ecf4dfc32a" providerId="ADAL" clId="{C69D5906-29C8-5649-839C-43FCD22D0BDB}" dt="2026-09-16T11:59:43.964" v="153" actId="207"/>
          <ac:spMkLst>
            <pc:docMk/>
            <pc:sldMk cId="1647173848" sldId="2147483527"/>
            <ac:spMk id="20" creationId="{B5449505-BFDB-724C-22A4-49E53D9ED52A}"/>
          </ac:spMkLst>
        </pc:spChg>
        <pc:spChg chg="add mod">
          <ac:chgData name="Nileshsarjerao Gaikwad" userId="0f75e465-d06a-4558-85b2-87ecf4dfc32a" providerId="ADAL" clId="{C69D5906-29C8-5649-839C-43FCD22D0BDB}" dt="2026-09-16T12:01:46.427" v="193" actId="1076"/>
          <ac:spMkLst>
            <pc:docMk/>
            <pc:sldMk cId="1647173848" sldId="2147483527"/>
            <ac:spMk id="21" creationId="{BB841E65-6EE8-4F50-4A43-AC4E1A3225DC}"/>
          </ac:spMkLst>
        </pc:spChg>
        <pc:spChg chg="add mod">
          <ac:chgData name="Nileshsarjerao Gaikwad" userId="0f75e465-d06a-4558-85b2-87ecf4dfc32a" providerId="ADAL" clId="{C69D5906-29C8-5649-839C-43FCD22D0BDB}" dt="2026-09-16T12:01:46.427" v="193" actId="1076"/>
          <ac:spMkLst>
            <pc:docMk/>
            <pc:sldMk cId="1647173848" sldId="2147483527"/>
            <ac:spMk id="22" creationId="{256BAEEB-8E04-5D49-BD7A-FE87621622D3}"/>
          </ac:spMkLst>
        </pc:spChg>
        <pc:spChg chg="add mod">
          <ac:chgData name="Nileshsarjerao Gaikwad" userId="0f75e465-d06a-4558-85b2-87ecf4dfc32a" providerId="ADAL" clId="{C69D5906-29C8-5649-839C-43FCD22D0BDB}" dt="2026-09-16T12:01:46.427" v="193" actId="1076"/>
          <ac:spMkLst>
            <pc:docMk/>
            <pc:sldMk cId="1647173848" sldId="2147483527"/>
            <ac:spMk id="23" creationId="{9D0D673A-F186-1C18-02D5-E63A1FDDD886}"/>
          </ac:spMkLst>
        </pc:spChg>
        <pc:spChg chg="add mod">
          <ac:chgData name="Nileshsarjerao Gaikwad" userId="0f75e465-d06a-4558-85b2-87ecf4dfc32a" providerId="ADAL" clId="{C69D5906-29C8-5649-839C-43FCD22D0BDB}" dt="2026-09-16T12:01:36.392" v="191" actId="113"/>
          <ac:spMkLst>
            <pc:docMk/>
            <pc:sldMk cId="1647173848" sldId="2147483527"/>
            <ac:spMk id="24" creationId="{1B3989FE-C532-E818-8058-713F896B2456}"/>
          </ac:spMkLst>
        </pc:spChg>
      </pc:sldChg>
      <pc:sldChg chg="addSp delSp modSp mod modClrScheme chgLayout">
        <pc:chgData name="Nileshsarjerao Gaikwad" userId="0f75e465-d06a-4558-85b2-87ecf4dfc32a" providerId="ADAL" clId="{C69D5906-29C8-5649-839C-43FCD22D0BDB}" dt="2026-09-16T12:14:20.775" v="334" actId="478"/>
        <pc:sldMkLst>
          <pc:docMk/>
          <pc:sldMk cId="671927568" sldId="2147483528"/>
        </pc:sldMkLst>
        <pc:spChg chg="add mod ord">
          <ac:chgData name="Nileshsarjerao Gaikwad" userId="0f75e465-d06a-4558-85b2-87ecf4dfc32a" providerId="ADAL" clId="{C69D5906-29C8-5649-839C-43FCD22D0BDB}" dt="2026-09-16T12:07:04.447" v="250" actId="207"/>
          <ac:spMkLst>
            <pc:docMk/>
            <pc:sldMk cId="671927568" sldId="2147483528"/>
            <ac:spMk id="5" creationId="{799F7FBF-DD74-4A98-E3FF-6CCB43E4B544}"/>
          </ac:spMkLst>
        </pc:spChg>
        <pc:spChg chg="mod">
          <ac:chgData name="Nileshsarjerao Gaikwad" userId="0f75e465-d06a-4558-85b2-87ecf4dfc32a" providerId="ADAL" clId="{C69D5906-29C8-5649-839C-43FCD22D0BDB}" dt="2026-09-16T12:14:16.946" v="333" actId="1076"/>
          <ac:spMkLst>
            <pc:docMk/>
            <pc:sldMk cId="671927568" sldId="2147483528"/>
            <ac:spMk id="7" creationId="{00000000-0000-0000-0000-000000000000}"/>
          </ac:spMkLst>
        </pc:spChg>
        <pc:spChg chg="mod">
          <ac:chgData name="Nileshsarjerao Gaikwad" userId="0f75e465-d06a-4558-85b2-87ecf4dfc32a" providerId="ADAL" clId="{C69D5906-29C8-5649-839C-43FCD22D0BDB}" dt="2026-09-16T12:14:16.946" v="333" actId="1076"/>
          <ac:spMkLst>
            <pc:docMk/>
            <pc:sldMk cId="671927568" sldId="2147483528"/>
            <ac:spMk id="8" creationId="{00000000-0000-0000-0000-000000000000}"/>
          </ac:spMkLst>
        </pc:spChg>
        <pc:spChg chg="mod">
          <ac:chgData name="Nileshsarjerao Gaikwad" userId="0f75e465-d06a-4558-85b2-87ecf4dfc32a" providerId="ADAL" clId="{C69D5906-29C8-5649-839C-43FCD22D0BDB}" dt="2026-09-16T12:14:16.946" v="333" actId="1076"/>
          <ac:spMkLst>
            <pc:docMk/>
            <pc:sldMk cId="671927568" sldId="2147483528"/>
            <ac:spMk id="10" creationId="{00000000-0000-0000-0000-000000000000}"/>
          </ac:spMkLst>
        </pc:spChg>
        <pc:spChg chg="mod">
          <ac:chgData name="Nileshsarjerao Gaikwad" userId="0f75e465-d06a-4558-85b2-87ecf4dfc32a" providerId="ADAL" clId="{C69D5906-29C8-5649-839C-43FCD22D0BDB}" dt="2026-09-16T12:14:16.946" v="333" actId="1076"/>
          <ac:spMkLst>
            <pc:docMk/>
            <pc:sldMk cId="671927568" sldId="2147483528"/>
            <ac:spMk id="11" creationId="{00000000-0000-0000-0000-000000000000}"/>
          </ac:spMkLst>
        </pc:spChg>
        <pc:spChg chg="mod">
          <ac:chgData name="Nileshsarjerao Gaikwad" userId="0f75e465-d06a-4558-85b2-87ecf4dfc32a" providerId="ADAL" clId="{C69D5906-29C8-5649-839C-43FCD22D0BDB}" dt="2026-09-16T12:14:16.946" v="333" actId="1076"/>
          <ac:spMkLst>
            <pc:docMk/>
            <pc:sldMk cId="671927568" sldId="2147483528"/>
            <ac:spMk id="13" creationId="{00000000-0000-0000-0000-000000000000}"/>
          </ac:spMkLst>
        </pc:spChg>
        <pc:spChg chg="mod">
          <ac:chgData name="Nileshsarjerao Gaikwad" userId="0f75e465-d06a-4558-85b2-87ecf4dfc32a" providerId="ADAL" clId="{C69D5906-29C8-5649-839C-43FCD22D0BDB}" dt="2026-09-16T12:14:16.946" v="333" actId="1076"/>
          <ac:spMkLst>
            <pc:docMk/>
            <pc:sldMk cId="671927568" sldId="2147483528"/>
            <ac:spMk id="14" creationId="{00000000-0000-0000-0000-000000000000}"/>
          </ac:spMkLst>
        </pc:spChg>
        <pc:spChg chg="mod">
          <ac:chgData name="Nileshsarjerao Gaikwad" userId="0f75e465-d06a-4558-85b2-87ecf4dfc32a" providerId="ADAL" clId="{C69D5906-29C8-5649-839C-43FCD22D0BDB}" dt="2026-09-16T12:13:05.170" v="326" actId="1076"/>
          <ac:spMkLst>
            <pc:docMk/>
            <pc:sldMk cId="671927568" sldId="2147483528"/>
            <ac:spMk id="15" creationId="{00000000-0000-0000-0000-000000000000}"/>
          </ac:spMkLst>
        </pc:spChg>
        <pc:spChg chg="mod">
          <ac:chgData name="Nileshsarjerao Gaikwad" userId="0f75e465-d06a-4558-85b2-87ecf4dfc32a" providerId="ADAL" clId="{C69D5906-29C8-5649-839C-43FCD22D0BDB}" dt="2026-09-16T12:13:05.170" v="326" actId="1076"/>
          <ac:spMkLst>
            <pc:docMk/>
            <pc:sldMk cId="671927568" sldId="2147483528"/>
            <ac:spMk id="16" creationId="{00000000-0000-0000-0000-000000000000}"/>
          </ac:spMkLst>
        </pc:spChg>
        <pc:spChg chg="mod">
          <ac:chgData name="Nileshsarjerao Gaikwad" userId="0f75e465-d06a-4558-85b2-87ecf4dfc32a" providerId="ADAL" clId="{C69D5906-29C8-5649-839C-43FCD22D0BDB}" dt="2026-09-16T12:13:26.994" v="332" actId="1076"/>
          <ac:spMkLst>
            <pc:docMk/>
            <pc:sldMk cId="671927568" sldId="2147483528"/>
            <ac:spMk id="17" creationId="{00000000-0000-0000-0000-000000000000}"/>
          </ac:spMkLst>
        </pc:spChg>
        <pc:spChg chg="add mod">
          <ac:chgData name="Nileshsarjerao Gaikwad" userId="0f75e465-d06a-4558-85b2-87ecf4dfc32a" providerId="ADAL" clId="{C69D5906-29C8-5649-839C-43FCD22D0BDB}" dt="2026-09-16T12:07:31.207" v="256" actId="207"/>
          <ac:spMkLst>
            <pc:docMk/>
            <pc:sldMk cId="671927568" sldId="2147483528"/>
            <ac:spMk id="18" creationId="{AC83845D-02C5-4E7A-1085-1434E418B376}"/>
          </ac:spMkLst>
        </pc:spChg>
        <pc:spChg chg="add mod">
          <ac:chgData name="Nileshsarjerao Gaikwad" userId="0f75e465-d06a-4558-85b2-87ecf4dfc32a" providerId="ADAL" clId="{C69D5906-29C8-5649-839C-43FCD22D0BDB}" dt="2026-09-16T12:07:23.070" v="252"/>
          <ac:spMkLst>
            <pc:docMk/>
            <pc:sldMk cId="671927568" sldId="2147483528"/>
            <ac:spMk id="19" creationId="{3D50AFF0-5A9D-BC6B-5C87-077E5D1ED0B3}"/>
          </ac:spMkLst>
        </pc:spChg>
        <pc:spChg chg="add mod">
          <ac:chgData name="Nileshsarjerao Gaikwad" userId="0f75e465-d06a-4558-85b2-87ecf4dfc32a" providerId="ADAL" clId="{C69D5906-29C8-5649-839C-43FCD22D0BDB}" dt="2026-09-16T12:14:16.946" v="333" actId="1076"/>
          <ac:spMkLst>
            <pc:docMk/>
            <pc:sldMk cId="671927568" sldId="2147483528"/>
            <ac:spMk id="20" creationId="{346DFFB2-C1F7-9351-D8D3-D5D84FF96170}"/>
          </ac:spMkLst>
        </pc:spChg>
        <pc:spChg chg="add mod">
          <ac:chgData name="Nileshsarjerao Gaikwad" userId="0f75e465-d06a-4558-85b2-87ecf4dfc32a" providerId="ADAL" clId="{C69D5906-29C8-5649-839C-43FCD22D0BDB}" dt="2026-09-16T12:09:53.530" v="289" actId="14100"/>
          <ac:spMkLst>
            <pc:docMk/>
            <pc:sldMk cId="671927568" sldId="2147483528"/>
            <ac:spMk id="21" creationId="{D0AC51CB-3ACC-B91F-1678-1925A1E50AF4}"/>
          </ac:spMkLst>
        </pc:spChg>
        <pc:spChg chg="add mod">
          <ac:chgData name="Nileshsarjerao Gaikwad" userId="0f75e465-d06a-4558-85b2-87ecf4dfc32a" providerId="ADAL" clId="{C69D5906-29C8-5649-839C-43FCD22D0BDB}" dt="2026-09-16T12:14:16.946" v="333" actId="1076"/>
          <ac:spMkLst>
            <pc:docMk/>
            <pc:sldMk cId="671927568" sldId="2147483528"/>
            <ac:spMk id="22" creationId="{2376E5C7-8F9E-F280-906A-AD90F8444783}"/>
          </ac:spMkLst>
        </pc:spChg>
        <pc:spChg chg="add mod">
          <ac:chgData name="Nileshsarjerao Gaikwad" userId="0f75e465-d06a-4558-85b2-87ecf4dfc32a" providerId="ADAL" clId="{C69D5906-29C8-5649-839C-43FCD22D0BDB}" dt="2026-09-16T12:14:16.946" v="333" actId="1076"/>
          <ac:spMkLst>
            <pc:docMk/>
            <pc:sldMk cId="671927568" sldId="2147483528"/>
            <ac:spMk id="23" creationId="{96AF5463-DAFB-D8AB-EABE-A5FA30E52E85}"/>
          </ac:spMkLst>
        </pc:spChg>
        <pc:spChg chg="add mod">
          <ac:chgData name="Nileshsarjerao Gaikwad" userId="0f75e465-d06a-4558-85b2-87ecf4dfc32a" providerId="ADAL" clId="{C69D5906-29C8-5649-839C-43FCD22D0BDB}" dt="2026-09-16T12:14:16.946" v="333" actId="1076"/>
          <ac:spMkLst>
            <pc:docMk/>
            <pc:sldMk cId="671927568" sldId="2147483528"/>
            <ac:spMk id="24" creationId="{E0A610B2-AF26-50E1-C2B7-7FD0358571ED}"/>
          </ac:spMkLst>
        </pc:spChg>
      </pc:sldChg>
      <pc:sldChg chg="addSp delSp modSp mod modClrScheme chgLayout">
        <pc:chgData name="Nileshsarjerao Gaikwad" userId="0f75e465-d06a-4558-85b2-87ecf4dfc32a" providerId="ADAL" clId="{C69D5906-29C8-5649-839C-43FCD22D0BDB}" dt="2026-09-16T12:22:34.455" v="460" actId="207"/>
        <pc:sldMkLst>
          <pc:docMk/>
          <pc:sldMk cId="751605664" sldId="2147483529"/>
        </pc:sldMkLst>
        <pc:spChg chg="mod">
          <ac:chgData name="Nileshsarjerao Gaikwad" userId="0f75e465-d06a-4558-85b2-87ecf4dfc32a" providerId="ADAL" clId="{C69D5906-29C8-5649-839C-43FCD22D0BDB}" dt="2026-09-16T12:21:59.423" v="451" actId="1076"/>
          <ac:spMkLst>
            <pc:docMk/>
            <pc:sldMk cId="751605664" sldId="2147483529"/>
            <ac:spMk id="8" creationId="{00000000-0000-0000-0000-000000000000}"/>
          </ac:spMkLst>
        </pc:spChg>
        <pc:spChg chg="mod">
          <ac:chgData name="Nileshsarjerao Gaikwad" userId="0f75e465-d06a-4558-85b2-87ecf4dfc32a" providerId="ADAL" clId="{C69D5906-29C8-5649-839C-43FCD22D0BDB}" dt="2026-09-16T12:22:14.439" v="453" actId="408"/>
          <ac:spMkLst>
            <pc:docMk/>
            <pc:sldMk cId="751605664" sldId="2147483529"/>
            <ac:spMk id="12" creationId="{00000000-0000-0000-0000-000000000000}"/>
          </ac:spMkLst>
        </pc:spChg>
        <pc:spChg chg="mod">
          <ac:chgData name="Nileshsarjerao Gaikwad" userId="0f75e465-d06a-4558-85b2-87ecf4dfc32a" providerId="ADAL" clId="{C69D5906-29C8-5649-839C-43FCD22D0BDB}" dt="2026-09-16T12:22:14.439" v="453" actId="408"/>
          <ac:spMkLst>
            <pc:docMk/>
            <pc:sldMk cId="751605664" sldId="2147483529"/>
            <ac:spMk id="16" creationId="{00000000-0000-0000-0000-000000000000}"/>
          </ac:spMkLst>
        </pc:spChg>
        <pc:spChg chg="mod">
          <ac:chgData name="Nileshsarjerao Gaikwad" userId="0f75e465-d06a-4558-85b2-87ecf4dfc32a" providerId="ADAL" clId="{C69D5906-29C8-5649-839C-43FCD22D0BDB}" dt="2026-09-16T12:22:14.439" v="453" actId="408"/>
          <ac:spMkLst>
            <pc:docMk/>
            <pc:sldMk cId="751605664" sldId="2147483529"/>
            <ac:spMk id="20" creationId="{00000000-0000-0000-0000-000000000000}"/>
          </ac:spMkLst>
        </pc:spChg>
        <pc:spChg chg="mod">
          <ac:chgData name="Nileshsarjerao Gaikwad" userId="0f75e465-d06a-4558-85b2-87ecf4dfc32a" providerId="ADAL" clId="{C69D5906-29C8-5649-839C-43FCD22D0BDB}" dt="2026-09-16T12:22:14.439" v="453" actId="408"/>
          <ac:spMkLst>
            <pc:docMk/>
            <pc:sldMk cId="751605664" sldId="2147483529"/>
            <ac:spMk id="24" creationId="{00000000-0000-0000-0000-000000000000}"/>
          </ac:spMkLst>
        </pc:spChg>
        <pc:spChg chg="mod">
          <ac:chgData name="Nileshsarjerao Gaikwad" userId="0f75e465-d06a-4558-85b2-87ecf4dfc32a" providerId="ADAL" clId="{C69D5906-29C8-5649-839C-43FCD22D0BDB}" dt="2026-09-16T12:21:41.882" v="450" actId="1076"/>
          <ac:spMkLst>
            <pc:docMk/>
            <pc:sldMk cId="751605664" sldId="2147483529"/>
            <ac:spMk id="28" creationId="{00000000-0000-0000-0000-000000000000}"/>
          </ac:spMkLst>
        </pc:spChg>
        <pc:spChg chg="add mod ord">
          <ac:chgData name="Nileshsarjerao Gaikwad" userId="0f75e465-d06a-4558-85b2-87ecf4dfc32a" providerId="ADAL" clId="{C69D5906-29C8-5649-839C-43FCD22D0BDB}" dt="2026-09-16T12:17:41.267" v="388" actId="207"/>
          <ac:spMkLst>
            <pc:docMk/>
            <pc:sldMk cId="751605664" sldId="2147483529"/>
            <ac:spMk id="35" creationId="{1D769168-B975-14DF-BD53-753F05B0E4B9}"/>
          </ac:spMkLst>
        </pc:spChg>
        <pc:spChg chg="add mod">
          <ac:chgData name="Nileshsarjerao Gaikwad" userId="0f75e465-d06a-4558-85b2-87ecf4dfc32a" providerId="ADAL" clId="{C69D5906-29C8-5649-839C-43FCD22D0BDB}" dt="2026-09-16T12:17:57.046" v="393" actId="207"/>
          <ac:spMkLst>
            <pc:docMk/>
            <pc:sldMk cId="751605664" sldId="2147483529"/>
            <ac:spMk id="36" creationId="{5A6A0ED0-369F-CCD3-EE31-79C4E33F762E}"/>
          </ac:spMkLst>
        </pc:spChg>
        <pc:spChg chg="add mod">
          <ac:chgData name="Nileshsarjerao Gaikwad" userId="0f75e465-d06a-4558-85b2-87ecf4dfc32a" providerId="ADAL" clId="{C69D5906-29C8-5649-839C-43FCD22D0BDB}" dt="2026-09-16T12:17:48.045" v="389"/>
          <ac:spMkLst>
            <pc:docMk/>
            <pc:sldMk cId="751605664" sldId="2147483529"/>
            <ac:spMk id="37" creationId="{F6BCACB2-8139-06F7-B9BF-2F44486AA9A7}"/>
          </ac:spMkLst>
        </pc:spChg>
        <pc:spChg chg="add mod">
          <ac:chgData name="Nileshsarjerao Gaikwad" userId="0f75e465-d06a-4558-85b2-87ecf4dfc32a" providerId="ADAL" clId="{C69D5906-29C8-5649-839C-43FCD22D0BDB}" dt="2026-09-16T12:22:34.455" v="460" actId="207"/>
          <ac:spMkLst>
            <pc:docMk/>
            <pc:sldMk cId="751605664" sldId="2147483529"/>
            <ac:spMk id="38" creationId="{E41B4BC6-A8FC-B0A4-754F-3CFB250C2026}"/>
          </ac:spMkLst>
        </pc:spChg>
        <pc:spChg chg="add mod">
          <ac:chgData name="Nileshsarjerao Gaikwad" userId="0f75e465-d06a-4558-85b2-87ecf4dfc32a" providerId="ADAL" clId="{C69D5906-29C8-5649-839C-43FCD22D0BDB}" dt="2026-09-16T12:22:23.779" v="455" actId="20577"/>
          <ac:spMkLst>
            <pc:docMk/>
            <pc:sldMk cId="751605664" sldId="2147483529"/>
            <ac:spMk id="39" creationId="{B344878C-06FC-0646-B8AE-7142F9F6A9CB}"/>
          </ac:spMkLst>
        </pc:spChg>
        <pc:spChg chg="add mod">
          <ac:chgData name="Nileshsarjerao Gaikwad" userId="0f75e465-d06a-4558-85b2-87ecf4dfc32a" providerId="ADAL" clId="{C69D5906-29C8-5649-839C-43FCD22D0BDB}" dt="2026-09-16T12:22:25.082" v="456" actId="20577"/>
          <ac:spMkLst>
            <pc:docMk/>
            <pc:sldMk cId="751605664" sldId="2147483529"/>
            <ac:spMk id="40" creationId="{4328C271-365D-AE13-8BB2-4A55CD1B206F}"/>
          </ac:spMkLst>
        </pc:spChg>
        <pc:spChg chg="add mod">
          <ac:chgData name="Nileshsarjerao Gaikwad" userId="0f75e465-d06a-4558-85b2-87ecf4dfc32a" providerId="ADAL" clId="{C69D5906-29C8-5649-839C-43FCD22D0BDB}" dt="2026-09-16T12:22:26.303" v="457" actId="20577"/>
          <ac:spMkLst>
            <pc:docMk/>
            <pc:sldMk cId="751605664" sldId="2147483529"/>
            <ac:spMk id="41" creationId="{25AA164D-47B7-C8F1-C505-E74F78485DD9}"/>
          </ac:spMkLst>
        </pc:spChg>
        <pc:spChg chg="add mod">
          <ac:chgData name="Nileshsarjerao Gaikwad" userId="0f75e465-d06a-4558-85b2-87ecf4dfc32a" providerId="ADAL" clId="{C69D5906-29C8-5649-839C-43FCD22D0BDB}" dt="2026-09-16T12:22:27.507" v="458" actId="20577"/>
          <ac:spMkLst>
            <pc:docMk/>
            <pc:sldMk cId="751605664" sldId="2147483529"/>
            <ac:spMk id="42" creationId="{CEBDBD92-4FA9-E26F-6B32-675EC98D383D}"/>
          </ac:spMkLst>
        </pc:spChg>
        <pc:spChg chg="add mod">
          <ac:chgData name="Nileshsarjerao Gaikwad" userId="0f75e465-d06a-4558-85b2-87ecf4dfc32a" providerId="ADAL" clId="{C69D5906-29C8-5649-839C-43FCD22D0BDB}" dt="2026-09-16T12:22:34.455" v="460" actId="207"/>
          <ac:spMkLst>
            <pc:docMk/>
            <pc:sldMk cId="751605664" sldId="2147483529"/>
            <ac:spMk id="43" creationId="{16B848DE-D0A3-F9E0-5963-A4FA9DA79172}"/>
          </ac:spMkLst>
        </pc:spChg>
      </pc:sldChg>
      <pc:sldChg chg="addSp delSp modSp mod modClrScheme chgLayout">
        <pc:chgData name="Nileshsarjerao Gaikwad" userId="0f75e465-d06a-4558-85b2-87ecf4dfc32a" providerId="ADAL" clId="{C69D5906-29C8-5649-839C-43FCD22D0BDB}" dt="2026-09-16T13:53:06.954" v="1663" actId="1076"/>
        <pc:sldMkLst>
          <pc:docMk/>
          <pc:sldMk cId="1747842636" sldId="2147483530"/>
        </pc:sldMkLst>
        <pc:spChg chg="mod">
          <ac:chgData name="Nileshsarjerao Gaikwad" userId="0f75e465-d06a-4558-85b2-87ecf4dfc32a" providerId="ADAL" clId="{C69D5906-29C8-5649-839C-43FCD22D0BDB}" dt="2026-09-16T12:22:49.642" v="461" actId="2711"/>
          <ac:spMkLst>
            <pc:docMk/>
            <pc:sldMk cId="1747842636" sldId="2147483530"/>
            <ac:spMk id="4" creationId="{00000000-0000-0000-0000-000000000000}"/>
          </ac:spMkLst>
        </pc:spChg>
        <pc:spChg chg="mod">
          <ac:chgData name="Nileshsarjerao Gaikwad" userId="0f75e465-d06a-4558-85b2-87ecf4dfc32a" providerId="ADAL" clId="{C69D5906-29C8-5649-839C-43FCD22D0BDB}" dt="2026-09-16T13:52:23.359" v="1654" actId="207"/>
          <ac:spMkLst>
            <pc:docMk/>
            <pc:sldMk cId="1747842636" sldId="2147483530"/>
            <ac:spMk id="7" creationId="{00000000-0000-0000-0000-000000000000}"/>
          </ac:spMkLst>
        </pc:spChg>
        <pc:spChg chg="mod">
          <ac:chgData name="Nileshsarjerao Gaikwad" userId="0f75e465-d06a-4558-85b2-87ecf4dfc32a" providerId="ADAL" clId="{C69D5906-29C8-5649-839C-43FCD22D0BDB}" dt="2026-09-16T12:25:37.306" v="504" actId="207"/>
          <ac:spMkLst>
            <pc:docMk/>
            <pc:sldMk cId="1747842636" sldId="2147483530"/>
            <ac:spMk id="8" creationId="{00000000-0000-0000-0000-000000000000}"/>
          </ac:spMkLst>
        </pc:spChg>
        <pc:spChg chg="mod">
          <ac:chgData name="Nileshsarjerao Gaikwad" userId="0f75e465-d06a-4558-85b2-87ecf4dfc32a" providerId="ADAL" clId="{C69D5906-29C8-5649-839C-43FCD22D0BDB}" dt="2026-09-16T13:53:00.150" v="1662" actId="1035"/>
          <ac:spMkLst>
            <pc:docMk/>
            <pc:sldMk cId="1747842636" sldId="2147483530"/>
            <ac:spMk id="10" creationId="{00000000-0000-0000-0000-000000000000}"/>
          </ac:spMkLst>
        </pc:spChg>
        <pc:spChg chg="mod">
          <ac:chgData name="Nileshsarjerao Gaikwad" userId="0f75e465-d06a-4558-85b2-87ecf4dfc32a" providerId="ADAL" clId="{C69D5906-29C8-5649-839C-43FCD22D0BDB}" dt="2026-09-16T13:52:48.812" v="1657" actId="1076"/>
          <ac:spMkLst>
            <pc:docMk/>
            <pc:sldMk cId="1747842636" sldId="2147483530"/>
            <ac:spMk id="11" creationId="{00000000-0000-0000-0000-000000000000}"/>
          </ac:spMkLst>
        </pc:spChg>
        <pc:spChg chg="mod">
          <ac:chgData name="Nileshsarjerao Gaikwad" userId="0f75e465-d06a-4558-85b2-87ecf4dfc32a" providerId="ADAL" clId="{C69D5906-29C8-5649-839C-43FCD22D0BDB}" dt="2026-09-16T13:53:06.954" v="1663" actId="1076"/>
          <ac:spMkLst>
            <pc:docMk/>
            <pc:sldMk cId="1747842636" sldId="2147483530"/>
            <ac:spMk id="13" creationId="{00000000-0000-0000-0000-000000000000}"/>
          </ac:spMkLst>
        </pc:spChg>
        <pc:spChg chg="mod">
          <ac:chgData name="Nileshsarjerao Gaikwad" userId="0f75e465-d06a-4558-85b2-87ecf4dfc32a" providerId="ADAL" clId="{C69D5906-29C8-5649-839C-43FCD22D0BDB}" dt="2026-09-16T13:53:06.954" v="1663" actId="1076"/>
          <ac:spMkLst>
            <pc:docMk/>
            <pc:sldMk cId="1747842636" sldId="2147483530"/>
            <ac:spMk id="14" creationId="{00000000-0000-0000-0000-000000000000}"/>
          </ac:spMkLst>
        </pc:spChg>
        <pc:spChg chg="mod">
          <ac:chgData name="Nileshsarjerao Gaikwad" userId="0f75e465-d06a-4558-85b2-87ecf4dfc32a" providerId="ADAL" clId="{C69D5906-29C8-5649-839C-43FCD22D0BDB}" dt="2026-09-16T13:52:23.359" v="1654" actId="207"/>
          <ac:spMkLst>
            <pc:docMk/>
            <pc:sldMk cId="1747842636" sldId="2147483530"/>
            <ac:spMk id="15" creationId="{00000000-0000-0000-0000-000000000000}"/>
          </ac:spMkLst>
        </pc:spChg>
        <pc:spChg chg="mod">
          <ac:chgData name="Nileshsarjerao Gaikwad" userId="0f75e465-d06a-4558-85b2-87ecf4dfc32a" providerId="ADAL" clId="{C69D5906-29C8-5649-839C-43FCD22D0BDB}" dt="2026-09-16T12:25:37.306" v="504" actId="207"/>
          <ac:spMkLst>
            <pc:docMk/>
            <pc:sldMk cId="1747842636" sldId="2147483530"/>
            <ac:spMk id="16" creationId="{00000000-0000-0000-0000-000000000000}"/>
          </ac:spMkLst>
        </pc:spChg>
        <pc:spChg chg="mod">
          <ac:chgData name="Nileshsarjerao Gaikwad" userId="0f75e465-d06a-4558-85b2-87ecf4dfc32a" providerId="ADAL" clId="{C69D5906-29C8-5649-839C-43FCD22D0BDB}" dt="2026-09-16T13:53:00.150" v="1662" actId="1035"/>
          <ac:spMkLst>
            <pc:docMk/>
            <pc:sldMk cId="1747842636" sldId="2147483530"/>
            <ac:spMk id="18" creationId="{00000000-0000-0000-0000-000000000000}"/>
          </ac:spMkLst>
        </pc:spChg>
        <pc:spChg chg="mod">
          <ac:chgData name="Nileshsarjerao Gaikwad" userId="0f75e465-d06a-4558-85b2-87ecf4dfc32a" providerId="ADAL" clId="{C69D5906-29C8-5649-839C-43FCD22D0BDB}" dt="2026-09-16T13:53:00.150" v="1662" actId="1035"/>
          <ac:spMkLst>
            <pc:docMk/>
            <pc:sldMk cId="1747842636" sldId="2147483530"/>
            <ac:spMk id="19" creationId="{00000000-0000-0000-0000-000000000000}"/>
          </ac:spMkLst>
        </pc:spChg>
        <pc:spChg chg="mod">
          <ac:chgData name="Nileshsarjerao Gaikwad" userId="0f75e465-d06a-4558-85b2-87ecf4dfc32a" providerId="ADAL" clId="{C69D5906-29C8-5649-839C-43FCD22D0BDB}" dt="2026-09-16T13:53:06.954" v="1663" actId="1076"/>
          <ac:spMkLst>
            <pc:docMk/>
            <pc:sldMk cId="1747842636" sldId="2147483530"/>
            <ac:spMk id="21" creationId="{00000000-0000-0000-0000-000000000000}"/>
          </ac:spMkLst>
        </pc:spChg>
        <pc:spChg chg="mod">
          <ac:chgData name="Nileshsarjerao Gaikwad" userId="0f75e465-d06a-4558-85b2-87ecf4dfc32a" providerId="ADAL" clId="{C69D5906-29C8-5649-839C-43FCD22D0BDB}" dt="2026-09-16T13:53:06.954" v="1663" actId="1076"/>
          <ac:spMkLst>
            <pc:docMk/>
            <pc:sldMk cId="1747842636" sldId="2147483530"/>
            <ac:spMk id="22" creationId="{00000000-0000-0000-0000-000000000000}"/>
          </ac:spMkLst>
        </pc:spChg>
        <pc:spChg chg="add mod ord">
          <ac:chgData name="Nileshsarjerao Gaikwad" userId="0f75e465-d06a-4558-85b2-87ecf4dfc32a" providerId="ADAL" clId="{C69D5906-29C8-5649-839C-43FCD22D0BDB}" dt="2026-09-16T12:23:08.182" v="468" actId="207"/>
          <ac:spMkLst>
            <pc:docMk/>
            <pc:sldMk cId="1747842636" sldId="2147483530"/>
            <ac:spMk id="26" creationId="{4350D5AA-1E5A-D303-9568-9E3DA728F6B8}"/>
          </ac:spMkLst>
        </pc:spChg>
        <pc:spChg chg="add mod">
          <ac:chgData name="Nileshsarjerao Gaikwad" userId="0f75e465-d06a-4558-85b2-87ecf4dfc32a" providerId="ADAL" clId="{C69D5906-29C8-5649-839C-43FCD22D0BDB}" dt="2026-09-16T12:23:21.831" v="473" actId="207"/>
          <ac:spMkLst>
            <pc:docMk/>
            <pc:sldMk cId="1747842636" sldId="2147483530"/>
            <ac:spMk id="27" creationId="{13C66F43-1C9E-F6D5-E13D-E2668B315716}"/>
          </ac:spMkLst>
        </pc:spChg>
        <pc:spChg chg="add mod">
          <ac:chgData name="Nileshsarjerao Gaikwad" userId="0f75e465-d06a-4558-85b2-87ecf4dfc32a" providerId="ADAL" clId="{C69D5906-29C8-5649-839C-43FCD22D0BDB}" dt="2026-09-16T12:23:13.203" v="469"/>
          <ac:spMkLst>
            <pc:docMk/>
            <pc:sldMk cId="1747842636" sldId="2147483530"/>
            <ac:spMk id="28" creationId="{F25B30F0-449A-3404-8AD5-01C53737CF3B}"/>
          </ac:spMkLst>
        </pc:spChg>
        <pc:spChg chg="add mod">
          <ac:chgData name="Nileshsarjerao Gaikwad" userId="0f75e465-d06a-4558-85b2-87ecf4dfc32a" providerId="ADAL" clId="{C69D5906-29C8-5649-839C-43FCD22D0BDB}" dt="2026-09-16T13:52:34.140" v="1656" actId="2085"/>
          <ac:spMkLst>
            <pc:docMk/>
            <pc:sldMk cId="1747842636" sldId="2147483530"/>
            <ac:spMk id="29" creationId="{A0691F7A-83EF-9D36-B043-A59F210F5F67}"/>
          </ac:spMkLst>
        </pc:spChg>
        <pc:spChg chg="add mod">
          <ac:chgData name="Nileshsarjerao Gaikwad" userId="0f75e465-d06a-4558-85b2-87ecf4dfc32a" providerId="ADAL" clId="{C69D5906-29C8-5649-839C-43FCD22D0BDB}" dt="2026-09-16T13:52:34.140" v="1656" actId="2085"/>
          <ac:spMkLst>
            <pc:docMk/>
            <pc:sldMk cId="1747842636" sldId="2147483530"/>
            <ac:spMk id="30" creationId="{3B5EC1CF-B6F2-F0EA-6510-D226D74C5061}"/>
          </ac:spMkLst>
        </pc:spChg>
        <pc:spChg chg="add mod">
          <ac:chgData name="Nileshsarjerao Gaikwad" userId="0f75e465-d06a-4558-85b2-87ecf4dfc32a" providerId="ADAL" clId="{C69D5906-29C8-5649-839C-43FCD22D0BDB}" dt="2026-09-16T13:53:00.150" v="1662" actId="1035"/>
          <ac:spMkLst>
            <pc:docMk/>
            <pc:sldMk cId="1747842636" sldId="2147483530"/>
            <ac:spMk id="31" creationId="{85AF1D84-A63E-5E1D-FDB7-87740487981E}"/>
          </ac:spMkLst>
        </pc:spChg>
        <pc:spChg chg="add mod">
          <ac:chgData name="Nileshsarjerao Gaikwad" userId="0f75e465-d06a-4558-85b2-87ecf4dfc32a" providerId="ADAL" clId="{C69D5906-29C8-5649-839C-43FCD22D0BDB}" dt="2026-09-16T13:52:48.812" v="1657" actId="1076"/>
          <ac:spMkLst>
            <pc:docMk/>
            <pc:sldMk cId="1747842636" sldId="2147483530"/>
            <ac:spMk id="32" creationId="{7F8C9795-1ABC-8C3A-E3C1-E9D1A6FB3D71}"/>
          </ac:spMkLst>
        </pc:spChg>
        <pc:spChg chg="add mod">
          <ac:chgData name="Nileshsarjerao Gaikwad" userId="0f75e465-d06a-4558-85b2-87ecf4dfc32a" providerId="ADAL" clId="{C69D5906-29C8-5649-839C-43FCD22D0BDB}" dt="2026-09-16T13:53:06.954" v="1663" actId="1076"/>
          <ac:spMkLst>
            <pc:docMk/>
            <pc:sldMk cId="1747842636" sldId="2147483530"/>
            <ac:spMk id="33" creationId="{9C113087-0EAB-893B-8EC3-DFEF893F89F3}"/>
          </ac:spMkLst>
        </pc:spChg>
        <pc:spChg chg="add mod">
          <ac:chgData name="Nileshsarjerao Gaikwad" userId="0f75e465-d06a-4558-85b2-87ecf4dfc32a" providerId="ADAL" clId="{C69D5906-29C8-5649-839C-43FCD22D0BDB}" dt="2026-09-16T13:53:06.954" v="1663" actId="1076"/>
          <ac:spMkLst>
            <pc:docMk/>
            <pc:sldMk cId="1747842636" sldId="2147483530"/>
            <ac:spMk id="34" creationId="{A5C73F2E-02EA-D4C9-C3AA-7D611E19CC81}"/>
          </ac:spMkLst>
        </pc:spChg>
        <pc:spChg chg="add mod">
          <ac:chgData name="Nileshsarjerao Gaikwad" userId="0f75e465-d06a-4558-85b2-87ecf4dfc32a" providerId="ADAL" clId="{C69D5906-29C8-5649-839C-43FCD22D0BDB}" dt="2026-09-16T12:26:08.339" v="513" actId="2085"/>
          <ac:spMkLst>
            <pc:docMk/>
            <pc:sldMk cId="1747842636" sldId="2147483530"/>
            <ac:spMk id="35" creationId="{F64301D1-74ED-2A72-740B-64AB2373EC07}"/>
          </ac:spMkLst>
        </pc:spChg>
      </pc:sldChg>
      <pc:sldChg chg="addSp delSp modSp mod modClrScheme chgLayout">
        <pc:chgData name="Nileshsarjerao Gaikwad" userId="0f75e465-d06a-4558-85b2-87ecf4dfc32a" providerId="ADAL" clId="{C69D5906-29C8-5649-839C-43FCD22D0BDB}" dt="2026-09-16T14:18:12.809" v="1701" actId="14100"/>
        <pc:sldMkLst>
          <pc:docMk/>
          <pc:sldMk cId="1398848814" sldId="2147483531"/>
        </pc:sldMkLst>
        <pc:spChg chg="mod">
          <ac:chgData name="Nileshsarjerao Gaikwad" userId="0f75e465-d06a-4558-85b2-87ecf4dfc32a" providerId="ADAL" clId="{C69D5906-29C8-5649-839C-43FCD22D0BDB}" dt="2026-09-16T14:17:57.668" v="1698" actId="207"/>
          <ac:spMkLst>
            <pc:docMk/>
            <pc:sldMk cId="1398848814" sldId="2147483531"/>
            <ac:spMk id="9" creationId="{00000000-0000-0000-0000-000000000000}"/>
          </ac:spMkLst>
        </pc:spChg>
        <pc:spChg chg="mod">
          <ac:chgData name="Nileshsarjerao Gaikwad" userId="0f75e465-d06a-4558-85b2-87ecf4dfc32a" providerId="ADAL" clId="{C69D5906-29C8-5649-839C-43FCD22D0BDB}" dt="2026-09-16T14:17:57.668" v="1698" actId="207"/>
          <ac:spMkLst>
            <pc:docMk/>
            <pc:sldMk cId="1398848814" sldId="2147483531"/>
            <ac:spMk id="12" creationId="{00000000-0000-0000-0000-000000000000}"/>
          </ac:spMkLst>
        </pc:spChg>
        <pc:spChg chg="mod">
          <ac:chgData name="Nileshsarjerao Gaikwad" userId="0f75e465-d06a-4558-85b2-87ecf4dfc32a" providerId="ADAL" clId="{C69D5906-29C8-5649-839C-43FCD22D0BDB}" dt="2026-09-16T14:17:57.668" v="1698" actId="207"/>
          <ac:spMkLst>
            <pc:docMk/>
            <pc:sldMk cId="1398848814" sldId="2147483531"/>
            <ac:spMk id="15" creationId="{00000000-0000-0000-0000-000000000000}"/>
          </ac:spMkLst>
        </pc:spChg>
        <pc:spChg chg="mod">
          <ac:chgData name="Nileshsarjerao Gaikwad" userId="0f75e465-d06a-4558-85b2-87ecf4dfc32a" providerId="ADAL" clId="{C69D5906-29C8-5649-839C-43FCD22D0BDB}" dt="2026-09-16T14:17:57.668" v="1698" actId="207"/>
          <ac:spMkLst>
            <pc:docMk/>
            <pc:sldMk cId="1398848814" sldId="2147483531"/>
            <ac:spMk id="18" creationId="{00000000-0000-0000-0000-000000000000}"/>
          </ac:spMkLst>
        </pc:spChg>
        <pc:spChg chg="mod">
          <ac:chgData name="Nileshsarjerao Gaikwad" userId="0f75e465-d06a-4558-85b2-87ecf4dfc32a" providerId="ADAL" clId="{C69D5906-29C8-5649-839C-43FCD22D0BDB}" dt="2026-09-16T14:17:57.668" v="1698" actId="207"/>
          <ac:spMkLst>
            <pc:docMk/>
            <pc:sldMk cId="1398848814" sldId="2147483531"/>
            <ac:spMk id="21" creationId="{00000000-0000-0000-0000-000000000000}"/>
          </ac:spMkLst>
        </pc:spChg>
        <pc:spChg chg="mod">
          <ac:chgData name="Nileshsarjerao Gaikwad" userId="0f75e465-d06a-4558-85b2-87ecf4dfc32a" providerId="ADAL" clId="{C69D5906-29C8-5649-839C-43FCD22D0BDB}" dt="2026-09-16T14:17:57.668" v="1698" actId="207"/>
          <ac:spMkLst>
            <pc:docMk/>
            <pc:sldMk cId="1398848814" sldId="2147483531"/>
            <ac:spMk id="24" creationId="{00000000-0000-0000-0000-000000000000}"/>
          </ac:spMkLst>
        </pc:spChg>
        <pc:spChg chg="mod">
          <ac:chgData name="Nileshsarjerao Gaikwad" userId="0f75e465-d06a-4558-85b2-87ecf4dfc32a" providerId="ADAL" clId="{C69D5906-29C8-5649-839C-43FCD22D0BDB}" dt="2026-09-16T14:17:57.668" v="1698" actId="207"/>
          <ac:spMkLst>
            <pc:docMk/>
            <pc:sldMk cId="1398848814" sldId="2147483531"/>
            <ac:spMk id="27" creationId="{00000000-0000-0000-0000-000000000000}"/>
          </ac:spMkLst>
        </pc:spChg>
        <pc:spChg chg="mod">
          <ac:chgData name="Nileshsarjerao Gaikwad" userId="0f75e465-d06a-4558-85b2-87ecf4dfc32a" providerId="ADAL" clId="{C69D5906-29C8-5649-839C-43FCD22D0BDB}" dt="2026-09-16T14:18:08.562" v="1700" actId="1076"/>
          <ac:spMkLst>
            <pc:docMk/>
            <pc:sldMk cId="1398848814" sldId="2147483531"/>
            <ac:spMk id="28" creationId="{00000000-0000-0000-0000-000000000000}"/>
          </ac:spMkLst>
        </pc:spChg>
        <pc:spChg chg="mod">
          <ac:chgData name="Nileshsarjerao Gaikwad" userId="0f75e465-d06a-4558-85b2-87ecf4dfc32a" providerId="ADAL" clId="{C69D5906-29C8-5649-839C-43FCD22D0BDB}" dt="2026-09-16T14:18:04.765" v="1699" actId="1076"/>
          <ac:spMkLst>
            <pc:docMk/>
            <pc:sldMk cId="1398848814" sldId="2147483531"/>
            <ac:spMk id="29" creationId="{00000000-0000-0000-0000-000000000000}"/>
          </ac:spMkLst>
        </pc:spChg>
        <pc:spChg chg="mod">
          <ac:chgData name="Nileshsarjerao Gaikwad" userId="0f75e465-d06a-4558-85b2-87ecf4dfc32a" providerId="ADAL" clId="{C69D5906-29C8-5649-839C-43FCD22D0BDB}" dt="2026-09-16T14:18:04.765" v="1699" actId="1076"/>
          <ac:spMkLst>
            <pc:docMk/>
            <pc:sldMk cId="1398848814" sldId="2147483531"/>
            <ac:spMk id="30" creationId="{00000000-0000-0000-0000-000000000000}"/>
          </ac:spMkLst>
        </pc:spChg>
        <pc:spChg chg="mod">
          <ac:chgData name="Nileshsarjerao Gaikwad" userId="0f75e465-d06a-4558-85b2-87ecf4dfc32a" providerId="ADAL" clId="{C69D5906-29C8-5649-839C-43FCD22D0BDB}" dt="2026-09-16T14:18:04.765" v="1699" actId="1076"/>
          <ac:spMkLst>
            <pc:docMk/>
            <pc:sldMk cId="1398848814" sldId="2147483531"/>
            <ac:spMk id="31" creationId="{00000000-0000-0000-0000-000000000000}"/>
          </ac:spMkLst>
        </pc:spChg>
        <pc:spChg chg="mod">
          <ac:chgData name="Nileshsarjerao Gaikwad" userId="0f75e465-d06a-4558-85b2-87ecf4dfc32a" providerId="ADAL" clId="{C69D5906-29C8-5649-839C-43FCD22D0BDB}" dt="2026-09-16T14:18:04.765" v="1699" actId="1076"/>
          <ac:spMkLst>
            <pc:docMk/>
            <pc:sldMk cId="1398848814" sldId="2147483531"/>
            <ac:spMk id="32" creationId="{00000000-0000-0000-0000-000000000000}"/>
          </ac:spMkLst>
        </pc:spChg>
        <pc:spChg chg="mod">
          <ac:chgData name="Nileshsarjerao Gaikwad" userId="0f75e465-d06a-4558-85b2-87ecf4dfc32a" providerId="ADAL" clId="{C69D5906-29C8-5649-839C-43FCD22D0BDB}" dt="2026-09-16T14:18:04.765" v="1699" actId="1076"/>
          <ac:spMkLst>
            <pc:docMk/>
            <pc:sldMk cId="1398848814" sldId="2147483531"/>
            <ac:spMk id="33" creationId="{00000000-0000-0000-0000-000000000000}"/>
          </ac:spMkLst>
        </pc:spChg>
        <pc:spChg chg="mod">
          <ac:chgData name="Nileshsarjerao Gaikwad" userId="0f75e465-d06a-4558-85b2-87ecf4dfc32a" providerId="ADAL" clId="{C69D5906-29C8-5649-839C-43FCD22D0BDB}" dt="2026-09-16T14:18:04.765" v="1699" actId="1076"/>
          <ac:spMkLst>
            <pc:docMk/>
            <pc:sldMk cId="1398848814" sldId="2147483531"/>
            <ac:spMk id="34" creationId="{00000000-0000-0000-0000-000000000000}"/>
          </ac:spMkLst>
        </pc:spChg>
        <pc:spChg chg="add mod ord">
          <ac:chgData name="Nileshsarjerao Gaikwad" userId="0f75e465-d06a-4558-85b2-87ecf4dfc32a" providerId="ADAL" clId="{C69D5906-29C8-5649-839C-43FCD22D0BDB}" dt="2026-09-16T12:26:59.670" v="522" actId="207"/>
          <ac:spMkLst>
            <pc:docMk/>
            <pc:sldMk cId="1398848814" sldId="2147483531"/>
            <ac:spMk id="37" creationId="{52575B7C-1438-12EA-1F9D-C9514F62D329}"/>
          </ac:spMkLst>
        </pc:spChg>
        <pc:spChg chg="add mod">
          <ac:chgData name="Nileshsarjerao Gaikwad" userId="0f75e465-d06a-4558-85b2-87ecf4dfc32a" providerId="ADAL" clId="{C69D5906-29C8-5649-839C-43FCD22D0BDB}" dt="2026-09-16T12:27:14.971" v="527" actId="207"/>
          <ac:spMkLst>
            <pc:docMk/>
            <pc:sldMk cId="1398848814" sldId="2147483531"/>
            <ac:spMk id="38" creationId="{4C2C3732-4A6D-2A48-5C7C-2B5A702B6729}"/>
          </ac:spMkLst>
        </pc:spChg>
        <pc:spChg chg="add mod">
          <ac:chgData name="Nileshsarjerao Gaikwad" userId="0f75e465-d06a-4558-85b2-87ecf4dfc32a" providerId="ADAL" clId="{C69D5906-29C8-5649-839C-43FCD22D0BDB}" dt="2026-09-16T12:27:06.989" v="523"/>
          <ac:spMkLst>
            <pc:docMk/>
            <pc:sldMk cId="1398848814" sldId="2147483531"/>
            <ac:spMk id="39" creationId="{85A1E0F3-A643-BC07-065B-BC4EF79A8247}"/>
          </ac:spMkLst>
        </pc:spChg>
        <pc:spChg chg="add mod">
          <ac:chgData name="Nileshsarjerao Gaikwad" userId="0f75e465-d06a-4558-85b2-87ecf4dfc32a" providerId="ADAL" clId="{C69D5906-29C8-5649-839C-43FCD22D0BDB}" dt="2026-09-16T12:32:42.280" v="600" actId="1076"/>
          <ac:spMkLst>
            <pc:docMk/>
            <pc:sldMk cId="1398848814" sldId="2147483531"/>
            <ac:spMk id="40" creationId="{A882E05A-3B2C-CEBF-5179-861E8A523137}"/>
          </ac:spMkLst>
        </pc:spChg>
        <pc:spChg chg="add mod">
          <ac:chgData name="Nileshsarjerao Gaikwad" userId="0f75e465-d06a-4558-85b2-87ecf4dfc32a" providerId="ADAL" clId="{C69D5906-29C8-5649-839C-43FCD22D0BDB}" dt="2026-09-16T12:32:57.182" v="602" actId="408"/>
          <ac:spMkLst>
            <pc:docMk/>
            <pc:sldMk cId="1398848814" sldId="2147483531"/>
            <ac:spMk id="41" creationId="{7194BB02-3CEF-B9CD-4819-7B7C2168BF5E}"/>
          </ac:spMkLst>
        </pc:spChg>
        <pc:spChg chg="add mod">
          <ac:chgData name="Nileshsarjerao Gaikwad" userId="0f75e465-d06a-4558-85b2-87ecf4dfc32a" providerId="ADAL" clId="{C69D5906-29C8-5649-839C-43FCD22D0BDB}" dt="2026-09-16T12:32:57.182" v="602" actId="408"/>
          <ac:spMkLst>
            <pc:docMk/>
            <pc:sldMk cId="1398848814" sldId="2147483531"/>
            <ac:spMk id="42" creationId="{3A9A5FE9-D421-2C53-0470-643AFA08E43A}"/>
          </ac:spMkLst>
        </pc:spChg>
        <pc:spChg chg="add mod">
          <ac:chgData name="Nileshsarjerao Gaikwad" userId="0f75e465-d06a-4558-85b2-87ecf4dfc32a" providerId="ADAL" clId="{C69D5906-29C8-5649-839C-43FCD22D0BDB}" dt="2026-09-16T12:32:57.182" v="602" actId="408"/>
          <ac:spMkLst>
            <pc:docMk/>
            <pc:sldMk cId="1398848814" sldId="2147483531"/>
            <ac:spMk id="43" creationId="{C702F558-6BCE-52E5-A8DA-808675932CAB}"/>
          </ac:spMkLst>
        </pc:spChg>
        <pc:spChg chg="add mod">
          <ac:chgData name="Nileshsarjerao Gaikwad" userId="0f75e465-d06a-4558-85b2-87ecf4dfc32a" providerId="ADAL" clId="{C69D5906-29C8-5649-839C-43FCD22D0BDB}" dt="2026-09-16T12:32:57.182" v="602" actId="408"/>
          <ac:spMkLst>
            <pc:docMk/>
            <pc:sldMk cId="1398848814" sldId="2147483531"/>
            <ac:spMk id="44" creationId="{8CF280C6-6559-296F-6663-67967119F2B2}"/>
          </ac:spMkLst>
        </pc:spChg>
        <pc:spChg chg="add mod">
          <ac:chgData name="Nileshsarjerao Gaikwad" userId="0f75e465-d06a-4558-85b2-87ecf4dfc32a" providerId="ADAL" clId="{C69D5906-29C8-5649-839C-43FCD22D0BDB}" dt="2026-09-16T12:32:57.182" v="602" actId="408"/>
          <ac:spMkLst>
            <pc:docMk/>
            <pc:sldMk cId="1398848814" sldId="2147483531"/>
            <ac:spMk id="45" creationId="{3EC9CACB-4D10-AEB7-B775-FB2E4B6FD51F}"/>
          </ac:spMkLst>
        </pc:spChg>
        <pc:spChg chg="add mod">
          <ac:chgData name="Nileshsarjerao Gaikwad" userId="0f75e465-d06a-4558-85b2-87ecf4dfc32a" providerId="ADAL" clId="{C69D5906-29C8-5649-839C-43FCD22D0BDB}" dt="2026-09-16T12:32:47.936" v="601" actId="1076"/>
          <ac:spMkLst>
            <pc:docMk/>
            <pc:sldMk cId="1398848814" sldId="2147483531"/>
            <ac:spMk id="46" creationId="{9DFFEF60-6244-495F-14E4-6F5E8853EF8B}"/>
          </ac:spMkLst>
        </pc:spChg>
        <pc:spChg chg="add mod">
          <ac:chgData name="Nileshsarjerao Gaikwad" userId="0f75e465-d06a-4558-85b2-87ecf4dfc32a" providerId="ADAL" clId="{C69D5906-29C8-5649-839C-43FCD22D0BDB}" dt="2026-09-16T14:18:12.809" v="1701" actId="14100"/>
          <ac:spMkLst>
            <pc:docMk/>
            <pc:sldMk cId="1398848814" sldId="2147483531"/>
            <ac:spMk id="47" creationId="{43CA0772-EAF4-607F-3188-C37A1F7BE535}"/>
          </ac:spMkLst>
        </pc:spChg>
        <pc:spChg chg="add mod">
          <ac:chgData name="Nileshsarjerao Gaikwad" userId="0f75e465-d06a-4558-85b2-87ecf4dfc32a" providerId="ADAL" clId="{C69D5906-29C8-5649-839C-43FCD22D0BDB}" dt="2026-09-16T14:18:04.765" v="1699" actId="1076"/>
          <ac:spMkLst>
            <pc:docMk/>
            <pc:sldMk cId="1398848814" sldId="2147483531"/>
            <ac:spMk id="48" creationId="{5E5B2D86-2D77-689F-A87A-BA90D1625675}"/>
          </ac:spMkLst>
        </pc:spChg>
        <pc:spChg chg="add mod">
          <ac:chgData name="Nileshsarjerao Gaikwad" userId="0f75e465-d06a-4558-85b2-87ecf4dfc32a" providerId="ADAL" clId="{C69D5906-29C8-5649-839C-43FCD22D0BDB}" dt="2026-09-16T14:18:04.765" v="1699" actId="1076"/>
          <ac:spMkLst>
            <pc:docMk/>
            <pc:sldMk cId="1398848814" sldId="2147483531"/>
            <ac:spMk id="49" creationId="{8C8E1298-BDA3-F235-60A7-DFAF649E3487}"/>
          </ac:spMkLst>
        </pc:spChg>
        <pc:spChg chg="add mod">
          <ac:chgData name="Nileshsarjerao Gaikwad" userId="0f75e465-d06a-4558-85b2-87ecf4dfc32a" providerId="ADAL" clId="{C69D5906-29C8-5649-839C-43FCD22D0BDB}" dt="2026-09-16T14:18:04.765" v="1699" actId="1076"/>
          <ac:spMkLst>
            <pc:docMk/>
            <pc:sldMk cId="1398848814" sldId="2147483531"/>
            <ac:spMk id="50" creationId="{CBD22C3E-FC43-E32F-E16F-4E38F109A6F1}"/>
          </ac:spMkLst>
        </pc:spChg>
        <pc:spChg chg="add mod">
          <ac:chgData name="Nileshsarjerao Gaikwad" userId="0f75e465-d06a-4558-85b2-87ecf4dfc32a" providerId="ADAL" clId="{C69D5906-29C8-5649-839C-43FCD22D0BDB}" dt="2026-09-16T12:36:31.379" v="652" actId="1076"/>
          <ac:spMkLst>
            <pc:docMk/>
            <pc:sldMk cId="1398848814" sldId="2147483531"/>
            <ac:spMk id="51" creationId="{2491A962-687D-339D-FDDD-D4FA746CF54D}"/>
          </ac:spMkLst>
        </pc:spChg>
      </pc:sldChg>
      <pc:sldChg chg="addSp delSp modSp mod modClrScheme chgLayout">
        <pc:chgData name="Nileshsarjerao Gaikwad" userId="0f75e465-d06a-4558-85b2-87ecf4dfc32a" providerId="ADAL" clId="{C69D5906-29C8-5649-839C-43FCD22D0BDB}" dt="2026-09-16T12:41:52.142" v="736" actId="478"/>
        <pc:sldMkLst>
          <pc:docMk/>
          <pc:sldMk cId="1870335399" sldId="2147483532"/>
        </pc:sldMkLst>
        <pc:spChg chg="mod">
          <ac:chgData name="Nileshsarjerao Gaikwad" userId="0f75e465-d06a-4558-85b2-87ecf4dfc32a" providerId="ADAL" clId="{C69D5906-29C8-5649-839C-43FCD22D0BDB}" dt="2026-09-16T12:39:17.811" v="694" actId="1076"/>
          <ac:spMkLst>
            <pc:docMk/>
            <pc:sldMk cId="1870335399" sldId="2147483532"/>
            <ac:spMk id="7" creationId="{00000000-0000-0000-0000-000000000000}"/>
          </ac:spMkLst>
        </pc:spChg>
        <pc:spChg chg="mod">
          <ac:chgData name="Nileshsarjerao Gaikwad" userId="0f75e465-d06a-4558-85b2-87ecf4dfc32a" providerId="ADAL" clId="{C69D5906-29C8-5649-839C-43FCD22D0BDB}" dt="2026-09-16T12:41:15.274" v="726" actId="207"/>
          <ac:spMkLst>
            <pc:docMk/>
            <pc:sldMk cId="1870335399" sldId="2147483532"/>
            <ac:spMk id="9" creationId="{00000000-0000-0000-0000-000000000000}"/>
          </ac:spMkLst>
        </pc:spChg>
        <pc:spChg chg="mod">
          <ac:chgData name="Nileshsarjerao Gaikwad" userId="0f75e465-d06a-4558-85b2-87ecf4dfc32a" providerId="ADAL" clId="{C69D5906-29C8-5649-839C-43FCD22D0BDB}" dt="2026-09-16T12:39:17.811" v="694" actId="1076"/>
          <ac:spMkLst>
            <pc:docMk/>
            <pc:sldMk cId="1870335399" sldId="2147483532"/>
            <ac:spMk id="12" creationId="{00000000-0000-0000-0000-000000000000}"/>
          </ac:spMkLst>
        </pc:spChg>
        <pc:spChg chg="mod">
          <ac:chgData name="Nileshsarjerao Gaikwad" userId="0f75e465-d06a-4558-85b2-87ecf4dfc32a" providerId="ADAL" clId="{C69D5906-29C8-5649-839C-43FCD22D0BDB}" dt="2026-09-16T12:41:15.274" v="726" actId="207"/>
          <ac:spMkLst>
            <pc:docMk/>
            <pc:sldMk cId="1870335399" sldId="2147483532"/>
            <ac:spMk id="14" creationId="{00000000-0000-0000-0000-000000000000}"/>
          </ac:spMkLst>
        </pc:spChg>
        <pc:spChg chg="mod">
          <ac:chgData name="Nileshsarjerao Gaikwad" userId="0f75e465-d06a-4558-85b2-87ecf4dfc32a" providerId="ADAL" clId="{C69D5906-29C8-5649-839C-43FCD22D0BDB}" dt="2026-09-16T12:37:49.937" v="676" actId="404"/>
          <ac:spMkLst>
            <pc:docMk/>
            <pc:sldMk cId="1870335399" sldId="2147483532"/>
            <ac:spMk id="17" creationId="{00000000-0000-0000-0000-000000000000}"/>
          </ac:spMkLst>
        </pc:spChg>
        <pc:spChg chg="mod">
          <ac:chgData name="Nileshsarjerao Gaikwad" userId="0f75e465-d06a-4558-85b2-87ecf4dfc32a" providerId="ADAL" clId="{C69D5906-29C8-5649-839C-43FCD22D0BDB}" dt="2026-09-16T12:41:15.274" v="726" actId="207"/>
          <ac:spMkLst>
            <pc:docMk/>
            <pc:sldMk cId="1870335399" sldId="2147483532"/>
            <ac:spMk id="19" creationId="{00000000-0000-0000-0000-000000000000}"/>
          </ac:spMkLst>
        </pc:spChg>
        <pc:spChg chg="mod">
          <ac:chgData name="Nileshsarjerao Gaikwad" userId="0f75e465-d06a-4558-85b2-87ecf4dfc32a" providerId="ADAL" clId="{C69D5906-29C8-5649-839C-43FCD22D0BDB}" dt="2026-09-16T12:39:17.811" v="694" actId="1076"/>
          <ac:spMkLst>
            <pc:docMk/>
            <pc:sldMk cId="1870335399" sldId="2147483532"/>
            <ac:spMk id="22" creationId="{00000000-0000-0000-0000-000000000000}"/>
          </ac:spMkLst>
        </pc:spChg>
        <pc:spChg chg="mod">
          <ac:chgData name="Nileshsarjerao Gaikwad" userId="0f75e465-d06a-4558-85b2-87ecf4dfc32a" providerId="ADAL" clId="{C69D5906-29C8-5649-839C-43FCD22D0BDB}" dt="2026-09-16T12:41:15.274" v="726" actId="207"/>
          <ac:spMkLst>
            <pc:docMk/>
            <pc:sldMk cId="1870335399" sldId="2147483532"/>
            <ac:spMk id="24" creationId="{00000000-0000-0000-0000-000000000000}"/>
          </ac:spMkLst>
        </pc:spChg>
        <pc:spChg chg="add mod">
          <ac:chgData name="Nileshsarjerao Gaikwad" userId="0f75e465-d06a-4558-85b2-87ecf4dfc32a" providerId="ADAL" clId="{C69D5906-29C8-5649-839C-43FCD22D0BDB}" dt="2026-09-16T12:41:49.711" v="735" actId="14100"/>
          <ac:spMkLst>
            <pc:docMk/>
            <pc:sldMk cId="1870335399" sldId="2147483532"/>
            <ac:spMk id="33" creationId="{9273AEA9-81D0-D550-0E02-DE60247B0283}"/>
          </ac:spMkLst>
        </pc:spChg>
        <pc:spChg chg="add mod ord">
          <ac:chgData name="Nileshsarjerao Gaikwad" userId="0f75e465-d06a-4558-85b2-87ecf4dfc32a" providerId="ADAL" clId="{C69D5906-29C8-5649-839C-43FCD22D0BDB}" dt="2026-09-16T12:38:41.076" v="686" actId="207"/>
          <ac:spMkLst>
            <pc:docMk/>
            <pc:sldMk cId="1870335399" sldId="2147483532"/>
            <ac:spMk id="34" creationId="{D3FFAF82-2BB3-7DF8-7E13-DDB986705AB9}"/>
          </ac:spMkLst>
        </pc:spChg>
        <pc:spChg chg="add mod">
          <ac:chgData name="Nileshsarjerao Gaikwad" userId="0f75e465-d06a-4558-85b2-87ecf4dfc32a" providerId="ADAL" clId="{C69D5906-29C8-5649-839C-43FCD22D0BDB}" dt="2026-09-16T12:39:05.870" v="692" actId="207"/>
          <ac:spMkLst>
            <pc:docMk/>
            <pc:sldMk cId="1870335399" sldId="2147483532"/>
            <ac:spMk id="35" creationId="{05E3FA9E-26A9-CA11-1418-0CBA8B76A711}"/>
          </ac:spMkLst>
        </pc:spChg>
        <pc:spChg chg="add mod">
          <ac:chgData name="Nileshsarjerao Gaikwad" userId="0f75e465-d06a-4558-85b2-87ecf4dfc32a" providerId="ADAL" clId="{C69D5906-29C8-5649-839C-43FCD22D0BDB}" dt="2026-09-16T12:38:47.155" v="687"/>
          <ac:spMkLst>
            <pc:docMk/>
            <pc:sldMk cId="1870335399" sldId="2147483532"/>
            <ac:spMk id="36" creationId="{EE742F74-8686-5802-F889-8F4E609A197E}"/>
          </ac:spMkLst>
        </pc:spChg>
        <pc:spChg chg="add mod">
          <ac:chgData name="Nileshsarjerao Gaikwad" userId="0f75e465-d06a-4558-85b2-87ecf4dfc32a" providerId="ADAL" clId="{C69D5906-29C8-5649-839C-43FCD22D0BDB}" dt="2026-09-16T12:41:49.711" v="735" actId="14100"/>
          <ac:spMkLst>
            <pc:docMk/>
            <pc:sldMk cId="1870335399" sldId="2147483532"/>
            <ac:spMk id="37" creationId="{FA505E9B-85F1-2A52-2399-0A8C8E901185}"/>
          </ac:spMkLst>
        </pc:spChg>
        <pc:spChg chg="add mod">
          <ac:chgData name="Nileshsarjerao Gaikwad" userId="0f75e465-d06a-4558-85b2-87ecf4dfc32a" providerId="ADAL" clId="{C69D5906-29C8-5649-839C-43FCD22D0BDB}" dt="2026-09-16T12:41:49.711" v="735" actId="14100"/>
          <ac:spMkLst>
            <pc:docMk/>
            <pc:sldMk cId="1870335399" sldId="2147483532"/>
            <ac:spMk id="38" creationId="{F97E7B71-A7B8-2590-C164-6BCF1BC8DE38}"/>
          </ac:spMkLst>
        </pc:spChg>
        <pc:spChg chg="add mod">
          <ac:chgData name="Nileshsarjerao Gaikwad" userId="0f75e465-d06a-4558-85b2-87ecf4dfc32a" providerId="ADAL" clId="{C69D5906-29C8-5649-839C-43FCD22D0BDB}" dt="2026-09-16T12:41:49.711" v="735" actId="14100"/>
          <ac:spMkLst>
            <pc:docMk/>
            <pc:sldMk cId="1870335399" sldId="2147483532"/>
            <ac:spMk id="39" creationId="{C3A8FD58-E943-2710-A2B8-A1DC47AA881F}"/>
          </ac:spMkLst>
        </pc:spChg>
        <pc:spChg chg="add mod">
          <ac:chgData name="Nileshsarjerao Gaikwad" userId="0f75e465-d06a-4558-85b2-87ecf4dfc32a" providerId="ADAL" clId="{C69D5906-29C8-5649-839C-43FCD22D0BDB}" dt="2026-09-16T12:41:38.945" v="734" actId="207"/>
          <ac:spMkLst>
            <pc:docMk/>
            <pc:sldMk cId="1870335399" sldId="2147483532"/>
            <ac:spMk id="41" creationId="{0A224C4E-C8AB-9199-9946-2C80514B0DD3}"/>
          </ac:spMkLst>
        </pc:spChg>
      </pc:sldChg>
      <pc:sldChg chg="addSp delSp modSp mod modClrScheme chgLayout">
        <pc:chgData name="Nileshsarjerao Gaikwad" userId="0f75e465-d06a-4558-85b2-87ecf4dfc32a" providerId="ADAL" clId="{C69D5906-29C8-5649-839C-43FCD22D0BDB}" dt="2026-09-16T12:50:33.284" v="833" actId="1076"/>
        <pc:sldMkLst>
          <pc:docMk/>
          <pc:sldMk cId="1793961645" sldId="2147483533"/>
        </pc:sldMkLst>
        <pc:spChg chg="mod">
          <ac:chgData name="Nileshsarjerao Gaikwad" userId="0f75e465-d06a-4558-85b2-87ecf4dfc32a" providerId="ADAL" clId="{C69D5906-29C8-5649-839C-43FCD22D0BDB}" dt="2026-09-16T12:42:18.522" v="738" actId="2711"/>
          <ac:spMkLst>
            <pc:docMk/>
            <pc:sldMk cId="1793961645" sldId="2147483533"/>
            <ac:spMk id="4" creationId="{00000000-0000-0000-0000-000000000000}"/>
          </ac:spMkLst>
        </pc:spChg>
        <pc:spChg chg="mod">
          <ac:chgData name="Nileshsarjerao Gaikwad" userId="0f75e465-d06a-4558-85b2-87ecf4dfc32a" providerId="ADAL" clId="{C69D5906-29C8-5649-839C-43FCD22D0BDB}" dt="2026-09-16T12:49:36.077" v="820" actId="1035"/>
          <ac:spMkLst>
            <pc:docMk/>
            <pc:sldMk cId="1793961645" sldId="2147483533"/>
            <ac:spMk id="7" creationId="{00000000-0000-0000-0000-000000000000}"/>
          </ac:spMkLst>
        </pc:spChg>
        <pc:spChg chg="mod">
          <ac:chgData name="Nileshsarjerao Gaikwad" userId="0f75e465-d06a-4558-85b2-87ecf4dfc32a" providerId="ADAL" clId="{C69D5906-29C8-5649-839C-43FCD22D0BDB}" dt="2026-09-16T12:49:36.077" v="820" actId="1035"/>
          <ac:spMkLst>
            <pc:docMk/>
            <pc:sldMk cId="1793961645" sldId="2147483533"/>
            <ac:spMk id="8" creationId="{00000000-0000-0000-0000-000000000000}"/>
          </ac:spMkLst>
        </pc:spChg>
        <pc:spChg chg="mod">
          <ac:chgData name="Nileshsarjerao Gaikwad" userId="0f75e465-d06a-4558-85b2-87ecf4dfc32a" providerId="ADAL" clId="{C69D5906-29C8-5649-839C-43FCD22D0BDB}" dt="2026-09-16T12:49:20.348" v="811" actId="1036"/>
          <ac:spMkLst>
            <pc:docMk/>
            <pc:sldMk cId="1793961645" sldId="2147483533"/>
            <ac:spMk id="9" creationId="{00000000-0000-0000-0000-000000000000}"/>
          </ac:spMkLst>
        </pc:spChg>
        <pc:spChg chg="mod">
          <ac:chgData name="Nileshsarjerao Gaikwad" userId="0f75e465-d06a-4558-85b2-87ecf4dfc32a" providerId="ADAL" clId="{C69D5906-29C8-5649-839C-43FCD22D0BDB}" dt="2026-09-16T12:48:54.223" v="800" actId="207"/>
          <ac:spMkLst>
            <pc:docMk/>
            <pc:sldMk cId="1793961645" sldId="2147483533"/>
            <ac:spMk id="11" creationId="{00000000-0000-0000-0000-000000000000}"/>
          </ac:spMkLst>
        </pc:spChg>
        <pc:spChg chg="mod">
          <ac:chgData name="Nileshsarjerao Gaikwad" userId="0f75e465-d06a-4558-85b2-87ecf4dfc32a" providerId="ADAL" clId="{C69D5906-29C8-5649-839C-43FCD22D0BDB}" dt="2026-09-16T12:49:36.077" v="820" actId="1035"/>
          <ac:spMkLst>
            <pc:docMk/>
            <pc:sldMk cId="1793961645" sldId="2147483533"/>
            <ac:spMk id="12" creationId="{00000000-0000-0000-0000-000000000000}"/>
          </ac:spMkLst>
        </pc:spChg>
        <pc:spChg chg="mod">
          <ac:chgData name="Nileshsarjerao Gaikwad" userId="0f75e465-d06a-4558-85b2-87ecf4dfc32a" providerId="ADAL" clId="{C69D5906-29C8-5649-839C-43FCD22D0BDB}" dt="2026-09-16T12:46:55.471" v="778" actId="1076"/>
          <ac:spMkLst>
            <pc:docMk/>
            <pc:sldMk cId="1793961645" sldId="2147483533"/>
            <ac:spMk id="13" creationId="{00000000-0000-0000-0000-000000000000}"/>
          </ac:spMkLst>
        </pc:spChg>
        <pc:spChg chg="mod">
          <ac:chgData name="Nileshsarjerao Gaikwad" userId="0f75e465-d06a-4558-85b2-87ecf4dfc32a" providerId="ADAL" clId="{C69D5906-29C8-5649-839C-43FCD22D0BDB}" dt="2026-09-16T12:50:12.418" v="829" actId="1076"/>
          <ac:spMkLst>
            <pc:docMk/>
            <pc:sldMk cId="1793961645" sldId="2147483533"/>
            <ac:spMk id="16" creationId="{00000000-0000-0000-0000-000000000000}"/>
          </ac:spMkLst>
        </pc:spChg>
        <pc:spChg chg="mod">
          <ac:chgData name="Nileshsarjerao Gaikwad" userId="0f75e465-d06a-4558-85b2-87ecf4dfc32a" providerId="ADAL" clId="{C69D5906-29C8-5649-839C-43FCD22D0BDB}" dt="2026-09-16T12:50:12.418" v="829" actId="1076"/>
          <ac:spMkLst>
            <pc:docMk/>
            <pc:sldMk cId="1793961645" sldId="2147483533"/>
            <ac:spMk id="17" creationId="{00000000-0000-0000-0000-000000000000}"/>
          </ac:spMkLst>
        </pc:spChg>
        <pc:spChg chg="mod">
          <ac:chgData name="Nileshsarjerao Gaikwad" userId="0f75e465-d06a-4558-85b2-87ecf4dfc32a" providerId="ADAL" clId="{C69D5906-29C8-5649-839C-43FCD22D0BDB}" dt="2026-09-16T12:50:12.418" v="829" actId="1076"/>
          <ac:spMkLst>
            <pc:docMk/>
            <pc:sldMk cId="1793961645" sldId="2147483533"/>
            <ac:spMk id="18" creationId="{00000000-0000-0000-0000-000000000000}"/>
          </ac:spMkLst>
        </pc:spChg>
        <pc:spChg chg="mod">
          <ac:chgData name="Nileshsarjerao Gaikwad" userId="0f75e465-d06a-4558-85b2-87ecf4dfc32a" providerId="ADAL" clId="{C69D5906-29C8-5649-839C-43FCD22D0BDB}" dt="2026-09-16T12:50:18.126" v="830" actId="1076"/>
          <ac:spMkLst>
            <pc:docMk/>
            <pc:sldMk cId="1793961645" sldId="2147483533"/>
            <ac:spMk id="21" creationId="{00000000-0000-0000-0000-000000000000}"/>
          </ac:spMkLst>
        </pc:spChg>
        <pc:spChg chg="mod">
          <ac:chgData name="Nileshsarjerao Gaikwad" userId="0f75e465-d06a-4558-85b2-87ecf4dfc32a" providerId="ADAL" clId="{C69D5906-29C8-5649-839C-43FCD22D0BDB}" dt="2026-09-16T12:50:18.126" v="830" actId="1076"/>
          <ac:spMkLst>
            <pc:docMk/>
            <pc:sldMk cId="1793961645" sldId="2147483533"/>
            <ac:spMk id="22" creationId="{00000000-0000-0000-0000-000000000000}"/>
          </ac:spMkLst>
        </pc:spChg>
        <pc:spChg chg="mod">
          <ac:chgData name="Nileshsarjerao Gaikwad" userId="0f75e465-d06a-4558-85b2-87ecf4dfc32a" providerId="ADAL" clId="{C69D5906-29C8-5649-839C-43FCD22D0BDB}" dt="2026-09-16T12:50:18.126" v="830" actId="1076"/>
          <ac:spMkLst>
            <pc:docMk/>
            <pc:sldMk cId="1793961645" sldId="2147483533"/>
            <ac:spMk id="23" creationId="{00000000-0000-0000-0000-000000000000}"/>
          </ac:spMkLst>
        </pc:spChg>
        <pc:spChg chg="mod">
          <ac:chgData name="Nileshsarjerao Gaikwad" userId="0f75e465-d06a-4558-85b2-87ecf4dfc32a" providerId="ADAL" clId="{C69D5906-29C8-5649-839C-43FCD22D0BDB}" dt="2026-09-16T12:50:22.733" v="831" actId="1076"/>
          <ac:spMkLst>
            <pc:docMk/>
            <pc:sldMk cId="1793961645" sldId="2147483533"/>
            <ac:spMk id="26" creationId="{00000000-0000-0000-0000-000000000000}"/>
          </ac:spMkLst>
        </pc:spChg>
        <pc:spChg chg="mod">
          <ac:chgData name="Nileshsarjerao Gaikwad" userId="0f75e465-d06a-4558-85b2-87ecf4dfc32a" providerId="ADAL" clId="{C69D5906-29C8-5649-839C-43FCD22D0BDB}" dt="2026-09-16T12:50:22.733" v="831" actId="1076"/>
          <ac:spMkLst>
            <pc:docMk/>
            <pc:sldMk cId="1793961645" sldId="2147483533"/>
            <ac:spMk id="27" creationId="{00000000-0000-0000-0000-000000000000}"/>
          </ac:spMkLst>
        </pc:spChg>
        <pc:spChg chg="mod">
          <ac:chgData name="Nileshsarjerao Gaikwad" userId="0f75e465-d06a-4558-85b2-87ecf4dfc32a" providerId="ADAL" clId="{C69D5906-29C8-5649-839C-43FCD22D0BDB}" dt="2026-09-16T12:50:22.733" v="831" actId="1076"/>
          <ac:spMkLst>
            <pc:docMk/>
            <pc:sldMk cId="1793961645" sldId="2147483533"/>
            <ac:spMk id="28" creationId="{00000000-0000-0000-0000-000000000000}"/>
          </ac:spMkLst>
        </pc:spChg>
        <pc:spChg chg="mod">
          <ac:chgData name="Nileshsarjerao Gaikwad" userId="0f75e465-d06a-4558-85b2-87ecf4dfc32a" providerId="ADAL" clId="{C69D5906-29C8-5649-839C-43FCD22D0BDB}" dt="2026-09-16T12:50:29.303" v="832" actId="1076"/>
          <ac:spMkLst>
            <pc:docMk/>
            <pc:sldMk cId="1793961645" sldId="2147483533"/>
            <ac:spMk id="31" creationId="{00000000-0000-0000-0000-000000000000}"/>
          </ac:spMkLst>
        </pc:spChg>
        <pc:spChg chg="mod">
          <ac:chgData name="Nileshsarjerao Gaikwad" userId="0f75e465-d06a-4558-85b2-87ecf4dfc32a" providerId="ADAL" clId="{C69D5906-29C8-5649-839C-43FCD22D0BDB}" dt="2026-09-16T12:50:29.303" v="832" actId="1076"/>
          <ac:spMkLst>
            <pc:docMk/>
            <pc:sldMk cId="1793961645" sldId="2147483533"/>
            <ac:spMk id="32" creationId="{00000000-0000-0000-0000-000000000000}"/>
          </ac:spMkLst>
        </pc:spChg>
        <pc:spChg chg="mod">
          <ac:chgData name="Nileshsarjerao Gaikwad" userId="0f75e465-d06a-4558-85b2-87ecf4dfc32a" providerId="ADAL" clId="{C69D5906-29C8-5649-839C-43FCD22D0BDB}" dt="2026-09-16T12:50:29.303" v="832" actId="1076"/>
          <ac:spMkLst>
            <pc:docMk/>
            <pc:sldMk cId="1793961645" sldId="2147483533"/>
            <ac:spMk id="33" creationId="{00000000-0000-0000-0000-000000000000}"/>
          </ac:spMkLst>
        </pc:spChg>
        <pc:spChg chg="add mod ord">
          <ac:chgData name="Nileshsarjerao Gaikwad" userId="0f75e465-d06a-4558-85b2-87ecf4dfc32a" providerId="ADAL" clId="{C69D5906-29C8-5649-839C-43FCD22D0BDB}" dt="2026-09-16T12:44:08.180" v="746" actId="207"/>
          <ac:spMkLst>
            <pc:docMk/>
            <pc:sldMk cId="1793961645" sldId="2147483533"/>
            <ac:spMk id="35" creationId="{BDC91AF6-A679-C702-8B6F-66C766ABB723}"/>
          </ac:spMkLst>
        </pc:spChg>
        <pc:spChg chg="add mod">
          <ac:chgData name="Nileshsarjerao Gaikwad" userId="0f75e465-d06a-4558-85b2-87ecf4dfc32a" providerId="ADAL" clId="{C69D5906-29C8-5649-839C-43FCD22D0BDB}" dt="2026-09-16T12:44:27.381" v="752" actId="207"/>
          <ac:spMkLst>
            <pc:docMk/>
            <pc:sldMk cId="1793961645" sldId="2147483533"/>
            <ac:spMk id="36" creationId="{89D3C817-B493-CD8F-598A-0108DC669013}"/>
          </ac:spMkLst>
        </pc:spChg>
        <pc:spChg chg="add mod">
          <ac:chgData name="Nileshsarjerao Gaikwad" userId="0f75e465-d06a-4558-85b2-87ecf4dfc32a" providerId="ADAL" clId="{C69D5906-29C8-5649-839C-43FCD22D0BDB}" dt="2026-09-16T12:44:19.272" v="748"/>
          <ac:spMkLst>
            <pc:docMk/>
            <pc:sldMk cId="1793961645" sldId="2147483533"/>
            <ac:spMk id="37" creationId="{FD8C3B82-C856-1997-F347-6D6852ECE71E}"/>
          </ac:spMkLst>
        </pc:spChg>
        <pc:spChg chg="add del mod">
          <ac:chgData name="Nileshsarjerao Gaikwad" userId="0f75e465-d06a-4558-85b2-87ecf4dfc32a" providerId="ADAL" clId="{C69D5906-29C8-5649-839C-43FCD22D0BDB}" dt="2026-09-16T12:45:59.132" v="768" actId="478"/>
          <ac:spMkLst>
            <pc:docMk/>
            <pc:sldMk cId="1793961645" sldId="2147483533"/>
            <ac:spMk id="39" creationId="{36DD16D2-D69D-5351-1DB9-E99AFB3ED122}"/>
          </ac:spMkLst>
        </pc:spChg>
        <pc:spChg chg="add del mod">
          <ac:chgData name="Nileshsarjerao Gaikwad" userId="0f75e465-d06a-4558-85b2-87ecf4dfc32a" providerId="ADAL" clId="{C69D5906-29C8-5649-839C-43FCD22D0BDB}" dt="2026-09-16T12:45:59.132" v="768" actId="478"/>
          <ac:spMkLst>
            <pc:docMk/>
            <pc:sldMk cId="1793961645" sldId="2147483533"/>
            <ac:spMk id="40" creationId="{8BFB4327-177D-34C2-7F4B-3DD209DE36A4}"/>
          </ac:spMkLst>
        </pc:spChg>
        <pc:spChg chg="add del mod">
          <ac:chgData name="Nileshsarjerao Gaikwad" userId="0f75e465-d06a-4558-85b2-87ecf4dfc32a" providerId="ADAL" clId="{C69D5906-29C8-5649-839C-43FCD22D0BDB}" dt="2026-09-16T12:50:18.126" v="830" actId="1076"/>
          <ac:spMkLst>
            <pc:docMk/>
            <pc:sldMk cId="1793961645" sldId="2147483533"/>
            <ac:spMk id="41" creationId="{32E49DE4-3103-3120-7CC9-99F09E6FFA68}"/>
          </ac:spMkLst>
        </pc:spChg>
        <pc:spChg chg="add del mod">
          <ac:chgData name="Nileshsarjerao Gaikwad" userId="0f75e465-d06a-4558-85b2-87ecf4dfc32a" providerId="ADAL" clId="{C69D5906-29C8-5649-839C-43FCD22D0BDB}" dt="2026-09-16T12:50:22.733" v="831" actId="1076"/>
          <ac:spMkLst>
            <pc:docMk/>
            <pc:sldMk cId="1793961645" sldId="2147483533"/>
            <ac:spMk id="42" creationId="{409CED26-3A56-ABA4-C6C9-65E186518843}"/>
          </ac:spMkLst>
        </pc:spChg>
        <pc:spChg chg="add del mod">
          <ac:chgData name="Nileshsarjerao Gaikwad" userId="0f75e465-d06a-4558-85b2-87ecf4dfc32a" providerId="ADAL" clId="{C69D5906-29C8-5649-839C-43FCD22D0BDB}" dt="2026-09-16T12:50:29.303" v="832" actId="1076"/>
          <ac:spMkLst>
            <pc:docMk/>
            <pc:sldMk cId="1793961645" sldId="2147483533"/>
            <ac:spMk id="43" creationId="{B6293750-DAF8-8840-124C-8C42EAE382E8}"/>
          </ac:spMkLst>
        </pc:spChg>
        <pc:spChg chg="add mod">
          <ac:chgData name="Nileshsarjerao Gaikwad" userId="0f75e465-d06a-4558-85b2-87ecf4dfc32a" providerId="ADAL" clId="{C69D5906-29C8-5649-839C-43FCD22D0BDB}" dt="2026-09-16T12:50:33.284" v="833" actId="1076"/>
          <ac:spMkLst>
            <pc:docMk/>
            <pc:sldMk cId="1793961645" sldId="2147483533"/>
            <ac:spMk id="44" creationId="{2939D6BF-653C-9135-7D4A-CE6E681D9B52}"/>
          </ac:spMkLst>
        </pc:spChg>
      </pc:sldChg>
      <pc:sldChg chg="addSp delSp modSp mod modClrScheme chgLayout">
        <pc:chgData name="Nileshsarjerao Gaikwad" userId="0f75e465-d06a-4558-85b2-87ecf4dfc32a" providerId="ADAL" clId="{C69D5906-29C8-5649-839C-43FCD22D0BDB}" dt="2026-09-16T12:54:41.636" v="907" actId="1076"/>
        <pc:sldMkLst>
          <pc:docMk/>
          <pc:sldMk cId="706533982" sldId="2147483534"/>
        </pc:sldMkLst>
        <pc:spChg chg="mod">
          <ac:chgData name="Nileshsarjerao Gaikwad" userId="0f75e465-d06a-4558-85b2-87ecf4dfc32a" providerId="ADAL" clId="{C69D5906-29C8-5649-839C-43FCD22D0BDB}" dt="2026-09-16T12:52:53.301" v="865" actId="692"/>
          <ac:spMkLst>
            <pc:docMk/>
            <pc:sldMk cId="706533982" sldId="2147483534"/>
            <ac:spMk id="7" creationId="{00000000-0000-0000-0000-000000000000}"/>
          </ac:spMkLst>
        </pc:spChg>
        <pc:spChg chg="mod">
          <ac:chgData name="Nileshsarjerao Gaikwad" userId="0f75e465-d06a-4558-85b2-87ecf4dfc32a" providerId="ADAL" clId="{C69D5906-29C8-5649-839C-43FCD22D0BDB}" dt="2026-09-16T12:53:25.459" v="872" actId="1076"/>
          <ac:spMkLst>
            <pc:docMk/>
            <pc:sldMk cId="706533982" sldId="2147483534"/>
            <ac:spMk id="8" creationId="{00000000-0000-0000-0000-000000000000}"/>
          </ac:spMkLst>
        </pc:spChg>
        <pc:spChg chg="mod">
          <ac:chgData name="Nileshsarjerao Gaikwad" userId="0f75e465-d06a-4558-85b2-87ecf4dfc32a" providerId="ADAL" clId="{C69D5906-29C8-5649-839C-43FCD22D0BDB}" dt="2026-09-16T12:53:25.459" v="872" actId="1076"/>
          <ac:spMkLst>
            <pc:docMk/>
            <pc:sldMk cId="706533982" sldId="2147483534"/>
            <ac:spMk id="9" creationId="{00000000-0000-0000-0000-000000000000}"/>
          </ac:spMkLst>
        </pc:spChg>
        <pc:spChg chg="mod">
          <ac:chgData name="Nileshsarjerao Gaikwad" userId="0f75e465-d06a-4558-85b2-87ecf4dfc32a" providerId="ADAL" clId="{C69D5906-29C8-5649-839C-43FCD22D0BDB}" dt="2026-09-16T12:52:53.301" v="865" actId="692"/>
          <ac:spMkLst>
            <pc:docMk/>
            <pc:sldMk cId="706533982" sldId="2147483534"/>
            <ac:spMk id="10" creationId="{00000000-0000-0000-0000-000000000000}"/>
          </ac:spMkLst>
        </pc:spChg>
        <pc:spChg chg="mod">
          <ac:chgData name="Nileshsarjerao Gaikwad" userId="0f75e465-d06a-4558-85b2-87ecf4dfc32a" providerId="ADAL" clId="{C69D5906-29C8-5649-839C-43FCD22D0BDB}" dt="2026-09-16T12:53:25.459" v="872" actId="1076"/>
          <ac:spMkLst>
            <pc:docMk/>
            <pc:sldMk cId="706533982" sldId="2147483534"/>
            <ac:spMk id="11" creationId="{00000000-0000-0000-0000-000000000000}"/>
          </ac:spMkLst>
        </pc:spChg>
        <pc:spChg chg="mod">
          <ac:chgData name="Nileshsarjerao Gaikwad" userId="0f75e465-d06a-4558-85b2-87ecf4dfc32a" providerId="ADAL" clId="{C69D5906-29C8-5649-839C-43FCD22D0BDB}" dt="2026-09-16T12:53:25.459" v="872" actId="1076"/>
          <ac:spMkLst>
            <pc:docMk/>
            <pc:sldMk cId="706533982" sldId="2147483534"/>
            <ac:spMk id="12" creationId="{00000000-0000-0000-0000-000000000000}"/>
          </ac:spMkLst>
        </pc:spChg>
        <pc:spChg chg="mod">
          <ac:chgData name="Nileshsarjerao Gaikwad" userId="0f75e465-d06a-4558-85b2-87ecf4dfc32a" providerId="ADAL" clId="{C69D5906-29C8-5649-839C-43FCD22D0BDB}" dt="2026-09-16T12:54:36.138" v="906" actId="1076"/>
          <ac:spMkLst>
            <pc:docMk/>
            <pc:sldMk cId="706533982" sldId="2147483534"/>
            <ac:spMk id="14" creationId="{00000000-0000-0000-0000-000000000000}"/>
          </ac:spMkLst>
        </pc:spChg>
        <pc:spChg chg="mod">
          <ac:chgData name="Nileshsarjerao Gaikwad" userId="0f75e465-d06a-4558-85b2-87ecf4dfc32a" providerId="ADAL" clId="{C69D5906-29C8-5649-839C-43FCD22D0BDB}" dt="2026-09-16T12:54:36.138" v="906" actId="1076"/>
          <ac:spMkLst>
            <pc:docMk/>
            <pc:sldMk cId="706533982" sldId="2147483534"/>
            <ac:spMk id="15" creationId="{00000000-0000-0000-0000-000000000000}"/>
          </ac:spMkLst>
        </pc:spChg>
        <pc:spChg chg="mod">
          <ac:chgData name="Nileshsarjerao Gaikwad" userId="0f75e465-d06a-4558-85b2-87ecf4dfc32a" providerId="ADAL" clId="{C69D5906-29C8-5649-839C-43FCD22D0BDB}" dt="2026-09-16T12:54:36.138" v="906" actId="1076"/>
          <ac:spMkLst>
            <pc:docMk/>
            <pc:sldMk cId="706533982" sldId="2147483534"/>
            <ac:spMk id="16" creationId="{00000000-0000-0000-0000-000000000000}"/>
          </ac:spMkLst>
        </pc:spChg>
        <pc:spChg chg="mod">
          <ac:chgData name="Nileshsarjerao Gaikwad" userId="0f75e465-d06a-4558-85b2-87ecf4dfc32a" providerId="ADAL" clId="{C69D5906-29C8-5649-839C-43FCD22D0BDB}" dt="2026-09-16T12:54:36.138" v="906" actId="1076"/>
          <ac:spMkLst>
            <pc:docMk/>
            <pc:sldMk cId="706533982" sldId="2147483534"/>
            <ac:spMk id="17" creationId="{00000000-0000-0000-0000-000000000000}"/>
          </ac:spMkLst>
        </pc:spChg>
        <pc:spChg chg="mod">
          <ac:chgData name="Nileshsarjerao Gaikwad" userId="0f75e465-d06a-4558-85b2-87ecf4dfc32a" providerId="ADAL" clId="{C69D5906-29C8-5649-839C-43FCD22D0BDB}" dt="2026-09-16T12:54:36.138" v="906" actId="1076"/>
          <ac:spMkLst>
            <pc:docMk/>
            <pc:sldMk cId="706533982" sldId="2147483534"/>
            <ac:spMk id="18" creationId="{00000000-0000-0000-0000-000000000000}"/>
          </ac:spMkLst>
        </pc:spChg>
        <pc:spChg chg="mod">
          <ac:chgData name="Nileshsarjerao Gaikwad" userId="0f75e465-d06a-4558-85b2-87ecf4dfc32a" providerId="ADAL" clId="{C69D5906-29C8-5649-839C-43FCD22D0BDB}" dt="2026-09-16T12:54:36.138" v="906" actId="1076"/>
          <ac:spMkLst>
            <pc:docMk/>
            <pc:sldMk cId="706533982" sldId="2147483534"/>
            <ac:spMk id="19" creationId="{00000000-0000-0000-0000-000000000000}"/>
          </ac:spMkLst>
        </pc:spChg>
        <pc:spChg chg="add mod ord">
          <ac:chgData name="Nileshsarjerao Gaikwad" userId="0f75e465-d06a-4558-85b2-87ecf4dfc32a" providerId="ADAL" clId="{C69D5906-29C8-5649-839C-43FCD22D0BDB}" dt="2026-09-16T12:50:58.561" v="841" actId="207"/>
          <ac:spMkLst>
            <pc:docMk/>
            <pc:sldMk cId="706533982" sldId="2147483534"/>
            <ac:spMk id="22" creationId="{CF3EE0DF-F8B2-E5F3-10AD-458E312F2225}"/>
          </ac:spMkLst>
        </pc:spChg>
        <pc:spChg chg="add mod">
          <ac:chgData name="Nileshsarjerao Gaikwad" userId="0f75e465-d06a-4558-85b2-87ecf4dfc32a" providerId="ADAL" clId="{C69D5906-29C8-5649-839C-43FCD22D0BDB}" dt="2026-09-16T12:51:19.033" v="847" actId="207"/>
          <ac:spMkLst>
            <pc:docMk/>
            <pc:sldMk cId="706533982" sldId="2147483534"/>
            <ac:spMk id="23" creationId="{9A050119-719E-5BC1-108B-2ACC30C0EE37}"/>
          </ac:spMkLst>
        </pc:spChg>
        <pc:spChg chg="add mod">
          <ac:chgData name="Nileshsarjerao Gaikwad" userId="0f75e465-d06a-4558-85b2-87ecf4dfc32a" providerId="ADAL" clId="{C69D5906-29C8-5649-839C-43FCD22D0BDB}" dt="2026-09-16T12:51:10.502" v="843"/>
          <ac:spMkLst>
            <pc:docMk/>
            <pc:sldMk cId="706533982" sldId="2147483534"/>
            <ac:spMk id="24" creationId="{BDFC841D-FEA1-7584-1256-06135B9C7280}"/>
          </ac:spMkLst>
        </pc:spChg>
        <pc:spChg chg="add mod">
          <ac:chgData name="Nileshsarjerao Gaikwad" userId="0f75e465-d06a-4558-85b2-87ecf4dfc32a" providerId="ADAL" clId="{C69D5906-29C8-5649-839C-43FCD22D0BDB}" dt="2026-09-16T12:54:36.138" v="906" actId="1076"/>
          <ac:spMkLst>
            <pc:docMk/>
            <pc:sldMk cId="706533982" sldId="2147483534"/>
            <ac:spMk id="25" creationId="{4551B767-5840-FEAB-041C-9934989B6C69}"/>
          </ac:spMkLst>
        </pc:spChg>
        <pc:spChg chg="add mod">
          <ac:chgData name="Nileshsarjerao Gaikwad" userId="0f75e465-d06a-4558-85b2-87ecf4dfc32a" providerId="ADAL" clId="{C69D5906-29C8-5649-839C-43FCD22D0BDB}" dt="2026-09-16T12:54:36.138" v="906" actId="1076"/>
          <ac:spMkLst>
            <pc:docMk/>
            <pc:sldMk cId="706533982" sldId="2147483534"/>
            <ac:spMk id="26" creationId="{2A61240B-39E1-4948-991E-1D86AF05AFDF}"/>
          </ac:spMkLst>
        </pc:spChg>
        <pc:spChg chg="add mod">
          <ac:chgData name="Nileshsarjerao Gaikwad" userId="0f75e465-d06a-4558-85b2-87ecf4dfc32a" providerId="ADAL" clId="{C69D5906-29C8-5649-839C-43FCD22D0BDB}" dt="2026-09-16T12:54:36.138" v="906" actId="1076"/>
          <ac:spMkLst>
            <pc:docMk/>
            <pc:sldMk cId="706533982" sldId="2147483534"/>
            <ac:spMk id="27" creationId="{AA01C5A6-E7CE-0F09-3372-DA1E9D31AC0C}"/>
          </ac:spMkLst>
        </pc:spChg>
        <pc:spChg chg="add mod">
          <ac:chgData name="Nileshsarjerao Gaikwad" userId="0f75e465-d06a-4558-85b2-87ecf4dfc32a" providerId="ADAL" clId="{C69D5906-29C8-5649-839C-43FCD22D0BDB}" dt="2026-09-16T12:54:41.636" v="907" actId="1076"/>
          <ac:spMkLst>
            <pc:docMk/>
            <pc:sldMk cId="706533982" sldId="2147483534"/>
            <ac:spMk id="28" creationId="{3F5F4FC0-33D1-FDEA-EEAA-33A9A0C9C670}"/>
          </ac:spMkLst>
        </pc:spChg>
      </pc:sldChg>
      <pc:sldChg chg="addSp delSp modSp mod modClrScheme chgLayout">
        <pc:chgData name="Nileshsarjerao Gaikwad" userId="0f75e465-d06a-4558-85b2-87ecf4dfc32a" providerId="ADAL" clId="{C69D5906-29C8-5649-839C-43FCD22D0BDB}" dt="2026-09-16T13:03:46.904" v="1003" actId="113"/>
        <pc:sldMkLst>
          <pc:docMk/>
          <pc:sldMk cId="1679848520" sldId="2147483535"/>
        </pc:sldMkLst>
        <pc:spChg chg="mod">
          <ac:chgData name="Nileshsarjerao Gaikwad" userId="0f75e465-d06a-4558-85b2-87ecf4dfc32a" providerId="ADAL" clId="{C69D5906-29C8-5649-839C-43FCD22D0BDB}" dt="2026-09-16T12:58:02.684" v="950" actId="1076"/>
          <ac:spMkLst>
            <pc:docMk/>
            <pc:sldMk cId="1679848520" sldId="2147483535"/>
            <ac:spMk id="7" creationId="{00000000-0000-0000-0000-000000000000}"/>
          </ac:spMkLst>
        </pc:spChg>
        <pc:spChg chg="mod">
          <ac:chgData name="Nileshsarjerao Gaikwad" userId="0f75e465-d06a-4558-85b2-87ecf4dfc32a" providerId="ADAL" clId="{C69D5906-29C8-5649-839C-43FCD22D0BDB}" dt="2026-09-16T12:58:02.684" v="950" actId="1076"/>
          <ac:spMkLst>
            <pc:docMk/>
            <pc:sldMk cId="1679848520" sldId="2147483535"/>
            <ac:spMk id="8" creationId="{00000000-0000-0000-0000-000000000000}"/>
          </ac:spMkLst>
        </pc:spChg>
        <pc:spChg chg="mod">
          <ac:chgData name="Nileshsarjerao Gaikwad" userId="0f75e465-d06a-4558-85b2-87ecf4dfc32a" providerId="ADAL" clId="{C69D5906-29C8-5649-839C-43FCD22D0BDB}" dt="2026-09-16T12:58:02.684" v="950" actId="1076"/>
          <ac:spMkLst>
            <pc:docMk/>
            <pc:sldMk cId="1679848520" sldId="2147483535"/>
            <ac:spMk id="9" creationId="{00000000-0000-0000-0000-000000000000}"/>
          </ac:spMkLst>
        </pc:spChg>
        <pc:spChg chg="mod">
          <ac:chgData name="Nileshsarjerao Gaikwad" userId="0f75e465-d06a-4558-85b2-87ecf4dfc32a" providerId="ADAL" clId="{C69D5906-29C8-5649-839C-43FCD22D0BDB}" dt="2026-09-16T12:58:02.684" v="950" actId="1076"/>
          <ac:spMkLst>
            <pc:docMk/>
            <pc:sldMk cId="1679848520" sldId="2147483535"/>
            <ac:spMk id="10" creationId="{00000000-0000-0000-0000-000000000000}"/>
          </ac:spMkLst>
        </pc:spChg>
        <pc:spChg chg="mod">
          <ac:chgData name="Nileshsarjerao Gaikwad" userId="0f75e465-d06a-4558-85b2-87ecf4dfc32a" providerId="ADAL" clId="{C69D5906-29C8-5649-839C-43FCD22D0BDB}" dt="2026-09-16T12:58:02.684" v="950" actId="1076"/>
          <ac:spMkLst>
            <pc:docMk/>
            <pc:sldMk cId="1679848520" sldId="2147483535"/>
            <ac:spMk id="11" creationId="{00000000-0000-0000-0000-000000000000}"/>
          </ac:spMkLst>
        </pc:spChg>
        <pc:spChg chg="mod">
          <ac:chgData name="Nileshsarjerao Gaikwad" userId="0f75e465-d06a-4558-85b2-87ecf4dfc32a" providerId="ADAL" clId="{C69D5906-29C8-5649-839C-43FCD22D0BDB}" dt="2026-09-16T12:58:15.539" v="951" actId="1076"/>
          <ac:spMkLst>
            <pc:docMk/>
            <pc:sldMk cId="1679848520" sldId="2147483535"/>
            <ac:spMk id="12" creationId="{00000000-0000-0000-0000-000000000000}"/>
          </ac:spMkLst>
        </pc:spChg>
        <pc:spChg chg="mod">
          <ac:chgData name="Nileshsarjerao Gaikwad" userId="0f75e465-d06a-4558-85b2-87ecf4dfc32a" providerId="ADAL" clId="{C69D5906-29C8-5649-839C-43FCD22D0BDB}" dt="2026-09-16T12:58:15.539" v="951" actId="1076"/>
          <ac:spMkLst>
            <pc:docMk/>
            <pc:sldMk cId="1679848520" sldId="2147483535"/>
            <ac:spMk id="13" creationId="{00000000-0000-0000-0000-000000000000}"/>
          </ac:spMkLst>
        </pc:spChg>
        <pc:spChg chg="mod">
          <ac:chgData name="Nileshsarjerao Gaikwad" userId="0f75e465-d06a-4558-85b2-87ecf4dfc32a" providerId="ADAL" clId="{C69D5906-29C8-5649-839C-43FCD22D0BDB}" dt="2026-09-16T12:58:15.539" v="951" actId="1076"/>
          <ac:spMkLst>
            <pc:docMk/>
            <pc:sldMk cId="1679848520" sldId="2147483535"/>
            <ac:spMk id="14" creationId="{00000000-0000-0000-0000-000000000000}"/>
          </ac:spMkLst>
        </pc:spChg>
        <pc:spChg chg="mod">
          <ac:chgData name="Nileshsarjerao Gaikwad" userId="0f75e465-d06a-4558-85b2-87ecf4dfc32a" providerId="ADAL" clId="{C69D5906-29C8-5649-839C-43FCD22D0BDB}" dt="2026-09-16T12:58:15.539" v="951" actId="1076"/>
          <ac:spMkLst>
            <pc:docMk/>
            <pc:sldMk cId="1679848520" sldId="2147483535"/>
            <ac:spMk id="15" creationId="{00000000-0000-0000-0000-000000000000}"/>
          </ac:spMkLst>
        </pc:spChg>
        <pc:spChg chg="mod">
          <ac:chgData name="Nileshsarjerao Gaikwad" userId="0f75e465-d06a-4558-85b2-87ecf4dfc32a" providerId="ADAL" clId="{C69D5906-29C8-5649-839C-43FCD22D0BDB}" dt="2026-09-16T12:58:15.539" v="951" actId="1076"/>
          <ac:spMkLst>
            <pc:docMk/>
            <pc:sldMk cId="1679848520" sldId="2147483535"/>
            <ac:spMk id="16" creationId="{00000000-0000-0000-0000-000000000000}"/>
          </ac:spMkLst>
        </pc:spChg>
        <pc:spChg chg="mod">
          <ac:chgData name="Nileshsarjerao Gaikwad" userId="0f75e465-d06a-4558-85b2-87ecf4dfc32a" providerId="ADAL" clId="{C69D5906-29C8-5649-839C-43FCD22D0BDB}" dt="2026-09-16T12:58:27.370" v="958" actId="1035"/>
          <ac:spMkLst>
            <pc:docMk/>
            <pc:sldMk cId="1679848520" sldId="2147483535"/>
            <ac:spMk id="18" creationId="{00000000-0000-0000-0000-000000000000}"/>
          </ac:spMkLst>
        </pc:spChg>
        <pc:spChg chg="mod">
          <ac:chgData name="Nileshsarjerao Gaikwad" userId="0f75e465-d06a-4558-85b2-87ecf4dfc32a" providerId="ADAL" clId="{C69D5906-29C8-5649-839C-43FCD22D0BDB}" dt="2026-09-16T12:58:27.370" v="958" actId="1035"/>
          <ac:spMkLst>
            <pc:docMk/>
            <pc:sldMk cId="1679848520" sldId="2147483535"/>
            <ac:spMk id="19" creationId="{00000000-0000-0000-0000-000000000000}"/>
          </ac:spMkLst>
        </pc:spChg>
        <pc:spChg chg="mod">
          <ac:chgData name="Nileshsarjerao Gaikwad" userId="0f75e465-d06a-4558-85b2-87ecf4dfc32a" providerId="ADAL" clId="{C69D5906-29C8-5649-839C-43FCD22D0BDB}" dt="2026-09-16T12:58:27.370" v="958" actId="1035"/>
          <ac:spMkLst>
            <pc:docMk/>
            <pc:sldMk cId="1679848520" sldId="2147483535"/>
            <ac:spMk id="20" creationId="{00000000-0000-0000-0000-000000000000}"/>
          </ac:spMkLst>
        </pc:spChg>
        <pc:spChg chg="mod">
          <ac:chgData name="Nileshsarjerao Gaikwad" userId="0f75e465-d06a-4558-85b2-87ecf4dfc32a" providerId="ADAL" clId="{C69D5906-29C8-5649-839C-43FCD22D0BDB}" dt="2026-09-16T12:58:27.370" v="958" actId="1035"/>
          <ac:spMkLst>
            <pc:docMk/>
            <pc:sldMk cId="1679848520" sldId="2147483535"/>
            <ac:spMk id="21" creationId="{00000000-0000-0000-0000-000000000000}"/>
          </ac:spMkLst>
        </pc:spChg>
        <pc:spChg chg="mod">
          <ac:chgData name="Nileshsarjerao Gaikwad" userId="0f75e465-d06a-4558-85b2-87ecf4dfc32a" providerId="ADAL" clId="{C69D5906-29C8-5649-839C-43FCD22D0BDB}" dt="2026-09-16T12:58:27.370" v="958" actId="1035"/>
          <ac:spMkLst>
            <pc:docMk/>
            <pc:sldMk cId="1679848520" sldId="2147483535"/>
            <ac:spMk id="22" creationId="{00000000-0000-0000-0000-000000000000}"/>
          </ac:spMkLst>
        </pc:spChg>
        <pc:spChg chg="mod">
          <ac:chgData name="Nileshsarjerao Gaikwad" userId="0f75e465-d06a-4558-85b2-87ecf4dfc32a" providerId="ADAL" clId="{C69D5906-29C8-5649-839C-43FCD22D0BDB}" dt="2026-09-16T12:58:27.370" v="958" actId="1035"/>
          <ac:spMkLst>
            <pc:docMk/>
            <pc:sldMk cId="1679848520" sldId="2147483535"/>
            <ac:spMk id="23" creationId="{00000000-0000-0000-0000-000000000000}"/>
          </ac:spMkLst>
        </pc:spChg>
        <pc:spChg chg="mod">
          <ac:chgData name="Nileshsarjerao Gaikwad" userId="0f75e465-d06a-4558-85b2-87ecf4dfc32a" providerId="ADAL" clId="{C69D5906-29C8-5649-839C-43FCD22D0BDB}" dt="2026-09-16T12:58:27.370" v="958" actId="1035"/>
          <ac:spMkLst>
            <pc:docMk/>
            <pc:sldMk cId="1679848520" sldId="2147483535"/>
            <ac:spMk id="24" creationId="{00000000-0000-0000-0000-000000000000}"/>
          </ac:spMkLst>
        </pc:spChg>
        <pc:spChg chg="mod">
          <ac:chgData name="Nileshsarjerao Gaikwad" userId="0f75e465-d06a-4558-85b2-87ecf4dfc32a" providerId="ADAL" clId="{C69D5906-29C8-5649-839C-43FCD22D0BDB}" dt="2026-09-16T12:58:27.370" v="958" actId="1035"/>
          <ac:spMkLst>
            <pc:docMk/>
            <pc:sldMk cId="1679848520" sldId="2147483535"/>
            <ac:spMk id="25" creationId="{00000000-0000-0000-0000-000000000000}"/>
          </ac:spMkLst>
        </pc:spChg>
        <pc:spChg chg="add mod ord">
          <ac:chgData name="Nileshsarjerao Gaikwad" userId="0f75e465-d06a-4558-85b2-87ecf4dfc32a" providerId="ADAL" clId="{C69D5906-29C8-5649-839C-43FCD22D0BDB}" dt="2026-09-16T12:55:10.275" v="914" actId="207"/>
          <ac:spMkLst>
            <pc:docMk/>
            <pc:sldMk cId="1679848520" sldId="2147483535"/>
            <ac:spMk id="28" creationId="{51CE515B-9623-3278-6F11-13861E42516B}"/>
          </ac:spMkLst>
        </pc:spChg>
        <pc:spChg chg="add mod">
          <ac:chgData name="Nileshsarjerao Gaikwad" userId="0f75e465-d06a-4558-85b2-87ecf4dfc32a" providerId="ADAL" clId="{C69D5906-29C8-5649-839C-43FCD22D0BDB}" dt="2026-09-16T12:55:25.802" v="919" actId="207"/>
          <ac:spMkLst>
            <pc:docMk/>
            <pc:sldMk cId="1679848520" sldId="2147483535"/>
            <ac:spMk id="29" creationId="{DA3F15B9-8819-3F0C-1902-24D433C35601}"/>
          </ac:spMkLst>
        </pc:spChg>
        <pc:spChg chg="add mod">
          <ac:chgData name="Nileshsarjerao Gaikwad" userId="0f75e465-d06a-4558-85b2-87ecf4dfc32a" providerId="ADAL" clId="{C69D5906-29C8-5649-839C-43FCD22D0BDB}" dt="2026-09-16T12:55:16.137" v="915"/>
          <ac:spMkLst>
            <pc:docMk/>
            <pc:sldMk cId="1679848520" sldId="2147483535"/>
            <ac:spMk id="30" creationId="{8F82DBB4-647D-F039-58BA-BC82F20195ED}"/>
          </ac:spMkLst>
        </pc:spChg>
        <pc:spChg chg="add mod">
          <ac:chgData name="Nileshsarjerao Gaikwad" userId="0f75e465-d06a-4558-85b2-87ecf4dfc32a" providerId="ADAL" clId="{C69D5906-29C8-5649-839C-43FCD22D0BDB}" dt="2026-09-16T13:03:46.904" v="1003" actId="113"/>
          <ac:spMkLst>
            <pc:docMk/>
            <pc:sldMk cId="1679848520" sldId="2147483535"/>
            <ac:spMk id="31" creationId="{11F6795D-66A4-F11C-A2EE-A1D27F9A68B6}"/>
          </ac:spMkLst>
        </pc:spChg>
        <pc:spChg chg="add mod">
          <ac:chgData name="Nileshsarjerao Gaikwad" userId="0f75e465-d06a-4558-85b2-87ecf4dfc32a" providerId="ADAL" clId="{C69D5906-29C8-5649-839C-43FCD22D0BDB}" dt="2026-09-16T12:58:27.370" v="958" actId="1035"/>
          <ac:spMkLst>
            <pc:docMk/>
            <pc:sldMk cId="1679848520" sldId="2147483535"/>
            <ac:spMk id="32" creationId="{55CB0536-75EF-6258-4EF7-D5A531F8A357}"/>
          </ac:spMkLst>
        </pc:spChg>
      </pc:sldChg>
      <pc:sldChg chg="addSp delSp modSp mod modClrScheme chgLayout">
        <pc:chgData name="Nileshsarjerao Gaikwad" userId="0f75e465-d06a-4558-85b2-87ecf4dfc32a" providerId="ADAL" clId="{C69D5906-29C8-5649-839C-43FCD22D0BDB}" dt="2026-09-16T13:05:13.816" v="1020" actId="1076"/>
        <pc:sldMkLst>
          <pc:docMk/>
          <pc:sldMk cId="471586980" sldId="2147483536"/>
        </pc:sldMkLst>
        <pc:spChg chg="mod">
          <ac:chgData name="Nileshsarjerao Gaikwad" userId="0f75e465-d06a-4558-85b2-87ecf4dfc32a" providerId="ADAL" clId="{C69D5906-29C8-5649-839C-43FCD22D0BDB}" dt="2026-09-16T13:03:31.498" v="1001" actId="122"/>
          <ac:spMkLst>
            <pc:docMk/>
            <pc:sldMk cId="471586980" sldId="2147483536"/>
            <ac:spMk id="7" creationId="{00000000-0000-0000-0000-000000000000}"/>
          </ac:spMkLst>
        </pc:spChg>
        <pc:spChg chg="mod">
          <ac:chgData name="Nileshsarjerao Gaikwad" userId="0f75e465-d06a-4558-85b2-87ecf4dfc32a" providerId="ADAL" clId="{C69D5906-29C8-5649-839C-43FCD22D0BDB}" dt="2026-09-16T13:04:31.920" v="1013" actId="1076"/>
          <ac:spMkLst>
            <pc:docMk/>
            <pc:sldMk cId="471586980" sldId="2147483536"/>
            <ac:spMk id="8" creationId="{00000000-0000-0000-0000-000000000000}"/>
          </ac:spMkLst>
        </pc:spChg>
        <pc:spChg chg="mod">
          <ac:chgData name="Nileshsarjerao Gaikwad" userId="0f75e465-d06a-4558-85b2-87ecf4dfc32a" providerId="ADAL" clId="{C69D5906-29C8-5649-839C-43FCD22D0BDB}" dt="2026-09-16T13:05:07.176" v="1019" actId="1076"/>
          <ac:spMkLst>
            <pc:docMk/>
            <pc:sldMk cId="471586980" sldId="2147483536"/>
            <ac:spMk id="9" creationId="{00000000-0000-0000-0000-000000000000}"/>
          </ac:spMkLst>
        </pc:spChg>
        <pc:spChg chg="mod">
          <ac:chgData name="Nileshsarjerao Gaikwad" userId="0f75e465-d06a-4558-85b2-87ecf4dfc32a" providerId="ADAL" clId="{C69D5906-29C8-5649-839C-43FCD22D0BDB}" dt="2026-09-16T13:05:06.907" v="1018" actId="1076"/>
          <ac:spMkLst>
            <pc:docMk/>
            <pc:sldMk cId="471586980" sldId="2147483536"/>
            <ac:spMk id="10" creationId="{00000000-0000-0000-0000-000000000000}"/>
          </ac:spMkLst>
        </pc:spChg>
        <pc:spChg chg="mod">
          <ac:chgData name="Nileshsarjerao Gaikwad" userId="0f75e465-d06a-4558-85b2-87ecf4dfc32a" providerId="ADAL" clId="{C69D5906-29C8-5649-839C-43FCD22D0BDB}" dt="2026-09-16T13:04:31.920" v="1013" actId="1076"/>
          <ac:spMkLst>
            <pc:docMk/>
            <pc:sldMk cId="471586980" sldId="2147483536"/>
            <ac:spMk id="11" creationId="{00000000-0000-0000-0000-000000000000}"/>
          </ac:spMkLst>
        </pc:spChg>
        <pc:spChg chg="mod">
          <ac:chgData name="Nileshsarjerao Gaikwad" userId="0f75e465-d06a-4558-85b2-87ecf4dfc32a" providerId="ADAL" clId="{C69D5906-29C8-5649-839C-43FCD22D0BDB}" dt="2026-09-16T13:03:31.498" v="1001" actId="122"/>
          <ac:spMkLst>
            <pc:docMk/>
            <pc:sldMk cId="471586980" sldId="2147483536"/>
            <ac:spMk id="12" creationId="{00000000-0000-0000-0000-000000000000}"/>
          </ac:spMkLst>
        </pc:spChg>
        <pc:spChg chg="mod">
          <ac:chgData name="Nileshsarjerao Gaikwad" userId="0f75e465-d06a-4558-85b2-87ecf4dfc32a" providerId="ADAL" clId="{C69D5906-29C8-5649-839C-43FCD22D0BDB}" dt="2026-09-16T13:04:31.920" v="1013" actId="1076"/>
          <ac:spMkLst>
            <pc:docMk/>
            <pc:sldMk cId="471586980" sldId="2147483536"/>
            <ac:spMk id="13" creationId="{00000000-0000-0000-0000-000000000000}"/>
          </ac:spMkLst>
        </pc:spChg>
        <pc:spChg chg="mod">
          <ac:chgData name="Nileshsarjerao Gaikwad" userId="0f75e465-d06a-4558-85b2-87ecf4dfc32a" providerId="ADAL" clId="{C69D5906-29C8-5649-839C-43FCD22D0BDB}" dt="2026-09-16T13:04:41.815" v="1014" actId="1076"/>
          <ac:spMkLst>
            <pc:docMk/>
            <pc:sldMk cId="471586980" sldId="2147483536"/>
            <ac:spMk id="14" creationId="{00000000-0000-0000-0000-000000000000}"/>
          </ac:spMkLst>
        </pc:spChg>
        <pc:spChg chg="mod">
          <ac:chgData name="Nileshsarjerao Gaikwad" userId="0f75e465-d06a-4558-85b2-87ecf4dfc32a" providerId="ADAL" clId="{C69D5906-29C8-5649-839C-43FCD22D0BDB}" dt="2026-09-16T13:04:58.904" v="1015" actId="1076"/>
          <ac:spMkLst>
            <pc:docMk/>
            <pc:sldMk cId="471586980" sldId="2147483536"/>
            <ac:spMk id="15" creationId="{00000000-0000-0000-0000-000000000000}"/>
          </ac:spMkLst>
        </pc:spChg>
        <pc:spChg chg="mod">
          <ac:chgData name="Nileshsarjerao Gaikwad" userId="0f75e465-d06a-4558-85b2-87ecf4dfc32a" providerId="ADAL" clId="{C69D5906-29C8-5649-839C-43FCD22D0BDB}" dt="2026-09-16T13:04:58.904" v="1015" actId="1076"/>
          <ac:spMkLst>
            <pc:docMk/>
            <pc:sldMk cId="471586980" sldId="2147483536"/>
            <ac:spMk id="16" creationId="{00000000-0000-0000-0000-000000000000}"/>
          </ac:spMkLst>
        </pc:spChg>
        <pc:spChg chg="mod">
          <ac:chgData name="Nileshsarjerao Gaikwad" userId="0f75e465-d06a-4558-85b2-87ecf4dfc32a" providerId="ADAL" clId="{C69D5906-29C8-5649-839C-43FCD22D0BDB}" dt="2026-09-16T13:05:13.816" v="1020" actId="1076"/>
          <ac:spMkLst>
            <pc:docMk/>
            <pc:sldMk cId="471586980" sldId="2147483536"/>
            <ac:spMk id="18" creationId="{00000000-0000-0000-0000-000000000000}"/>
          </ac:spMkLst>
        </pc:spChg>
        <pc:spChg chg="add mod ord">
          <ac:chgData name="Nileshsarjerao Gaikwad" userId="0f75e465-d06a-4558-85b2-87ecf4dfc32a" providerId="ADAL" clId="{C69D5906-29C8-5649-839C-43FCD22D0BDB}" dt="2026-09-16T12:58:55.395" v="965" actId="207"/>
          <ac:spMkLst>
            <pc:docMk/>
            <pc:sldMk cId="471586980" sldId="2147483536"/>
            <ac:spMk id="21" creationId="{478E86DA-0A40-C617-35C3-9F3F4CC7330A}"/>
          </ac:spMkLst>
        </pc:spChg>
        <pc:spChg chg="add mod">
          <ac:chgData name="Nileshsarjerao Gaikwad" userId="0f75e465-d06a-4558-85b2-87ecf4dfc32a" providerId="ADAL" clId="{C69D5906-29C8-5649-839C-43FCD22D0BDB}" dt="2026-09-16T13:01:15.975" v="973" actId="207"/>
          <ac:spMkLst>
            <pc:docMk/>
            <pc:sldMk cId="471586980" sldId="2147483536"/>
            <ac:spMk id="22" creationId="{5A0724F4-CEF4-6FD4-6B57-7663302CB751}"/>
          </ac:spMkLst>
        </pc:spChg>
        <pc:spChg chg="add mod">
          <ac:chgData name="Nileshsarjerao Gaikwad" userId="0f75e465-d06a-4558-85b2-87ecf4dfc32a" providerId="ADAL" clId="{C69D5906-29C8-5649-839C-43FCD22D0BDB}" dt="2026-09-16T12:59:13.686" v="969"/>
          <ac:spMkLst>
            <pc:docMk/>
            <pc:sldMk cId="471586980" sldId="2147483536"/>
            <ac:spMk id="23" creationId="{F90CEF9C-59B2-7020-AE53-359B4C791602}"/>
          </ac:spMkLst>
        </pc:spChg>
        <pc:spChg chg="add mod">
          <ac:chgData name="Nileshsarjerao Gaikwad" userId="0f75e465-d06a-4558-85b2-87ecf4dfc32a" providerId="ADAL" clId="{C69D5906-29C8-5649-839C-43FCD22D0BDB}" dt="2026-09-16T13:01:34.916" v="975" actId="167"/>
          <ac:spMkLst>
            <pc:docMk/>
            <pc:sldMk cId="471586980" sldId="2147483536"/>
            <ac:spMk id="24" creationId="{EEE4330D-8654-A432-5FAF-F4FEB5B6ADAC}"/>
          </ac:spMkLst>
        </pc:spChg>
        <pc:spChg chg="add mod">
          <ac:chgData name="Nileshsarjerao Gaikwad" userId="0f75e465-d06a-4558-85b2-87ecf4dfc32a" providerId="ADAL" clId="{C69D5906-29C8-5649-839C-43FCD22D0BDB}" dt="2026-09-16T13:01:34.916" v="975" actId="167"/>
          <ac:spMkLst>
            <pc:docMk/>
            <pc:sldMk cId="471586980" sldId="2147483536"/>
            <ac:spMk id="25" creationId="{F69C8FED-FE2B-27EF-0DAB-D94F9DE628C9}"/>
          </ac:spMkLst>
        </pc:spChg>
        <pc:spChg chg="add mod">
          <ac:chgData name="Nileshsarjerao Gaikwad" userId="0f75e465-d06a-4558-85b2-87ecf4dfc32a" providerId="ADAL" clId="{C69D5906-29C8-5649-839C-43FCD22D0BDB}" dt="2026-09-16T13:04:03.646" v="1011" actId="113"/>
          <ac:spMkLst>
            <pc:docMk/>
            <pc:sldMk cId="471586980" sldId="2147483536"/>
            <ac:spMk id="27" creationId="{5D6C2983-25C5-0917-D197-F945B49DD56F}"/>
          </ac:spMkLst>
        </pc:spChg>
      </pc:sldChg>
      <pc:sldChg chg="addSp delSp modSp mod modClrScheme chgLayout">
        <pc:chgData name="Nileshsarjerao Gaikwad" userId="0f75e465-d06a-4558-85b2-87ecf4dfc32a" providerId="ADAL" clId="{C69D5906-29C8-5649-839C-43FCD22D0BDB}" dt="2026-09-16T13:10:05.489" v="1098" actId="207"/>
        <pc:sldMkLst>
          <pc:docMk/>
          <pc:sldMk cId="1405224791" sldId="2147483537"/>
        </pc:sldMkLst>
        <pc:spChg chg="mod">
          <ac:chgData name="Nileshsarjerao Gaikwad" userId="0f75e465-d06a-4558-85b2-87ecf4dfc32a" providerId="ADAL" clId="{C69D5906-29C8-5649-839C-43FCD22D0BDB}" dt="2026-09-16T13:07:41.272" v="1062" actId="1076"/>
          <ac:spMkLst>
            <pc:docMk/>
            <pc:sldMk cId="1405224791" sldId="2147483537"/>
            <ac:spMk id="7" creationId="{00000000-0000-0000-0000-000000000000}"/>
          </ac:spMkLst>
        </pc:spChg>
        <pc:spChg chg="mod">
          <ac:chgData name="Nileshsarjerao Gaikwad" userId="0f75e465-d06a-4558-85b2-87ecf4dfc32a" providerId="ADAL" clId="{C69D5906-29C8-5649-839C-43FCD22D0BDB}" dt="2026-09-16T13:07:41.272" v="1062" actId="1076"/>
          <ac:spMkLst>
            <pc:docMk/>
            <pc:sldMk cId="1405224791" sldId="2147483537"/>
            <ac:spMk id="8" creationId="{00000000-0000-0000-0000-000000000000}"/>
          </ac:spMkLst>
        </pc:spChg>
        <pc:spChg chg="mod">
          <ac:chgData name="Nileshsarjerao Gaikwad" userId="0f75e465-d06a-4558-85b2-87ecf4dfc32a" providerId="ADAL" clId="{C69D5906-29C8-5649-839C-43FCD22D0BDB}" dt="2026-09-16T13:07:41.272" v="1062" actId="1076"/>
          <ac:spMkLst>
            <pc:docMk/>
            <pc:sldMk cId="1405224791" sldId="2147483537"/>
            <ac:spMk id="9" creationId="{00000000-0000-0000-0000-000000000000}"/>
          </ac:spMkLst>
        </pc:spChg>
        <pc:spChg chg="mod">
          <ac:chgData name="Nileshsarjerao Gaikwad" userId="0f75e465-d06a-4558-85b2-87ecf4dfc32a" providerId="ADAL" clId="{C69D5906-29C8-5649-839C-43FCD22D0BDB}" dt="2026-09-16T13:07:15.245" v="1056" actId="1076"/>
          <ac:spMkLst>
            <pc:docMk/>
            <pc:sldMk cId="1405224791" sldId="2147483537"/>
            <ac:spMk id="10" creationId="{00000000-0000-0000-0000-000000000000}"/>
          </ac:spMkLst>
        </pc:spChg>
        <pc:spChg chg="mod">
          <ac:chgData name="Nileshsarjerao Gaikwad" userId="0f75e465-d06a-4558-85b2-87ecf4dfc32a" providerId="ADAL" clId="{C69D5906-29C8-5649-839C-43FCD22D0BDB}" dt="2026-09-16T13:07:21.833" v="1059" actId="14100"/>
          <ac:spMkLst>
            <pc:docMk/>
            <pc:sldMk cId="1405224791" sldId="2147483537"/>
            <ac:spMk id="11" creationId="{00000000-0000-0000-0000-000000000000}"/>
          </ac:spMkLst>
        </pc:spChg>
        <pc:spChg chg="mod">
          <ac:chgData name="Nileshsarjerao Gaikwad" userId="0f75e465-d06a-4558-85b2-87ecf4dfc32a" providerId="ADAL" clId="{C69D5906-29C8-5649-839C-43FCD22D0BDB}" dt="2026-09-16T13:07:15.245" v="1056" actId="1076"/>
          <ac:spMkLst>
            <pc:docMk/>
            <pc:sldMk cId="1405224791" sldId="2147483537"/>
            <ac:spMk id="12" creationId="{00000000-0000-0000-0000-000000000000}"/>
          </ac:spMkLst>
        </pc:spChg>
        <pc:spChg chg="mod">
          <ac:chgData name="Nileshsarjerao Gaikwad" userId="0f75e465-d06a-4558-85b2-87ecf4dfc32a" providerId="ADAL" clId="{C69D5906-29C8-5649-839C-43FCD22D0BDB}" dt="2026-09-16T13:07:07.904" v="1055" actId="1076"/>
          <ac:spMkLst>
            <pc:docMk/>
            <pc:sldMk cId="1405224791" sldId="2147483537"/>
            <ac:spMk id="13" creationId="{00000000-0000-0000-0000-000000000000}"/>
          </ac:spMkLst>
        </pc:spChg>
        <pc:spChg chg="mod">
          <ac:chgData name="Nileshsarjerao Gaikwad" userId="0f75e465-d06a-4558-85b2-87ecf4dfc32a" providerId="ADAL" clId="{C69D5906-29C8-5649-839C-43FCD22D0BDB}" dt="2026-09-16T13:07:25.925" v="1060" actId="14100"/>
          <ac:spMkLst>
            <pc:docMk/>
            <pc:sldMk cId="1405224791" sldId="2147483537"/>
            <ac:spMk id="14" creationId="{00000000-0000-0000-0000-000000000000}"/>
          </ac:spMkLst>
        </pc:spChg>
        <pc:spChg chg="mod">
          <ac:chgData name="Nileshsarjerao Gaikwad" userId="0f75e465-d06a-4558-85b2-87ecf4dfc32a" providerId="ADAL" clId="{C69D5906-29C8-5649-839C-43FCD22D0BDB}" dt="2026-09-16T13:07:07.904" v="1055" actId="1076"/>
          <ac:spMkLst>
            <pc:docMk/>
            <pc:sldMk cId="1405224791" sldId="2147483537"/>
            <ac:spMk id="15" creationId="{00000000-0000-0000-0000-000000000000}"/>
          </ac:spMkLst>
        </pc:spChg>
        <pc:spChg chg="mod">
          <ac:chgData name="Nileshsarjerao Gaikwad" userId="0f75e465-d06a-4558-85b2-87ecf4dfc32a" providerId="ADAL" clId="{C69D5906-29C8-5649-839C-43FCD22D0BDB}" dt="2026-09-16T13:07:02.397" v="1054" actId="1076"/>
          <ac:spMkLst>
            <pc:docMk/>
            <pc:sldMk cId="1405224791" sldId="2147483537"/>
            <ac:spMk id="16" creationId="{00000000-0000-0000-0000-000000000000}"/>
          </ac:spMkLst>
        </pc:spChg>
        <pc:spChg chg="mod">
          <ac:chgData name="Nileshsarjerao Gaikwad" userId="0f75e465-d06a-4558-85b2-87ecf4dfc32a" providerId="ADAL" clId="{C69D5906-29C8-5649-839C-43FCD22D0BDB}" dt="2026-09-16T13:07:27.752" v="1061" actId="14100"/>
          <ac:spMkLst>
            <pc:docMk/>
            <pc:sldMk cId="1405224791" sldId="2147483537"/>
            <ac:spMk id="17" creationId="{00000000-0000-0000-0000-000000000000}"/>
          </ac:spMkLst>
        </pc:spChg>
        <pc:spChg chg="mod">
          <ac:chgData name="Nileshsarjerao Gaikwad" userId="0f75e465-d06a-4558-85b2-87ecf4dfc32a" providerId="ADAL" clId="{C69D5906-29C8-5649-839C-43FCD22D0BDB}" dt="2026-09-16T13:07:02.397" v="1054" actId="1076"/>
          <ac:spMkLst>
            <pc:docMk/>
            <pc:sldMk cId="1405224791" sldId="2147483537"/>
            <ac:spMk id="18" creationId="{00000000-0000-0000-0000-000000000000}"/>
          </ac:spMkLst>
        </pc:spChg>
        <pc:spChg chg="mod">
          <ac:chgData name="Nileshsarjerao Gaikwad" userId="0f75e465-d06a-4558-85b2-87ecf4dfc32a" providerId="ADAL" clId="{C69D5906-29C8-5649-839C-43FCD22D0BDB}" dt="2026-09-16T13:08:15.455" v="1070" actId="207"/>
          <ac:spMkLst>
            <pc:docMk/>
            <pc:sldMk cId="1405224791" sldId="2147483537"/>
            <ac:spMk id="19" creationId="{00000000-0000-0000-0000-000000000000}"/>
          </ac:spMkLst>
        </pc:spChg>
        <pc:spChg chg="mod">
          <ac:chgData name="Nileshsarjerao Gaikwad" userId="0f75e465-d06a-4558-85b2-87ecf4dfc32a" providerId="ADAL" clId="{C69D5906-29C8-5649-839C-43FCD22D0BDB}" dt="2026-09-16T13:08:56.778" v="1080" actId="14100"/>
          <ac:spMkLst>
            <pc:docMk/>
            <pc:sldMk cId="1405224791" sldId="2147483537"/>
            <ac:spMk id="20" creationId="{00000000-0000-0000-0000-000000000000}"/>
          </ac:spMkLst>
        </pc:spChg>
        <pc:spChg chg="mod">
          <ac:chgData name="Nileshsarjerao Gaikwad" userId="0f75e465-d06a-4558-85b2-87ecf4dfc32a" providerId="ADAL" clId="{C69D5906-29C8-5649-839C-43FCD22D0BDB}" dt="2026-09-16T13:09:07.624" v="1081" actId="1076"/>
          <ac:spMkLst>
            <pc:docMk/>
            <pc:sldMk cId="1405224791" sldId="2147483537"/>
            <ac:spMk id="21" creationId="{00000000-0000-0000-0000-000000000000}"/>
          </ac:spMkLst>
        </pc:spChg>
        <pc:spChg chg="mod">
          <ac:chgData name="Nileshsarjerao Gaikwad" userId="0f75e465-d06a-4558-85b2-87ecf4dfc32a" providerId="ADAL" clId="{C69D5906-29C8-5649-839C-43FCD22D0BDB}" dt="2026-09-16T13:09:17.013" v="1083" actId="1076"/>
          <ac:spMkLst>
            <pc:docMk/>
            <pc:sldMk cId="1405224791" sldId="2147483537"/>
            <ac:spMk id="22" creationId="{00000000-0000-0000-0000-000000000000}"/>
          </ac:spMkLst>
        </pc:spChg>
        <pc:spChg chg="mod">
          <ac:chgData name="Nileshsarjerao Gaikwad" userId="0f75e465-d06a-4558-85b2-87ecf4dfc32a" providerId="ADAL" clId="{C69D5906-29C8-5649-839C-43FCD22D0BDB}" dt="2026-09-16T13:09:28.512" v="1085" actId="14100"/>
          <ac:spMkLst>
            <pc:docMk/>
            <pc:sldMk cId="1405224791" sldId="2147483537"/>
            <ac:spMk id="23" creationId="{00000000-0000-0000-0000-000000000000}"/>
          </ac:spMkLst>
        </pc:spChg>
        <pc:spChg chg="mod">
          <ac:chgData name="Nileshsarjerao Gaikwad" userId="0f75e465-d06a-4558-85b2-87ecf4dfc32a" providerId="ADAL" clId="{C69D5906-29C8-5649-839C-43FCD22D0BDB}" dt="2026-09-16T13:08:56.778" v="1080" actId="14100"/>
          <ac:spMkLst>
            <pc:docMk/>
            <pc:sldMk cId="1405224791" sldId="2147483537"/>
            <ac:spMk id="24" creationId="{00000000-0000-0000-0000-000000000000}"/>
          </ac:spMkLst>
        </pc:spChg>
        <pc:spChg chg="mod">
          <ac:chgData name="Nileshsarjerao Gaikwad" userId="0f75e465-d06a-4558-85b2-87ecf4dfc32a" providerId="ADAL" clId="{C69D5906-29C8-5649-839C-43FCD22D0BDB}" dt="2026-09-16T13:09:07.624" v="1081" actId="1076"/>
          <ac:spMkLst>
            <pc:docMk/>
            <pc:sldMk cId="1405224791" sldId="2147483537"/>
            <ac:spMk id="25" creationId="{00000000-0000-0000-0000-000000000000}"/>
          </ac:spMkLst>
        </pc:spChg>
        <pc:spChg chg="mod">
          <ac:chgData name="Nileshsarjerao Gaikwad" userId="0f75e465-d06a-4558-85b2-87ecf4dfc32a" providerId="ADAL" clId="{C69D5906-29C8-5649-839C-43FCD22D0BDB}" dt="2026-09-16T13:09:17.013" v="1083" actId="1076"/>
          <ac:spMkLst>
            <pc:docMk/>
            <pc:sldMk cId="1405224791" sldId="2147483537"/>
            <ac:spMk id="26" creationId="{00000000-0000-0000-0000-000000000000}"/>
          </ac:spMkLst>
        </pc:spChg>
        <pc:spChg chg="mod">
          <ac:chgData name="Nileshsarjerao Gaikwad" userId="0f75e465-d06a-4558-85b2-87ecf4dfc32a" providerId="ADAL" clId="{C69D5906-29C8-5649-839C-43FCD22D0BDB}" dt="2026-09-16T13:09:28.512" v="1085" actId="14100"/>
          <ac:spMkLst>
            <pc:docMk/>
            <pc:sldMk cId="1405224791" sldId="2147483537"/>
            <ac:spMk id="27" creationId="{00000000-0000-0000-0000-000000000000}"/>
          </ac:spMkLst>
        </pc:spChg>
        <pc:spChg chg="add mod ord">
          <ac:chgData name="Nileshsarjerao Gaikwad" userId="0f75e465-d06a-4558-85b2-87ecf4dfc32a" providerId="ADAL" clId="{C69D5906-29C8-5649-839C-43FCD22D0BDB}" dt="2026-09-16T13:05:46.165" v="1027" actId="207"/>
          <ac:spMkLst>
            <pc:docMk/>
            <pc:sldMk cId="1405224791" sldId="2147483537"/>
            <ac:spMk id="30" creationId="{B987FB63-0914-31FF-63C0-846D684B044C}"/>
          </ac:spMkLst>
        </pc:spChg>
        <pc:spChg chg="add mod">
          <ac:chgData name="Nileshsarjerao Gaikwad" userId="0f75e465-d06a-4558-85b2-87ecf4dfc32a" providerId="ADAL" clId="{C69D5906-29C8-5649-839C-43FCD22D0BDB}" dt="2026-09-16T13:06:00.131" v="1032" actId="207"/>
          <ac:spMkLst>
            <pc:docMk/>
            <pc:sldMk cId="1405224791" sldId="2147483537"/>
            <ac:spMk id="31" creationId="{DDC5B1EA-7C64-E575-A728-06220EF84EA4}"/>
          </ac:spMkLst>
        </pc:spChg>
        <pc:spChg chg="add mod">
          <ac:chgData name="Nileshsarjerao Gaikwad" userId="0f75e465-d06a-4558-85b2-87ecf4dfc32a" providerId="ADAL" clId="{C69D5906-29C8-5649-839C-43FCD22D0BDB}" dt="2026-09-16T13:05:51.519" v="1028"/>
          <ac:spMkLst>
            <pc:docMk/>
            <pc:sldMk cId="1405224791" sldId="2147483537"/>
            <ac:spMk id="32" creationId="{C3E364ED-F757-9B0F-CA38-19B94FB77D31}"/>
          </ac:spMkLst>
        </pc:spChg>
        <pc:spChg chg="add mod">
          <ac:chgData name="Nileshsarjerao Gaikwad" userId="0f75e465-d06a-4558-85b2-87ecf4dfc32a" providerId="ADAL" clId="{C69D5906-29C8-5649-839C-43FCD22D0BDB}" dt="2026-09-16T13:08:30.229" v="1076" actId="14100"/>
          <ac:spMkLst>
            <pc:docMk/>
            <pc:sldMk cId="1405224791" sldId="2147483537"/>
            <ac:spMk id="33" creationId="{64437EE5-8E13-FBCB-4C6B-658D29062153}"/>
          </ac:spMkLst>
        </pc:spChg>
        <pc:spChg chg="add mod">
          <ac:chgData name="Nileshsarjerao Gaikwad" userId="0f75e465-d06a-4558-85b2-87ecf4dfc32a" providerId="ADAL" clId="{C69D5906-29C8-5649-839C-43FCD22D0BDB}" dt="2026-09-16T13:10:05.489" v="1098" actId="207"/>
          <ac:spMkLst>
            <pc:docMk/>
            <pc:sldMk cId="1405224791" sldId="2147483537"/>
            <ac:spMk id="34" creationId="{7F60879A-7664-59C1-4D04-4E6702776A99}"/>
          </ac:spMkLst>
        </pc:spChg>
      </pc:sldChg>
      <pc:sldChg chg="addSp delSp modSp mod modClrScheme chgLayout">
        <pc:chgData name="Nileshsarjerao Gaikwad" userId="0f75e465-d06a-4558-85b2-87ecf4dfc32a" providerId="ADAL" clId="{C69D5906-29C8-5649-839C-43FCD22D0BDB}" dt="2026-09-16T13:16:54.026" v="1222" actId="1076"/>
        <pc:sldMkLst>
          <pc:docMk/>
          <pc:sldMk cId="1139653655" sldId="2147483538"/>
        </pc:sldMkLst>
        <pc:spChg chg="mod">
          <ac:chgData name="Nileshsarjerao Gaikwad" userId="0f75e465-d06a-4558-85b2-87ecf4dfc32a" providerId="ADAL" clId="{C69D5906-29C8-5649-839C-43FCD22D0BDB}" dt="2026-09-16T13:16:15.858" v="1214" actId="403"/>
          <ac:spMkLst>
            <pc:docMk/>
            <pc:sldMk cId="1139653655" sldId="2147483538"/>
            <ac:spMk id="7" creationId="{00000000-0000-0000-0000-000000000000}"/>
          </ac:spMkLst>
        </pc:spChg>
        <pc:spChg chg="mod">
          <ac:chgData name="Nileshsarjerao Gaikwad" userId="0f75e465-d06a-4558-85b2-87ecf4dfc32a" providerId="ADAL" clId="{C69D5906-29C8-5649-839C-43FCD22D0BDB}" dt="2026-09-16T13:16:15.858" v="1214" actId="403"/>
          <ac:spMkLst>
            <pc:docMk/>
            <pc:sldMk cId="1139653655" sldId="2147483538"/>
            <ac:spMk id="8" creationId="{00000000-0000-0000-0000-000000000000}"/>
          </ac:spMkLst>
        </pc:spChg>
        <pc:spChg chg="mod">
          <ac:chgData name="Nileshsarjerao Gaikwad" userId="0f75e465-d06a-4558-85b2-87ecf4dfc32a" providerId="ADAL" clId="{C69D5906-29C8-5649-839C-43FCD22D0BDB}" dt="2026-09-16T13:16:15.858" v="1214" actId="403"/>
          <ac:spMkLst>
            <pc:docMk/>
            <pc:sldMk cId="1139653655" sldId="2147483538"/>
            <ac:spMk id="9" creationId="{00000000-0000-0000-0000-000000000000}"/>
          </ac:spMkLst>
        </pc:spChg>
        <pc:spChg chg="mod">
          <ac:chgData name="Nileshsarjerao Gaikwad" userId="0f75e465-d06a-4558-85b2-87ecf4dfc32a" providerId="ADAL" clId="{C69D5906-29C8-5649-839C-43FCD22D0BDB}" dt="2026-09-16T13:16:43.660" v="1219" actId="207"/>
          <ac:spMkLst>
            <pc:docMk/>
            <pc:sldMk cId="1139653655" sldId="2147483538"/>
            <ac:spMk id="10" creationId="{00000000-0000-0000-0000-000000000000}"/>
          </ac:spMkLst>
        </pc:spChg>
        <pc:spChg chg="mod">
          <ac:chgData name="Nileshsarjerao Gaikwad" userId="0f75e465-d06a-4558-85b2-87ecf4dfc32a" providerId="ADAL" clId="{C69D5906-29C8-5649-839C-43FCD22D0BDB}" dt="2026-09-16T13:16:33.573" v="1218" actId="207"/>
          <ac:spMkLst>
            <pc:docMk/>
            <pc:sldMk cId="1139653655" sldId="2147483538"/>
            <ac:spMk id="11" creationId="{00000000-0000-0000-0000-000000000000}"/>
          </ac:spMkLst>
        </pc:spChg>
        <pc:spChg chg="mod">
          <ac:chgData name="Nileshsarjerao Gaikwad" userId="0f75e465-d06a-4558-85b2-87ecf4dfc32a" providerId="ADAL" clId="{C69D5906-29C8-5649-839C-43FCD22D0BDB}" dt="2026-09-16T13:16:50.140" v="1221" actId="14100"/>
          <ac:spMkLst>
            <pc:docMk/>
            <pc:sldMk cId="1139653655" sldId="2147483538"/>
            <ac:spMk id="12" creationId="{00000000-0000-0000-0000-000000000000}"/>
          </ac:spMkLst>
        </pc:spChg>
        <pc:spChg chg="mod">
          <ac:chgData name="Nileshsarjerao Gaikwad" userId="0f75e465-d06a-4558-85b2-87ecf4dfc32a" providerId="ADAL" clId="{C69D5906-29C8-5649-839C-43FCD22D0BDB}" dt="2026-09-16T13:16:43.660" v="1219" actId="207"/>
          <ac:spMkLst>
            <pc:docMk/>
            <pc:sldMk cId="1139653655" sldId="2147483538"/>
            <ac:spMk id="14" creationId="{00000000-0000-0000-0000-000000000000}"/>
          </ac:spMkLst>
        </pc:spChg>
        <pc:spChg chg="mod">
          <ac:chgData name="Nileshsarjerao Gaikwad" userId="0f75e465-d06a-4558-85b2-87ecf4dfc32a" providerId="ADAL" clId="{C69D5906-29C8-5649-839C-43FCD22D0BDB}" dt="2026-09-16T13:16:33.573" v="1218" actId="207"/>
          <ac:spMkLst>
            <pc:docMk/>
            <pc:sldMk cId="1139653655" sldId="2147483538"/>
            <ac:spMk id="15" creationId="{00000000-0000-0000-0000-000000000000}"/>
          </ac:spMkLst>
        </pc:spChg>
        <pc:spChg chg="mod">
          <ac:chgData name="Nileshsarjerao Gaikwad" userId="0f75e465-d06a-4558-85b2-87ecf4dfc32a" providerId="ADAL" clId="{C69D5906-29C8-5649-839C-43FCD22D0BDB}" dt="2026-09-16T13:16:50.140" v="1221" actId="14100"/>
          <ac:spMkLst>
            <pc:docMk/>
            <pc:sldMk cId="1139653655" sldId="2147483538"/>
            <ac:spMk id="16" creationId="{00000000-0000-0000-0000-000000000000}"/>
          </ac:spMkLst>
        </pc:spChg>
        <pc:spChg chg="mod">
          <ac:chgData name="Nileshsarjerao Gaikwad" userId="0f75e465-d06a-4558-85b2-87ecf4dfc32a" providerId="ADAL" clId="{C69D5906-29C8-5649-839C-43FCD22D0BDB}" dt="2026-09-16T13:16:43.660" v="1219" actId="207"/>
          <ac:spMkLst>
            <pc:docMk/>
            <pc:sldMk cId="1139653655" sldId="2147483538"/>
            <ac:spMk id="18" creationId="{00000000-0000-0000-0000-000000000000}"/>
          </ac:spMkLst>
        </pc:spChg>
        <pc:spChg chg="mod">
          <ac:chgData name="Nileshsarjerao Gaikwad" userId="0f75e465-d06a-4558-85b2-87ecf4dfc32a" providerId="ADAL" clId="{C69D5906-29C8-5649-839C-43FCD22D0BDB}" dt="2026-09-16T13:16:33.573" v="1218" actId="207"/>
          <ac:spMkLst>
            <pc:docMk/>
            <pc:sldMk cId="1139653655" sldId="2147483538"/>
            <ac:spMk id="19" creationId="{00000000-0000-0000-0000-000000000000}"/>
          </ac:spMkLst>
        </pc:spChg>
        <pc:spChg chg="mod">
          <ac:chgData name="Nileshsarjerao Gaikwad" userId="0f75e465-d06a-4558-85b2-87ecf4dfc32a" providerId="ADAL" clId="{C69D5906-29C8-5649-839C-43FCD22D0BDB}" dt="2026-09-16T13:16:50.140" v="1221" actId="14100"/>
          <ac:spMkLst>
            <pc:docMk/>
            <pc:sldMk cId="1139653655" sldId="2147483538"/>
            <ac:spMk id="20" creationId="{00000000-0000-0000-0000-000000000000}"/>
          </ac:spMkLst>
        </pc:spChg>
        <pc:spChg chg="mod">
          <ac:chgData name="Nileshsarjerao Gaikwad" userId="0f75e465-d06a-4558-85b2-87ecf4dfc32a" providerId="ADAL" clId="{C69D5906-29C8-5649-839C-43FCD22D0BDB}" dt="2026-09-16T13:16:43.660" v="1219" actId="207"/>
          <ac:spMkLst>
            <pc:docMk/>
            <pc:sldMk cId="1139653655" sldId="2147483538"/>
            <ac:spMk id="22" creationId="{00000000-0000-0000-0000-000000000000}"/>
          </ac:spMkLst>
        </pc:spChg>
        <pc:spChg chg="mod">
          <ac:chgData name="Nileshsarjerao Gaikwad" userId="0f75e465-d06a-4558-85b2-87ecf4dfc32a" providerId="ADAL" clId="{C69D5906-29C8-5649-839C-43FCD22D0BDB}" dt="2026-09-16T13:16:33.573" v="1218" actId="207"/>
          <ac:spMkLst>
            <pc:docMk/>
            <pc:sldMk cId="1139653655" sldId="2147483538"/>
            <ac:spMk id="23" creationId="{00000000-0000-0000-0000-000000000000}"/>
          </ac:spMkLst>
        </pc:spChg>
        <pc:spChg chg="mod">
          <ac:chgData name="Nileshsarjerao Gaikwad" userId="0f75e465-d06a-4558-85b2-87ecf4dfc32a" providerId="ADAL" clId="{C69D5906-29C8-5649-839C-43FCD22D0BDB}" dt="2026-09-16T13:16:50.140" v="1221" actId="14100"/>
          <ac:spMkLst>
            <pc:docMk/>
            <pc:sldMk cId="1139653655" sldId="2147483538"/>
            <ac:spMk id="24" creationId="{00000000-0000-0000-0000-000000000000}"/>
          </ac:spMkLst>
        </pc:spChg>
        <pc:spChg chg="mod">
          <ac:chgData name="Nileshsarjerao Gaikwad" userId="0f75e465-d06a-4558-85b2-87ecf4dfc32a" providerId="ADAL" clId="{C69D5906-29C8-5649-839C-43FCD22D0BDB}" dt="2026-09-16T13:16:43.660" v="1219" actId="207"/>
          <ac:spMkLst>
            <pc:docMk/>
            <pc:sldMk cId="1139653655" sldId="2147483538"/>
            <ac:spMk id="26" creationId="{00000000-0000-0000-0000-000000000000}"/>
          </ac:spMkLst>
        </pc:spChg>
        <pc:spChg chg="mod">
          <ac:chgData name="Nileshsarjerao Gaikwad" userId="0f75e465-d06a-4558-85b2-87ecf4dfc32a" providerId="ADAL" clId="{C69D5906-29C8-5649-839C-43FCD22D0BDB}" dt="2026-09-16T13:16:33.573" v="1218" actId="207"/>
          <ac:spMkLst>
            <pc:docMk/>
            <pc:sldMk cId="1139653655" sldId="2147483538"/>
            <ac:spMk id="27" creationId="{00000000-0000-0000-0000-000000000000}"/>
          </ac:spMkLst>
        </pc:spChg>
        <pc:spChg chg="mod">
          <ac:chgData name="Nileshsarjerao Gaikwad" userId="0f75e465-d06a-4558-85b2-87ecf4dfc32a" providerId="ADAL" clId="{C69D5906-29C8-5649-839C-43FCD22D0BDB}" dt="2026-09-16T13:16:50.140" v="1221" actId="14100"/>
          <ac:spMkLst>
            <pc:docMk/>
            <pc:sldMk cId="1139653655" sldId="2147483538"/>
            <ac:spMk id="28" creationId="{00000000-0000-0000-0000-000000000000}"/>
          </ac:spMkLst>
        </pc:spChg>
        <pc:spChg chg="mod">
          <ac:chgData name="Nileshsarjerao Gaikwad" userId="0f75e465-d06a-4558-85b2-87ecf4dfc32a" providerId="ADAL" clId="{C69D5906-29C8-5649-839C-43FCD22D0BDB}" dt="2026-09-16T13:16:43.660" v="1219" actId="207"/>
          <ac:spMkLst>
            <pc:docMk/>
            <pc:sldMk cId="1139653655" sldId="2147483538"/>
            <ac:spMk id="30" creationId="{00000000-0000-0000-0000-000000000000}"/>
          </ac:spMkLst>
        </pc:spChg>
        <pc:spChg chg="mod">
          <ac:chgData name="Nileshsarjerao Gaikwad" userId="0f75e465-d06a-4558-85b2-87ecf4dfc32a" providerId="ADAL" clId="{C69D5906-29C8-5649-839C-43FCD22D0BDB}" dt="2026-09-16T13:16:33.573" v="1218" actId="207"/>
          <ac:spMkLst>
            <pc:docMk/>
            <pc:sldMk cId="1139653655" sldId="2147483538"/>
            <ac:spMk id="31" creationId="{00000000-0000-0000-0000-000000000000}"/>
          </ac:spMkLst>
        </pc:spChg>
        <pc:spChg chg="mod">
          <ac:chgData name="Nileshsarjerao Gaikwad" userId="0f75e465-d06a-4558-85b2-87ecf4dfc32a" providerId="ADAL" clId="{C69D5906-29C8-5649-839C-43FCD22D0BDB}" dt="2026-09-16T13:16:50.140" v="1221" actId="14100"/>
          <ac:spMkLst>
            <pc:docMk/>
            <pc:sldMk cId="1139653655" sldId="2147483538"/>
            <ac:spMk id="32" creationId="{00000000-0000-0000-0000-000000000000}"/>
          </ac:spMkLst>
        </pc:spChg>
        <pc:spChg chg="add mod ord">
          <ac:chgData name="Nileshsarjerao Gaikwad" userId="0f75e465-d06a-4558-85b2-87ecf4dfc32a" providerId="ADAL" clId="{C69D5906-29C8-5649-839C-43FCD22D0BDB}" dt="2026-09-16T13:10:31.468" v="1105" actId="207"/>
          <ac:spMkLst>
            <pc:docMk/>
            <pc:sldMk cId="1139653655" sldId="2147483538"/>
            <ac:spMk id="35" creationId="{01C21764-457C-B109-4DF1-9A03B6961A09}"/>
          </ac:spMkLst>
        </pc:spChg>
        <pc:spChg chg="add mod">
          <ac:chgData name="Nileshsarjerao Gaikwad" userId="0f75e465-d06a-4558-85b2-87ecf4dfc32a" providerId="ADAL" clId="{C69D5906-29C8-5649-839C-43FCD22D0BDB}" dt="2026-09-16T13:10:45.883" v="1109" actId="207"/>
          <ac:spMkLst>
            <pc:docMk/>
            <pc:sldMk cId="1139653655" sldId="2147483538"/>
            <ac:spMk id="36" creationId="{75980BFF-7AAF-6479-CBB7-8FCE6FD10851}"/>
          </ac:spMkLst>
        </pc:spChg>
        <pc:spChg chg="add mod">
          <ac:chgData name="Nileshsarjerao Gaikwad" userId="0f75e465-d06a-4558-85b2-87ecf4dfc32a" providerId="ADAL" clId="{C69D5906-29C8-5649-839C-43FCD22D0BDB}" dt="2026-09-16T13:10:38.874" v="1106"/>
          <ac:spMkLst>
            <pc:docMk/>
            <pc:sldMk cId="1139653655" sldId="2147483538"/>
            <ac:spMk id="37" creationId="{D2936C99-CCBE-F70F-E673-132DC2375415}"/>
          </ac:spMkLst>
        </pc:spChg>
        <pc:spChg chg="add mod">
          <ac:chgData name="Nileshsarjerao Gaikwad" userId="0f75e465-d06a-4558-85b2-87ecf4dfc32a" providerId="ADAL" clId="{C69D5906-29C8-5649-839C-43FCD22D0BDB}" dt="2026-09-16T13:16:54.026" v="1222" actId="1076"/>
          <ac:spMkLst>
            <pc:docMk/>
            <pc:sldMk cId="1139653655" sldId="2147483538"/>
            <ac:spMk id="38" creationId="{A30CDBF9-A116-C392-AC19-858356225584}"/>
          </ac:spMkLst>
        </pc:spChg>
        <pc:spChg chg="add mod">
          <ac:chgData name="Nileshsarjerao Gaikwad" userId="0f75e465-d06a-4558-85b2-87ecf4dfc32a" providerId="ADAL" clId="{C69D5906-29C8-5649-839C-43FCD22D0BDB}" dt="2026-09-16T13:14:27.179" v="1161" actId="14100"/>
          <ac:spMkLst>
            <pc:docMk/>
            <pc:sldMk cId="1139653655" sldId="2147483538"/>
            <ac:spMk id="39" creationId="{C36C190E-AB9F-9E43-8592-9BC59E429506}"/>
          </ac:spMkLst>
        </pc:spChg>
        <pc:spChg chg="add mod">
          <ac:chgData name="Nileshsarjerao Gaikwad" userId="0f75e465-d06a-4558-85b2-87ecf4dfc32a" providerId="ADAL" clId="{C69D5906-29C8-5649-839C-43FCD22D0BDB}" dt="2026-09-16T13:15:18.098" v="1169" actId="465"/>
          <ac:spMkLst>
            <pc:docMk/>
            <pc:sldMk cId="1139653655" sldId="2147483538"/>
            <ac:spMk id="40" creationId="{45C0EBE6-8962-21AB-5147-777722DB834D}"/>
          </ac:spMkLst>
        </pc:spChg>
        <pc:spChg chg="add mod">
          <ac:chgData name="Nileshsarjerao Gaikwad" userId="0f75e465-d06a-4558-85b2-87ecf4dfc32a" providerId="ADAL" clId="{C69D5906-29C8-5649-839C-43FCD22D0BDB}" dt="2026-09-16T13:15:18.098" v="1169" actId="465"/>
          <ac:spMkLst>
            <pc:docMk/>
            <pc:sldMk cId="1139653655" sldId="2147483538"/>
            <ac:spMk id="41" creationId="{DDE76D22-1045-C27C-BFB2-181C06B370CC}"/>
          </ac:spMkLst>
        </pc:spChg>
        <pc:spChg chg="add mod">
          <ac:chgData name="Nileshsarjerao Gaikwad" userId="0f75e465-d06a-4558-85b2-87ecf4dfc32a" providerId="ADAL" clId="{C69D5906-29C8-5649-839C-43FCD22D0BDB}" dt="2026-09-16T13:15:18.098" v="1169" actId="465"/>
          <ac:spMkLst>
            <pc:docMk/>
            <pc:sldMk cId="1139653655" sldId="2147483538"/>
            <ac:spMk id="42" creationId="{384CB4CA-C78F-85BE-0FF6-5240541DA327}"/>
          </ac:spMkLst>
        </pc:spChg>
        <pc:spChg chg="add mod">
          <ac:chgData name="Nileshsarjerao Gaikwad" userId="0f75e465-d06a-4558-85b2-87ecf4dfc32a" providerId="ADAL" clId="{C69D5906-29C8-5649-839C-43FCD22D0BDB}" dt="2026-09-16T13:15:18.098" v="1169" actId="465"/>
          <ac:spMkLst>
            <pc:docMk/>
            <pc:sldMk cId="1139653655" sldId="2147483538"/>
            <ac:spMk id="43" creationId="{08034F2A-5700-8865-E690-3BE6A16347A7}"/>
          </ac:spMkLst>
        </pc:spChg>
        <pc:spChg chg="add mod">
          <ac:chgData name="Nileshsarjerao Gaikwad" userId="0f75e465-d06a-4558-85b2-87ecf4dfc32a" providerId="ADAL" clId="{C69D5906-29C8-5649-839C-43FCD22D0BDB}" dt="2026-09-16T13:15:27.452" v="1171" actId="167"/>
          <ac:spMkLst>
            <pc:docMk/>
            <pc:sldMk cId="1139653655" sldId="2147483538"/>
            <ac:spMk id="44" creationId="{16BDBD31-D6E7-1F48-6714-FDC53D79C958}"/>
          </ac:spMkLst>
        </pc:spChg>
      </pc:sldChg>
      <pc:sldChg chg="addSp delSp modSp mod modClrScheme chgLayout">
        <pc:chgData name="Nileshsarjerao Gaikwad" userId="0f75e465-d06a-4558-85b2-87ecf4dfc32a" providerId="ADAL" clId="{C69D5906-29C8-5649-839C-43FCD22D0BDB}" dt="2026-09-16T13:23:22.634" v="1300" actId="478"/>
        <pc:sldMkLst>
          <pc:docMk/>
          <pc:sldMk cId="995910998" sldId="2147483539"/>
        </pc:sldMkLst>
        <pc:spChg chg="mod">
          <ac:chgData name="Nileshsarjerao Gaikwad" userId="0f75e465-d06a-4558-85b2-87ecf4dfc32a" providerId="ADAL" clId="{C69D5906-29C8-5649-839C-43FCD22D0BDB}" dt="2026-09-16T13:21:04.167" v="1268" actId="404"/>
          <ac:spMkLst>
            <pc:docMk/>
            <pc:sldMk cId="995910998" sldId="2147483539"/>
            <ac:spMk id="7" creationId="{00000000-0000-0000-0000-000000000000}"/>
          </ac:spMkLst>
        </pc:spChg>
        <pc:spChg chg="mod">
          <ac:chgData name="Nileshsarjerao Gaikwad" userId="0f75e465-d06a-4558-85b2-87ecf4dfc32a" providerId="ADAL" clId="{C69D5906-29C8-5649-839C-43FCD22D0BDB}" dt="2026-09-16T13:20:27.384" v="1260" actId="14100"/>
          <ac:spMkLst>
            <pc:docMk/>
            <pc:sldMk cId="995910998" sldId="2147483539"/>
            <ac:spMk id="9" creationId="{00000000-0000-0000-0000-000000000000}"/>
          </ac:spMkLst>
        </pc:spChg>
        <pc:spChg chg="mod">
          <ac:chgData name="Nileshsarjerao Gaikwad" userId="0f75e465-d06a-4558-85b2-87ecf4dfc32a" providerId="ADAL" clId="{C69D5906-29C8-5649-839C-43FCD22D0BDB}" dt="2026-09-16T13:20:36.150" v="1263" actId="1076"/>
          <ac:spMkLst>
            <pc:docMk/>
            <pc:sldMk cId="995910998" sldId="2147483539"/>
            <ac:spMk id="10" creationId="{00000000-0000-0000-0000-000000000000}"/>
          </ac:spMkLst>
        </pc:spChg>
        <pc:spChg chg="mod">
          <ac:chgData name="Nileshsarjerao Gaikwad" userId="0f75e465-d06a-4558-85b2-87ecf4dfc32a" providerId="ADAL" clId="{C69D5906-29C8-5649-839C-43FCD22D0BDB}" dt="2026-09-16T13:21:04.167" v="1268" actId="404"/>
          <ac:spMkLst>
            <pc:docMk/>
            <pc:sldMk cId="995910998" sldId="2147483539"/>
            <ac:spMk id="11" creationId="{00000000-0000-0000-0000-000000000000}"/>
          </ac:spMkLst>
        </pc:spChg>
        <pc:spChg chg="mod">
          <ac:chgData name="Nileshsarjerao Gaikwad" userId="0f75e465-d06a-4558-85b2-87ecf4dfc32a" providerId="ADAL" clId="{C69D5906-29C8-5649-839C-43FCD22D0BDB}" dt="2026-09-16T13:20:31.458" v="1262" actId="20577"/>
          <ac:spMkLst>
            <pc:docMk/>
            <pc:sldMk cId="995910998" sldId="2147483539"/>
            <ac:spMk id="13" creationId="{00000000-0000-0000-0000-000000000000}"/>
          </ac:spMkLst>
        </pc:spChg>
        <pc:spChg chg="mod">
          <ac:chgData name="Nileshsarjerao Gaikwad" userId="0f75e465-d06a-4558-85b2-87ecf4dfc32a" providerId="ADAL" clId="{C69D5906-29C8-5649-839C-43FCD22D0BDB}" dt="2026-09-16T13:20:36.150" v="1263" actId="1076"/>
          <ac:spMkLst>
            <pc:docMk/>
            <pc:sldMk cId="995910998" sldId="2147483539"/>
            <ac:spMk id="14" creationId="{00000000-0000-0000-0000-000000000000}"/>
          </ac:spMkLst>
        </pc:spChg>
        <pc:spChg chg="mod">
          <ac:chgData name="Nileshsarjerao Gaikwad" userId="0f75e465-d06a-4558-85b2-87ecf4dfc32a" providerId="ADAL" clId="{C69D5906-29C8-5649-839C-43FCD22D0BDB}" dt="2026-09-16T13:21:04.167" v="1268" actId="404"/>
          <ac:spMkLst>
            <pc:docMk/>
            <pc:sldMk cId="995910998" sldId="2147483539"/>
            <ac:spMk id="15" creationId="{00000000-0000-0000-0000-000000000000}"/>
          </ac:spMkLst>
        </pc:spChg>
        <pc:spChg chg="mod">
          <ac:chgData name="Nileshsarjerao Gaikwad" userId="0f75e465-d06a-4558-85b2-87ecf4dfc32a" providerId="ADAL" clId="{C69D5906-29C8-5649-839C-43FCD22D0BDB}" dt="2026-09-16T13:20:27.384" v="1260" actId="14100"/>
          <ac:spMkLst>
            <pc:docMk/>
            <pc:sldMk cId="995910998" sldId="2147483539"/>
            <ac:spMk id="17" creationId="{00000000-0000-0000-0000-000000000000}"/>
          </ac:spMkLst>
        </pc:spChg>
        <pc:spChg chg="mod">
          <ac:chgData name="Nileshsarjerao Gaikwad" userId="0f75e465-d06a-4558-85b2-87ecf4dfc32a" providerId="ADAL" clId="{C69D5906-29C8-5649-839C-43FCD22D0BDB}" dt="2026-09-16T13:20:36.150" v="1263" actId="1076"/>
          <ac:spMkLst>
            <pc:docMk/>
            <pc:sldMk cId="995910998" sldId="2147483539"/>
            <ac:spMk id="18" creationId="{00000000-0000-0000-0000-000000000000}"/>
          </ac:spMkLst>
        </pc:spChg>
        <pc:spChg chg="add mod ord">
          <ac:chgData name="Nileshsarjerao Gaikwad" userId="0f75e465-d06a-4558-85b2-87ecf4dfc32a" providerId="ADAL" clId="{C69D5906-29C8-5649-839C-43FCD22D0BDB}" dt="2026-09-16T13:17:40.223" v="1236" actId="207"/>
          <ac:spMkLst>
            <pc:docMk/>
            <pc:sldMk cId="995910998" sldId="2147483539"/>
            <ac:spMk id="23" creationId="{F7C948E5-9C3C-2153-AD0D-3507328FA3A2}"/>
          </ac:spMkLst>
        </pc:spChg>
        <pc:spChg chg="add mod">
          <ac:chgData name="Nileshsarjerao Gaikwad" userId="0f75e465-d06a-4558-85b2-87ecf4dfc32a" providerId="ADAL" clId="{C69D5906-29C8-5649-839C-43FCD22D0BDB}" dt="2026-09-16T13:17:58.631" v="1241" actId="207"/>
          <ac:spMkLst>
            <pc:docMk/>
            <pc:sldMk cId="995910998" sldId="2147483539"/>
            <ac:spMk id="24" creationId="{56B7A75E-574C-E7BC-3567-8180FCCC8237}"/>
          </ac:spMkLst>
        </pc:spChg>
        <pc:spChg chg="add mod">
          <ac:chgData name="Nileshsarjerao Gaikwad" userId="0f75e465-d06a-4558-85b2-87ecf4dfc32a" providerId="ADAL" clId="{C69D5906-29C8-5649-839C-43FCD22D0BDB}" dt="2026-09-16T13:17:47.769" v="1237"/>
          <ac:spMkLst>
            <pc:docMk/>
            <pc:sldMk cId="995910998" sldId="2147483539"/>
            <ac:spMk id="25" creationId="{A5AA166E-9AA3-D49B-4C3D-FFF0B8A60936}"/>
          </ac:spMkLst>
        </pc:spChg>
        <pc:spChg chg="add mod">
          <ac:chgData name="Nileshsarjerao Gaikwad" userId="0f75e465-d06a-4558-85b2-87ecf4dfc32a" providerId="ADAL" clId="{C69D5906-29C8-5649-839C-43FCD22D0BDB}" dt="2026-09-16T13:19:48.593" v="1249" actId="14100"/>
          <ac:spMkLst>
            <pc:docMk/>
            <pc:sldMk cId="995910998" sldId="2147483539"/>
            <ac:spMk id="26" creationId="{F428CDE1-C3ED-2686-3C0C-FDE7E1A821C3}"/>
          </ac:spMkLst>
        </pc:spChg>
        <pc:spChg chg="add mod">
          <ac:chgData name="Nileshsarjerao Gaikwad" userId="0f75e465-d06a-4558-85b2-87ecf4dfc32a" providerId="ADAL" clId="{C69D5906-29C8-5649-839C-43FCD22D0BDB}" dt="2026-09-16T13:19:48.593" v="1249" actId="14100"/>
          <ac:spMkLst>
            <pc:docMk/>
            <pc:sldMk cId="995910998" sldId="2147483539"/>
            <ac:spMk id="27" creationId="{0371CC78-80C9-B882-4C5E-F270EE24455F}"/>
          </ac:spMkLst>
        </pc:spChg>
        <pc:spChg chg="add mod">
          <ac:chgData name="Nileshsarjerao Gaikwad" userId="0f75e465-d06a-4558-85b2-87ecf4dfc32a" providerId="ADAL" clId="{C69D5906-29C8-5649-839C-43FCD22D0BDB}" dt="2026-09-16T13:19:48.593" v="1249" actId="14100"/>
          <ac:spMkLst>
            <pc:docMk/>
            <pc:sldMk cId="995910998" sldId="2147483539"/>
            <ac:spMk id="28" creationId="{5EAB66BE-8C37-E0DF-AB8C-975938AF681D}"/>
          </ac:spMkLst>
        </pc:spChg>
        <pc:spChg chg="add mod">
          <ac:chgData name="Nileshsarjerao Gaikwad" userId="0f75e465-d06a-4558-85b2-87ecf4dfc32a" providerId="ADAL" clId="{C69D5906-29C8-5649-839C-43FCD22D0BDB}" dt="2026-09-16T13:23:17.601" v="1299" actId="1076"/>
          <ac:spMkLst>
            <pc:docMk/>
            <pc:sldMk cId="995910998" sldId="2147483539"/>
            <ac:spMk id="29" creationId="{8D2E058D-D1BB-ABA3-180A-7B5F53070A25}"/>
          </ac:spMkLst>
        </pc:spChg>
        <pc:spChg chg="add mod">
          <ac:chgData name="Nileshsarjerao Gaikwad" userId="0f75e465-d06a-4558-85b2-87ecf4dfc32a" providerId="ADAL" clId="{C69D5906-29C8-5649-839C-43FCD22D0BDB}" dt="2026-09-16T13:23:02.429" v="1297" actId="1076"/>
          <ac:spMkLst>
            <pc:docMk/>
            <pc:sldMk cId="995910998" sldId="2147483539"/>
            <ac:spMk id="30" creationId="{5A394F81-B8F0-F54C-63E7-EEA8D8E6FC3E}"/>
          </ac:spMkLst>
        </pc:spChg>
      </pc:sldChg>
      <pc:sldChg chg="addSp delSp modSp mod modClrScheme chgLayout">
        <pc:chgData name="Nileshsarjerao Gaikwad" userId="0f75e465-d06a-4558-85b2-87ecf4dfc32a" providerId="ADAL" clId="{C69D5906-29C8-5649-839C-43FCD22D0BDB}" dt="2026-09-16T13:32:38.067" v="1413" actId="478"/>
        <pc:sldMkLst>
          <pc:docMk/>
          <pc:sldMk cId="840916372" sldId="2147483540"/>
        </pc:sldMkLst>
        <pc:spChg chg="mod">
          <ac:chgData name="Nileshsarjerao Gaikwad" userId="0f75e465-d06a-4558-85b2-87ecf4dfc32a" providerId="ADAL" clId="{C69D5906-29C8-5649-839C-43FCD22D0BDB}" dt="2026-09-16T13:31:39.193" v="1402" actId="1076"/>
          <ac:spMkLst>
            <pc:docMk/>
            <pc:sldMk cId="840916372" sldId="2147483540"/>
            <ac:spMk id="7" creationId="{00000000-0000-0000-0000-000000000000}"/>
          </ac:spMkLst>
        </pc:spChg>
        <pc:spChg chg="mod">
          <ac:chgData name="Nileshsarjerao Gaikwad" userId="0f75e465-d06a-4558-85b2-87ecf4dfc32a" providerId="ADAL" clId="{C69D5906-29C8-5649-839C-43FCD22D0BDB}" dt="2026-09-16T13:31:39.193" v="1402" actId="1076"/>
          <ac:spMkLst>
            <pc:docMk/>
            <pc:sldMk cId="840916372" sldId="2147483540"/>
            <ac:spMk id="8" creationId="{00000000-0000-0000-0000-000000000000}"/>
          </ac:spMkLst>
        </pc:spChg>
        <pc:spChg chg="mod">
          <ac:chgData name="Nileshsarjerao Gaikwad" userId="0f75e465-d06a-4558-85b2-87ecf4dfc32a" providerId="ADAL" clId="{C69D5906-29C8-5649-839C-43FCD22D0BDB}" dt="2026-09-16T13:31:39.193" v="1402" actId="1076"/>
          <ac:spMkLst>
            <pc:docMk/>
            <pc:sldMk cId="840916372" sldId="2147483540"/>
            <ac:spMk id="10" creationId="{00000000-0000-0000-0000-000000000000}"/>
          </ac:spMkLst>
        </pc:spChg>
        <pc:spChg chg="mod">
          <ac:chgData name="Nileshsarjerao Gaikwad" userId="0f75e465-d06a-4558-85b2-87ecf4dfc32a" providerId="ADAL" clId="{C69D5906-29C8-5649-839C-43FCD22D0BDB}" dt="2026-09-16T13:31:39.193" v="1402" actId="1076"/>
          <ac:spMkLst>
            <pc:docMk/>
            <pc:sldMk cId="840916372" sldId="2147483540"/>
            <ac:spMk id="11" creationId="{00000000-0000-0000-0000-000000000000}"/>
          </ac:spMkLst>
        </pc:spChg>
        <pc:spChg chg="add mod ord">
          <ac:chgData name="Nileshsarjerao Gaikwad" userId="0f75e465-d06a-4558-85b2-87ecf4dfc32a" providerId="ADAL" clId="{C69D5906-29C8-5649-839C-43FCD22D0BDB}" dt="2026-09-16T13:29:49.129" v="1373" actId="207"/>
          <ac:spMkLst>
            <pc:docMk/>
            <pc:sldMk cId="840916372" sldId="2147483540"/>
            <ac:spMk id="15" creationId="{571EB2DD-8805-BE7A-9C9F-1DFBC94ED319}"/>
          </ac:spMkLst>
        </pc:spChg>
        <pc:spChg chg="add mod">
          <ac:chgData name="Nileshsarjerao Gaikwad" userId="0f75e465-d06a-4558-85b2-87ecf4dfc32a" providerId="ADAL" clId="{C69D5906-29C8-5649-839C-43FCD22D0BDB}" dt="2026-09-16T13:30:05.456" v="1378" actId="207"/>
          <ac:spMkLst>
            <pc:docMk/>
            <pc:sldMk cId="840916372" sldId="2147483540"/>
            <ac:spMk id="16" creationId="{4E848F36-6774-5B74-B3A2-0D273F0DA651}"/>
          </ac:spMkLst>
        </pc:spChg>
        <pc:spChg chg="add mod">
          <ac:chgData name="Nileshsarjerao Gaikwad" userId="0f75e465-d06a-4558-85b2-87ecf4dfc32a" providerId="ADAL" clId="{C69D5906-29C8-5649-839C-43FCD22D0BDB}" dt="2026-09-16T13:29:56.773" v="1374"/>
          <ac:spMkLst>
            <pc:docMk/>
            <pc:sldMk cId="840916372" sldId="2147483540"/>
            <ac:spMk id="17" creationId="{61CFDD34-9499-B3AB-5737-3379AEB430E6}"/>
          </ac:spMkLst>
        </pc:spChg>
        <pc:spChg chg="add mod">
          <ac:chgData name="Nileshsarjerao Gaikwad" userId="0f75e465-d06a-4558-85b2-87ecf4dfc32a" providerId="ADAL" clId="{C69D5906-29C8-5649-839C-43FCD22D0BDB}" dt="2026-09-16T13:31:39.193" v="1402" actId="1076"/>
          <ac:spMkLst>
            <pc:docMk/>
            <pc:sldMk cId="840916372" sldId="2147483540"/>
            <ac:spMk id="18" creationId="{2E301A6C-B49C-22E3-FD7C-961B025D1A81}"/>
          </ac:spMkLst>
        </pc:spChg>
        <pc:spChg chg="add mod">
          <ac:chgData name="Nileshsarjerao Gaikwad" userId="0f75e465-d06a-4558-85b2-87ecf4dfc32a" providerId="ADAL" clId="{C69D5906-29C8-5649-839C-43FCD22D0BDB}" dt="2026-09-16T13:31:39.193" v="1402" actId="1076"/>
          <ac:spMkLst>
            <pc:docMk/>
            <pc:sldMk cId="840916372" sldId="2147483540"/>
            <ac:spMk id="19" creationId="{B4DF28CC-C161-FE69-1FF4-F39E5C3C021E}"/>
          </ac:spMkLst>
        </pc:spChg>
        <pc:spChg chg="add mod">
          <ac:chgData name="Nileshsarjerao Gaikwad" userId="0f75e465-d06a-4558-85b2-87ecf4dfc32a" providerId="ADAL" clId="{C69D5906-29C8-5649-839C-43FCD22D0BDB}" dt="2026-09-16T13:31:39.193" v="1402" actId="1076"/>
          <ac:spMkLst>
            <pc:docMk/>
            <pc:sldMk cId="840916372" sldId="2147483540"/>
            <ac:spMk id="20" creationId="{F3C9BB00-76A1-270E-E309-B5A7A19C8BBE}"/>
          </ac:spMkLst>
        </pc:spChg>
      </pc:sldChg>
      <pc:sldChg chg="addSp delSp modSp mod setBg modClrScheme chgLayout">
        <pc:chgData name="Nileshsarjerao Gaikwad" userId="0f75e465-d06a-4558-85b2-87ecf4dfc32a" providerId="ADAL" clId="{C69D5906-29C8-5649-839C-43FCD22D0BDB}" dt="2026-09-16T13:51:51.777" v="1653" actId="113"/>
        <pc:sldMkLst>
          <pc:docMk/>
          <pc:sldMk cId="3116598306" sldId="2147483541"/>
        </pc:sldMkLst>
        <pc:spChg chg="mod">
          <ac:chgData name="Nileshsarjerao Gaikwad" userId="0f75e465-d06a-4558-85b2-87ecf4dfc32a" providerId="ADAL" clId="{C69D5906-29C8-5649-839C-43FCD22D0BDB}" dt="2026-09-16T13:51:03.759" v="1637" actId="1076"/>
          <ac:spMkLst>
            <pc:docMk/>
            <pc:sldMk cId="3116598306" sldId="2147483541"/>
            <ac:spMk id="7" creationId="{00000000-0000-0000-0000-000000000000}"/>
          </ac:spMkLst>
        </pc:spChg>
        <pc:spChg chg="mod">
          <ac:chgData name="Nileshsarjerao Gaikwad" userId="0f75e465-d06a-4558-85b2-87ecf4dfc32a" providerId="ADAL" clId="{C69D5906-29C8-5649-839C-43FCD22D0BDB}" dt="2026-09-16T13:51:24.109" v="1641" actId="207"/>
          <ac:spMkLst>
            <pc:docMk/>
            <pc:sldMk cId="3116598306" sldId="2147483541"/>
            <ac:spMk id="8" creationId="{00000000-0000-0000-0000-000000000000}"/>
          </ac:spMkLst>
        </pc:spChg>
        <pc:spChg chg="mod">
          <ac:chgData name="Nileshsarjerao Gaikwad" userId="0f75e465-d06a-4558-85b2-87ecf4dfc32a" providerId="ADAL" clId="{C69D5906-29C8-5649-839C-43FCD22D0BDB}" dt="2026-09-16T13:51:03.759" v="1637" actId="1076"/>
          <ac:spMkLst>
            <pc:docMk/>
            <pc:sldMk cId="3116598306" sldId="2147483541"/>
            <ac:spMk id="10" creationId="{00000000-0000-0000-0000-000000000000}"/>
          </ac:spMkLst>
        </pc:spChg>
        <pc:spChg chg="mod">
          <ac:chgData name="Nileshsarjerao Gaikwad" userId="0f75e465-d06a-4558-85b2-87ecf4dfc32a" providerId="ADAL" clId="{C69D5906-29C8-5649-839C-43FCD22D0BDB}" dt="2026-09-16T13:51:24.109" v="1641" actId="207"/>
          <ac:spMkLst>
            <pc:docMk/>
            <pc:sldMk cId="3116598306" sldId="2147483541"/>
            <ac:spMk id="11" creationId="{00000000-0000-0000-0000-000000000000}"/>
          </ac:spMkLst>
        </pc:spChg>
        <pc:spChg chg="mod">
          <ac:chgData name="Nileshsarjerao Gaikwad" userId="0f75e465-d06a-4558-85b2-87ecf4dfc32a" providerId="ADAL" clId="{C69D5906-29C8-5649-839C-43FCD22D0BDB}" dt="2026-09-16T13:51:32.872" v="1643" actId="21"/>
          <ac:spMkLst>
            <pc:docMk/>
            <pc:sldMk cId="3116598306" sldId="2147483541"/>
            <ac:spMk id="12" creationId="{00000000-0000-0000-0000-000000000000}"/>
          </ac:spMkLst>
        </pc:spChg>
        <pc:spChg chg="mod">
          <ac:chgData name="Nileshsarjerao Gaikwad" userId="0f75e465-d06a-4558-85b2-87ecf4dfc32a" providerId="ADAL" clId="{C69D5906-29C8-5649-839C-43FCD22D0BDB}" dt="2026-09-16T13:51:38.216" v="1645" actId="21"/>
          <ac:spMkLst>
            <pc:docMk/>
            <pc:sldMk cId="3116598306" sldId="2147483541"/>
            <ac:spMk id="13" creationId="{00000000-0000-0000-0000-000000000000}"/>
          </ac:spMkLst>
        </pc:spChg>
        <pc:spChg chg="add mod ord">
          <ac:chgData name="Nileshsarjerao Gaikwad" userId="0f75e465-d06a-4558-85b2-87ecf4dfc32a" providerId="ADAL" clId="{C69D5906-29C8-5649-839C-43FCD22D0BDB}" dt="2026-09-16T13:49:36.728" v="1618" actId="14100"/>
          <ac:spMkLst>
            <pc:docMk/>
            <pc:sldMk cId="3116598306" sldId="2147483541"/>
            <ac:spMk id="15" creationId="{5FD82D34-3826-0B15-1E06-AA549233EF9D}"/>
          </ac:spMkLst>
        </pc:spChg>
        <pc:spChg chg="add mod">
          <ac:chgData name="Nileshsarjerao Gaikwad" userId="0f75e465-d06a-4558-85b2-87ecf4dfc32a" providerId="ADAL" clId="{C69D5906-29C8-5649-839C-43FCD22D0BDB}" dt="2026-09-16T13:51:17.837" v="1639" actId="14100"/>
          <ac:spMkLst>
            <pc:docMk/>
            <pc:sldMk cId="3116598306" sldId="2147483541"/>
            <ac:spMk id="16" creationId="{CDC1DDD6-3246-923F-7AB5-0C82B949EB2B}"/>
          </ac:spMkLst>
        </pc:spChg>
        <pc:spChg chg="add mod">
          <ac:chgData name="Nileshsarjerao Gaikwad" userId="0f75e465-d06a-4558-85b2-87ecf4dfc32a" providerId="ADAL" clId="{C69D5906-29C8-5649-839C-43FCD22D0BDB}" dt="2026-09-16T13:51:17.837" v="1639" actId="14100"/>
          <ac:spMkLst>
            <pc:docMk/>
            <pc:sldMk cId="3116598306" sldId="2147483541"/>
            <ac:spMk id="17" creationId="{EBC0798A-BD3A-B35F-7A48-4623BE30A203}"/>
          </ac:spMkLst>
        </pc:spChg>
        <pc:spChg chg="add mod">
          <ac:chgData name="Nileshsarjerao Gaikwad" userId="0f75e465-d06a-4558-85b2-87ecf4dfc32a" providerId="ADAL" clId="{C69D5906-29C8-5649-839C-43FCD22D0BDB}" dt="2026-09-16T13:51:51.777" v="1653" actId="113"/>
          <ac:spMkLst>
            <pc:docMk/>
            <pc:sldMk cId="3116598306" sldId="2147483541"/>
            <ac:spMk id="18" creationId="{B06F9F5B-01B7-4D5E-2EA0-07642B00E32E}"/>
          </ac:spMkLst>
        </pc:spChg>
        <pc:spChg chg="add mod">
          <ac:chgData name="Nileshsarjerao Gaikwad" userId="0f75e465-d06a-4558-85b2-87ecf4dfc32a" providerId="ADAL" clId="{C69D5906-29C8-5649-839C-43FCD22D0BDB}" dt="2026-09-16T13:50:25.068" v="1625"/>
          <ac:spMkLst>
            <pc:docMk/>
            <pc:sldMk cId="3116598306" sldId="2147483541"/>
            <ac:spMk id="19" creationId="{7D5BD2BA-FE93-588F-FC25-ECF85FB35486}"/>
          </ac:spMkLst>
        </pc:spChg>
        <pc:spChg chg="add mod">
          <ac:chgData name="Nileshsarjerao Gaikwad" userId="0f75e465-d06a-4558-85b2-87ecf4dfc32a" providerId="ADAL" clId="{C69D5906-29C8-5649-839C-43FCD22D0BDB}" dt="2026-09-16T13:50:36.781" v="1629" actId="207"/>
          <ac:spMkLst>
            <pc:docMk/>
            <pc:sldMk cId="3116598306" sldId="2147483541"/>
            <ac:spMk id="20" creationId="{8AE8A94D-BE46-0222-D22C-A978EA53446E}"/>
          </ac:spMkLst>
        </pc:spChg>
      </pc:sldChg>
      <pc:sldChg chg="addSp delSp modSp mod modClrScheme chgLayout">
        <pc:chgData name="Nileshsarjerao Gaikwad" userId="0f75e465-d06a-4558-85b2-87ecf4dfc32a" providerId="ADAL" clId="{C69D5906-29C8-5649-839C-43FCD22D0BDB}" dt="2026-09-16T13:28:48.801" v="1356" actId="478"/>
        <pc:sldMkLst>
          <pc:docMk/>
          <pc:sldMk cId="1720272645" sldId="2147483542"/>
        </pc:sldMkLst>
        <pc:spChg chg="mod">
          <ac:chgData name="Nileshsarjerao Gaikwad" userId="0f75e465-d06a-4558-85b2-87ecf4dfc32a" providerId="ADAL" clId="{C69D5906-29C8-5649-839C-43FCD22D0BDB}" dt="2026-09-16T13:26:26.742" v="1337" actId="207"/>
          <ac:spMkLst>
            <pc:docMk/>
            <pc:sldMk cId="1720272645" sldId="2147483542"/>
            <ac:spMk id="7" creationId="{00000000-0000-0000-0000-000000000000}"/>
          </ac:spMkLst>
        </pc:spChg>
        <pc:spChg chg="mod">
          <ac:chgData name="Nileshsarjerao Gaikwad" userId="0f75e465-d06a-4558-85b2-87ecf4dfc32a" providerId="ADAL" clId="{C69D5906-29C8-5649-839C-43FCD22D0BDB}" dt="2026-09-16T13:26:26.742" v="1337" actId="207"/>
          <ac:spMkLst>
            <pc:docMk/>
            <pc:sldMk cId="1720272645" sldId="2147483542"/>
            <ac:spMk id="8" creationId="{00000000-0000-0000-0000-000000000000}"/>
          </ac:spMkLst>
        </pc:spChg>
        <pc:spChg chg="mod">
          <ac:chgData name="Nileshsarjerao Gaikwad" userId="0f75e465-d06a-4558-85b2-87ecf4dfc32a" providerId="ADAL" clId="{C69D5906-29C8-5649-839C-43FCD22D0BDB}" dt="2026-09-16T13:26:26.742" v="1337" actId="207"/>
          <ac:spMkLst>
            <pc:docMk/>
            <pc:sldMk cId="1720272645" sldId="2147483542"/>
            <ac:spMk id="9" creationId="{00000000-0000-0000-0000-000000000000}"/>
          </ac:spMkLst>
        </pc:spChg>
        <pc:spChg chg="mod">
          <ac:chgData name="Nileshsarjerao Gaikwad" userId="0f75e465-d06a-4558-85b2-87ecf4dfc32a" providerId="ADAL" clId="{C69D5906-29C8-5649-839C-43FCD22D0BDB}" dt="2026-09-16T13:27:52.482" v="1344" actId="1076"/>
          <ac:spMkLst>
            <pc:docMk/>
            <pc:sldMk cId="1720272645" sldId="2147483542"/>
            <ac:spMk id="11" creationId="{00000000-0000-0000-0000-000000000000}"/>
          </ac:spMkLst>
        </pc:spChg>
        <pc:spChg chg="mod">
          <ac:chgData name="Nileshsarjerao Gaikwad" userId="0f75e465-d06a-4558-85b2-87ecf4dfc32a" providerId="ADAL" clId="{C69D5906-29C8-5649-839C-43FCD22D0BDB}" dt="2026-09-16T13:27:52.482" v="1344" actId="1076"/>
          <ac:spMkLst>
            <pc:docMk/>
            <pc:sldMk cId="1720272645" sldId="2147483542"/>
            <ac:spMk id="12" creationId="{00000000-0000-0000-0000-000000000000}"/>
          </ac:spMkLst>
        </pc:spChg>
        <pc:spChg chg="mod">
          <ac:chgData name="Nileshsarjerao Gaikwad" userId="0f75e465-d06a-4558-85b2-87ecf4dfc32a" providerId="ADAL" clId="{C69D5906-29C8-5649-839C-43FCD22D0BDB}" dt="2026-09-16T13:27:52.482" v="1344" actId="1076"/>
          <ac:spMkLst>
            <pc:docMk/>
            <pc:sldMk cId="1720272645" sldId="2147483542"/>
            <ac:spMk id="13" creationId="{00000000-0000-0000-0000-000000000000}"/>
          </ac:spMkLst>
        </pc:spChg>
        <pc:spChg chg="mod">
          <ac:chgData name="Nileshsarjerao Gaikwad" userId="0f75e465-d06a-4558-85b2-87ecf4dfc32a" providerId="ADAL" clId="{C69D5906-29C8-5649-839C-43FCD22D0BDB}" dt="2026-09-16T13:28:00.995" v="1345" actId="1076"/>
          <ac:spMkLst>
            <pc:docMk/>
            <pc:sldMk cId="1720272645" sldId="2147483542"/>
            <ac:spMk id="16" creationId="{00000000-0000-0000-0000-000000000000}"/>
          </ac:spMkLst>
        </pc:spChg>
        <pc:spChg chg="mod">
          <ac:chgData name="Nileshsarjerao Gaikwad" userId="0f75e465-d06a-4558-85b2-87ecf4dfc32a" providerId="ADAL" clId="{C69D5906-29C8-5649-839C-43FCD22D0BDB}" dt="2026-09-16T13:28:00.995" v="1345" actId="1076"/>
          <ac:spMkLst>
            <pc:docMk/>
            <pc:sldMk cId="1720272645" sldId="2147483542"/>
            <ac:spMk id="17" creationId="{00000000-0000-0000-0000-000000000000}"/>
          </ac:spMkLst>
        </pc:spChg>
        <pc:spChg chg="mod">
          <ac:chgData name="Nileshsarjerao Gaikwad" userId="0f75e465-d06a-4558-85b2-87ecf4dfc32a" providerId="ADAL" clId="{C69D5906-29C8-5649-839C-43FCD22D0BDB}" dt="2026-09-16T13:28:00.995" v="1345" actId="1076"/>
          <ac:spMkLst>
            <pc:docMk/>
            <pc:sldMk cId="1720272645" sldId="2147483542"/>
            <ac:spMk id="18" creationId="{00000000-0000-0000-0000-000000000000}"/>
          </ac:spMkLst>
        </pc:spChg>
        <pc:spChg chg="mod">
          <ac:chgData name="Nileshsarjerao Gaikwad" userId="0f75e465-d06a-4558-85b2-87ecf4dfc32a" providerId="ADAL" clId="{C69D5906-29C8-5649-839C-43FCD22D0BDB}" dt="2026-09-16T13:28:07.155" v="1346" actId="1076"/>
          <ac:spMkLst>
            <pc:docMk/>
            <pc:sldMk cId="1720272645" sldId="2147483542"/>
            <ac:spMk id="21" creationId="{00000000-0000-0000-0000-000000000000}"/>
          </ac:spMkLst>
        </pc:spChg>
        <pc:spChg chg="mod">
          <ac:chgData name="Nileshsarjerao Gaikwad" userId="0f75e465-d06a-4558-85b2-87ecf4dfc32a" providerId="ADAL" clId="{C69D5906-29C8-5649-839C-43FCD22D0BDB}" dt="2026-09-16T13:28:07.155" v="1346" actId="1076"/>
          <ac:spMkLst>
            <pc:docMk/>
            <pc:sldMk cId="1720272645" sldId="2147483542"/>
            <ac:spMk id="22" creationId="{00000000-0000-0000-0000-000000000000}"/>
          </ac:spMkLst>
        </pc:spChg>
        <pc:spChg chg="mod">
          <ac:chgData name="Nileshsarjerao Gaikwad" userId="0f75e465-d06a-4558-85b2-87ecf4dfc32a" providerId="ADAL" clId="{C69D5906-29C8-5649-839C-43FCD22D0BDB}" dt="2026-09-16T13:28:07.155" v="1346" actId="1076"/>
          <ac:spMkLst>
            <pc:docMk/>
            <pc:sldMk cId="1720272645" sldId="2147483542"/>
            <ac:spMk id="23" creationId="{00000000-0000-0000-0000-000000000000}"/>
          </ac:spMkLst>
        </pc:spChg>
        <pc:spChg chg="mod">
          <ac:chgData name="Nileshsarjerao Gaikwad" userId="0f75e465-d06a-4558-85b2-87ecf4dfc32a" providerId="ADAL" clId="{C69D5906-29C8-5649-839C-43FCD22D0BDB}" dt="2026-09-16T13:28:11.514" v="1347" actId="1076"/>
          <ac:spMkLst>
            <pc:docMk/>
            <pc:sldMk cId="1720272645" sldId="2147483542"/>
            <ac:spMk id="26" creationId="{00000000-0000-0000-0000-000000000000}"/>
          </ac:spMkLst>
        </pc:spChg>
        <pc:spChg chg="mod">
          <ac:chgData name="Nileshsarjerao Gaikwad" userId="0f75e465-d06a-4558-85b2-87ecf4dfc32a" providerId="ADAL" clId="{C69D5906-29C8-5649-839C-43FCD22D0BDB}" dt="2026-09-16T13:28:11.514" v="1347" actId="1076"/>
          <ac:spMkLst>
            <pc:docMk/>
            <pc:sldMk cId="1720272645" sldId="2147483542"/>
            <ac:spMk id="27" creationId="{00000000-0000-0000-0000-000000000000}"/>
          </ac:spMkLst>
        </pc:spChg>
        <pc:spChg chg="mod">
          <ac:chgData name="Nileshsarjerao Gaikwad" userId="0f75e465-d06a-4558-85b2-87ecf4dfc32a" providerId="ADAL" clId="{C69D5906-29C8-5649-839C-43FCD22D0BDB}" dt="2026-09-16T13:28:11.514" v="1347" actId="1076"/>
          <ac:spMkLst>
            <pc:docMk/>
            <pc:sldMk cId="1720272645" sldId="2147483542"/>
            <ac:spMk id="28" creationId="{00000000-0000-0000-0000-000000000000}"/>
          </ac:spMkLst>
        </pc:spChg>
        <pc:spChg chg="mod">
          <ac:chgData name="Nileshsarjerao Gaikwad" userId="0f75e465-d06a-4558-85b2-87ecf4dfc32a" providerId="ADAL" clId="{C69D5906-29C8-5649-839C-43FCD22D0BDB}" dt="2026-09-16T13:28:17.929" v="1348" actId="1076"/>
          <ac:spMkLst>
            <pc:docMk/>
            <pc:sldMk cId="1720272645" sldId="2147483542"/>
            <ac:spMk id="31" creationId="{00000000-0000-0000-0000-000000000000}"/>
          </ac:spMkLst>
        </pc:spChg>
        <pc:spChg chg="mod">
          <ac:chgData name="Nileshsarjerao Gaikwad" userId="0f75e465-d06a-4558-85b2-87ecf4dfc32a" providerId="ADAL" clId="{C69D5906-29C8-5649-839C-43FCD22D0BDB}" dt="2026-09-16T13:28:17.929" v="1348" actId="1076"/>
          <ac:spMkLst>
            <pc:docMk/>
            <pc:sldMk cId="1720272645" sldId="2147483542"/>
            <ac:spMk id="32" creationId="{00000000-0000-0000-0000-000000000000}"/>
          </ac:spMkLst>
        </pc:spChg>
        <pc:spChg chg="mod">
          <ac:chgData name="Nileshsarjerao Gaikwad" userId="0f75e465-d06a-4558-85b2-87ecf4dfc32a" providerId="ADAL" clId="{C69D5906-29C8-5649-839C-43FCD22D0BDB}" dt="2026-09-16T13:28:17.929" v="1348" actId="1076"/>
          <ac:spMkLst>
            <pc:docMk/>
            <pc:sldMk cId="1720272645" sldId="2147483542"/>
            <ac:spMk id="33" creationId="{00000000-0000-0000-0000-000000000000}"/>
          </ac:spMkLst>
        </pc:spChg>
        <pc:spChg chg="add mod ord">
          <ac:chgData name="Nileshsarjerao Gaikwad" userId="0f75e465-d06a-4558-85b2-87ecf4dfc32a" providerId="ADAL" clId="{C69D5906-29C8-5649-839C-43FCD22D0BDB}" dt="2026-09-16T13:24:01.666" v="1312" actId="14100"/>
          <ac:spMkLst>
            <pc:docMk/>
            <pc:sldMk cId="1720272645" sldId="2147483542"/>
            <ac:spMk id="35" creationId="{30308B9D-41E5-23F2-835A-FB7015789F27}"/>
          </ac:spMkLst>
        </pc:spChg>
        <pc:spChg chg="add mod">
          <ac:chgData name="Nileshsarjerao Gaikwad" userId="0f75e465-d06a-4558-85b2-87ecf4dfc32a" providerId="ADAL" clId="{C69D5906-29C8-5649-839C-43FCD22D0BDB}" dt="2026-09-16T13:24:32.804" v="1318"/>
          <ac:spMkLst>
            <pc:docMk/>
            <pc:sldMk cId="1720272645" sldId="2147483542"/>
            <ac:spMk id="36" creationId="{E720CB9A-7C87-E2D4-DC97-5D452AE1FC9C}"/>
          </ac:spMkLst>
        </pc:spChg>
        <pc:spChg chg="add mod">
          <ac:chgData name="Nileshsarjerao Gaikwad" userId="0f75e465-d06a-4558-85b2-87ecf4dfc32a" providerId="ADAL" clId="{C69D5906-29C8-5649-839C-43FCD22D0BDB}" dt="2026-09-16T13:24:40.937" v="1322" actId="207"/>
          <ac:spMkLst>
            <pc:docMk/>
            <pc:sldMk cId="1720272645" sldId="2147483542"/>
            <ac:spMk id="37" creationId="{74D64E0D-5CDA-3F89-BB0A-FCFBCF048926}"/>
          </ac:spMkLst>
        </pc:spChg>
        <pc:spChg chg="add mod">
          <ac:chgData name="Nileshsarjerao Gaikwad" userId="0f75e465-d06a-4558-85b2-87ecf4dfc32a" providerId="ADAL" clId="{C69D5906-29C8-5649-839C-43FCD22D0BDB}" dt="2026-09-16T13:25:10.648" v="1326" actId="14100"/>
          <ac:spMkLst>
            <pc:docMk/>
            <pc:sldMk cId="1720272645" sldId="2147483542"/>
            <ac:spMk id="38" creationId="{B835D4C4-A30B-0EBB-D305-391C1821DF2A}"/>
          </ac:spMkLst>
        </pc:spChg>
        <pc:spChg chg="add mod">
          <ac:chgData name="Nileshsarjerao Gaikwad" userId="0f75e465-d06a-4558-85b2-87ecf4dfc32a" providerId="ADAL" clId="{C69D5906-29C8-5649-839C-43FCD22D0BDB}" dt="2026-09-16T13:25:20.118" v="1328" actId="465"/>
          <ac:spMkLst>
            <pc:docMk/>
            <pc:sldMk cId="1720272645" sldId="2147483542"/>
            <ac:spMk id="39" creationId="{C7D6774A-A33A-4046-BF7D-E0F1D7060C45}"/>
          </ac:spMkLst>
        </pc:spChg>
        <pc:spChg chg="add mod">
          <ac:chgData name="Nileshsarjerao Gaikwad" userId="0f75e465-d06a-4558-85b2-87ecf4dfc32a" providerId="ADAL" clId="{C69D5906-29C8-5649-839C-43FCD22D0BDB}" dt="2026-09-16T13:25:20.118" v="1328" actId="465"/>
          <ac:spMkLst>
            <pc:docMk/>
            <pc:sldMk cId="1720272645" sldId="2147483542"/>
            <ac:spMk id="40" creationId="{F6FF6CF1-1481-9DD1-840C-39CC8CD12BB0}"/>
          </ac:spMkLst>
        </pc:spChg>
        <pc:spChg chg="add mod">
          <ac:chgData name="Nileshsarjerao Gaikwad" userId="0f75e465-d06a-4558-85b2-87ecf4dfc32a" providerId="ADAL" clId="{C69D5906-29C8-5649-839C-43FCD22D0BDB}" dt="2026-09-16T13:25:20.118" v="1328" actId="465"/>
          <ac:spMkLst>
            <pc:docMk/>
            <pc:sldMk cId="1720272645" sldId="2147483542"/>
            <ac:spMk id="41" creationId="{ABD769D0-BB31-E7BE-08AD-B5A4E495117E}"/>
          </ac:spMkLst>
        </pc:spChg>
        <pc:spChg chg="add mod">
          <ac:chgData name="Nileshsarjerao Gaikwad" userId="0f75e465-d06a-4558-85b2-87ecf4dfc32a" providerId="ADAL" clId="{C69D5906-29C8-5649-839C-43FCD22D0BDB}" dt="2026-09-16T13:25:13.174" v="1327" actId="1076"/>
          <ac:spMkLst>
            <pc:docMk/>
            <pc:sldMk cId="1720272645" sldId="2147483542"/>
            <ac:spMk id="42" creationId="{9C13FED8-2B45-1927-C242-E90DF9ACE120}"/>
          </ac:spMkLst>
        </pc:spChg>
        <pc:spChg chg="add mod">
          <ac:chgData name="Nileshsarjerao Gaikwad" userId="0f75e465-d06a-4558-85b2-87ecf4dfc32a" providerId="ADAL" clId="{C69D5906-29C8-5649-839C-43FCD22D0BDB}" dt="2026-09-16T13:28:44.965" v="1355" actId="207"/>
          <ac:spMkLst>
            <pc:docMk/>
            <pc:sldMk cId="1720272645" sldId="2147483542"/>
            <ac:spMk id="43" creationId="{687A45F2-600E-E1BA-F875-B1E49CCC2E06}"/>
          </ac:spMkLst>
        </pc:spChg>
      </pc:sldChg>
      <pc:sldChg chg="addSp delSp modSp mod modClrScheme chgLayout">
        <pc:chgData name="Nileshsarjerao Gaikwad" userId="0f75e465-d06a-4558-85b2-87ecf4dfc32a" providerId="ADAL" clId="{C69D5906-29C8-5649-839C-43FCD22D0BDB}" dt="2026-09-16T13:45:13.362" v="1550" actId="404"/>
        <pc:sldMkLst>
          <pc:docMk/>
          <pc:sldMk cId="3661146521" sldId="2147483543"/>
        </pc:sldMkLst>
        <pc:spChg chg="mod">
          <ac:chgData name="Nileshsarjerao Gaikwad" userId="0f75e465-d06a-4558-85b2-87ecf4dfc32a" providerId="ADAL" clId="{C69D5906-29C8-5649-839C-43FCD22D0BDB}" dt="2026-09-16T13:45:13.362" v="1550" actId="404"/>
          <ac:spMkLst>
            <pc:docMk/>
            <pc:sldMk cId="3661146521" sldId="2147483543"/>
            <ac:spMk id="7" creationId="{00000000-0000-0000-0000-000000000000}"/>
          </ac:spMkLst>
        </pc:spChg>
        <pc:spChg chg="mod">
          <ac:chgData name="Nileshsarjerao Gaikwad" userId="0f75e465-d06a-4558-85b2-87ecf4dfc32a" providerId="ADAL" clId="{C69D5906-29C8-5649-839C-43FCD22D0BDB}" dt="2026-09-16T13:36:04.082" v="1457" actId="207"/>
          <ac:spMkLst>
            <pc:docMk/>
            <pc:sldMk cId="3661146521" sldId="2147483543"/>
            <ac:spMk id="8" creationId="{00000000-0000-0000-0000-000000000000}"/>
          </ac:spMkLst>
        </pc:spChg>
        <pc:spChg chg="mod">
          <ac:chgData name="Nileshsarjerao Gaikwad" userId="0f75e465-d06a-4558-85b2-87ecf4dfc32a" providerId="ADAL" clId="{C69D5906-29C8-5649-839C-43FCD22D0BDB}" dt="2026-09-16T13:36:04.082" v="1457" actId="207"/>
          <ac:spMkLst>
            <pc:docMk/>
            <pc:sldMk cId="3661146521" sldId="2147483543"/>
            <ac:spMk id="9" creationId="{00000000-0000-0000-0000-000000000000}"/>
          </ac:spMkLst>
        </pc:spChg>
        <pc:spChg chg="mod">
          <ac:chgData name="Nileshsarjerao Gaikwad" userId="0f75e465-d06a-4558-85b2-87ecf4dfc32a" providerId="ADAL" clId="{C69D5906-29C8-5649-839C-43FCD22D0BDB}" dt="2026-09-16T13:45:13.362" v="1550" actId="404"/>
          <ac:spMkLst>
            <pc:docMk/>
            <pc:sldMk cId="3661146521" sldId="2147483543"/>
            <ac:spMk id="11" creationId="{00000000-0000-0000-0000-000000000000}"/>
          </ac:spMkLst>
        </pc:spChg>
        <pc:spChg chg="mod">
          <ac:chgData name="Nileshsarjerao Gaikwad" userId="0f75e465-d06a-4558-85b2-87ecf4dfc32a" providerId="ADAL" clId="{C69D5906-29C8-5649-839C-43FCD22D0BDB}" dt="2026-09-16T13:35:56.817" v="1455" actId="255"/>
          <ac:spMkLst>
            <pc:docMk/>
            <pc:sldMk cId="3661146521" sldId="2147483543"/>
            <ac:spMk id="12" creationId="{00000000-0000-0000-0000-000000000000}"/>
          </ac:spMkLst>
        </pc:spChg>
        <pc:spChg chg="mod">
          <ac:chgData name="Nileshsarjerao Gaikwad" userId="0f75e465-d06a-4558-85b2-87ecf4dfc32a" providerId="ADAL" clId="{C69D5906-29C8-5649-839C-43FCD22D0BDB}" dt="2026-09-16T13:35:56.817" v="1455" actId="255"/>
          <ac:spMkLst>
            <pc:docMk/>
            <pc:sldMk cId="3661146521" sldId="2147483543"/>
            <ac:spMk id="13" creationId="{00000000-0000-0000-0000-000000000000}"/>
          </ac:spMkLst>
        </pc:spChg>
        <pc:spChg chg="mod">
          <ac:chgData name="Nileshsarjerao Gaikwad" userId="0f75e465-d06a-4558-85b2-87ecf4dfc32a" providerId="ADAL" clId="{C69D5906-29C8-5649-839C-43FCD22D0BDB}" dt="2026-09-16T13:45:13.362" v="1550" actId="404"/>
          <ac:spMkLst>
            <pc:docMk/>
            <pc:sldMk cId="3661146521" sldId="2147483543"/>
            <ac:spMk id="15" creationId="{00000000-0000-0000-0000-000000000000}"/>
          </ac:spMkLst>
        </pc:spChg>
        <pc:spChg chg="mod">
          <ac:chgData name="Nileshsarjerao Gaikwad" userId="0f75e465-d06a-4558-85b2-87ecf4dfc32a" providerId="ADAL" clId="{C69D5906-29C8-5649-839C-43FCD22D0BDB}" dt="2026-09-16T13:36:04.082" v="1457" actId="207"/>
          <ac:spMkLst>
            <pc:docMk/>
            <pc:sldMk cId="3661146521" sldId="2147483543"/>
            <ac:spMk id="16" creationId="{00000000-0000-0000-0000-000000000000}"/>
          </ac:spMkLst>
        </pc:spChg>
        <pc:spChg chg="mod">
          <ac:chgData name="Nileshsarjerao Gaikwad" userId="0f75e465-d06a-4558-85b2-87ecf4dfc32a" providerId="ADAL" clId="{C69D5906-29C8-5649-839C-43FCD22D0BDB}" dt="2026-09-16T13:36:04.082" v="1457" actId="207"/>
          <ac:spMkLst>
            <pc:docMk/>
            <pc:sldMk cId="3661146521" sldId="2147483543"/>
            <ac:spMk id="17" creationId="{00000000-0000-0000-0000-000000000000}"/>
          </ac:spMkLst>
        </pc:spChg>
        <pc:spChg chg="mod">
          <ac:chgData name="Nileshsarjerao Gaikwad" userId="0f75e465-d06a-4558-85b2-87ecf4dfc32a" providerId="ADAL" clId="{C69D5906-29C8-5649-839C-43FCD22D0BDB}" dt="2026-09-16T13:45:13.362" v="1550" actId="404"/>
          <ac:spMkLst>
            <pc:docMk/>
            <pc:sldMk cId="3661146521" sldId="2147483543"/>
            <ac:spMk id="19" creationId="{00000000-0000-0000-0000-000000000000}"/>
          </ac:spMkLst>
        </pc:spChg>
        <pc:spChg chg="mod">
          <ac:chgData name="Nileshsarjerao Gaikwad" userId="0f75e465-d06a-4558-85b2-87ecf4dfc32a" providerId="ADAL" clId="{C69D5906-29C8-5649-839C-43FCD22D0BDB}" dt="2026-09-16T13:35:56.817" v="1455" actId="255"/>
          <ac:spMkLst>
            <pc:docMk/>
            <pc:sldMk cId="3661146521" sldId="2147483543"/>
            <ac:spMk id="20" creationId="{00000000-0000-0000-0000-000000000000}"/>
          </ac:spMkLst>
        </pc:spChg>
        <pc:spChg chg="mod">
          <ac:chgData name="Nileshsarjerao Gaikwad" userId="0f75e465-d06a-4558-85b2-87ecf4dfc32a" providerId="ADAL" clId="{C69D5906-29C8-5649-839C-43FCD22D0BDB}" dt="2026-09-16T13:35:56.817" v="1455" actId="255"/>
          <ac:spMkLst>
            <pc:docMk/>
            <pc:sldMk cId="3661146521" sldId="2147483543"/>
            <ac:spMk id="21" creationId="{00000000-0000-0000-0000-000000000000}"/>
          </ac:spMkLst>
        </pc:spChg>
        <pc:spChg chg="mod">
          <ac:chgData name="Nileshsarjerao Gaikwad" userId="0f75e465-d06a-4558-85b2-87ecf4dfc32a" providerId="ADAL" clId="{C69D5906-29C8-5649-839C-43FCD22D0BDB}" dt="2026-09-16T13:45:13.362" v="1550" actId="404"/>
          <ac:spMkLst>
            <pc:docMk/>
            <pc:sldMk cId="3661146521" sldId="2147483543"/>
            <ac:spMk id="23" creationId="{00000000-0000-0000-0000-000000000000}"/>
          </ac:spMkLst>
        </pc:spChg>
        <pc:spChg chg="mod">
          <ac:chgData name="Nileshsarjerao Gaikwad" userId="0f75e465-d06a-4558-85b2-87ecf4dfc32a" providerId="ADAL" clId="{C69D5906-29C8-5649-839C-43FCD22D0BDB}" dt="2026-09-16T13:36:04.082" v="1457" actId="207"/>
          <ac:spMkLst>
            <pc:docMk/>
            <pc:sldMk cId="3661146521" sldId="2147483543"/>
            <ac:spMk id="24" creationId="{00000000-0000-0000-0000-000000000000}"/>
          </ac:spMkLst>
        </pc:spChg>
        <pc:spChg chg="mod">
          <ac:chgData name="Nileshsarjerao Gaikwad" userId="0f75e465-d06a-4558-85b2-87ecf4dfc32a" providerId="ADAL" clId="{C69D5906-29C8-5649-839C-43FCD22D0BDB}" dt="2026-09-16T13:36:04.082" v="1457" actId="207"/>
          <ac:spMkLst>
            <pc:docMk/>
            <pc:sldMk cId="3661146521" sldId="2147483543"/>
            <ac:spMk id="25" creationId="{00000000-0000-0000-0000-000000000000}"/>
          </ac:spMkLst>
        </pc:spChg>
        <pc:spChg chg="mod">
          <ac:chgData name="Nileshsarjerao Gaikwad" userId="0f75e465-d06a-4558-85b2-87ecf4dfc32a" providerId="ADAL" clId="{C69D5906-29C8-5649-839C-43FCD22D0BDB}" dt="2026-09-16T13:45:13.362" v="1550" actId="404"/>
          <ac:spMkLst>
            <pc:docMk/>
            <pc:sldMk cId="3661146521" sldId="2147483543"/>
            <ac:spMk id="26" creationId="{00000000-0000-0000-0000-000000000000}"/>
          </ac:spMkLst>
        </pc:spChg>
        <pc:spChg chg="mod">
          <ac:chgData name="Nileshsarjerao Gaikwad" userId="0f75e465-d06a-4558-85b2-87ecf4dfc32a" providerId="ADAL" clId="{C69D5906-29C8-5649-839C-43FCD22D0BDB}" dt="2026-09-16T13:35:56.817" v="1455" actId="255"/>
          <ac:spMkLst>
            <pc:docMk/>
            <pc:sldMk cId="3661146521" sldId="2147483543"/>
            <ac:spMk id="27" creationId="{00000000-0000-0000-0000-000000000000}"/>
          </ac:spMkLst>
        </pc:spChg>
        <pc:spChg chg="mod">
          <ac:chgData name="Nileshsarjerao Gaikwad" userId="0f75e465-d06a-4558-85b2-87ecf4dfc32a" providerId="ADAL" clId="{C69D5906-29C8-5649-839C-43FCD22D0BDB}" dt="2026-09-16T13:35:56.817" v="1455" actId="255"/>
          <ac:spMkLst>
            <pc:docMk/>
            <pc:sldMk cId="3661146521" sldId="2147483543"/>
            <ac:spMk id="28" creationId="{00000000-0000-0000-0000-000000000000}"/>
          </ac:spMkLst>
        </pc:spChg>
        <pc:spChg chg="add mod ord">
          <ac:chgData name="Nileshsarjerao Gaikwad" userId="0f75e465-d06a-4558-85b2-87ecf4dfc32a" providerId="ADAL" clId="{C69D5906-29C8-5649-839C-43FCD22D0BDB}" dt="2026-09-16T13:32:31.542" v="1412" actId="207"/>
          <ac:spMkLst>
            <pc:docMk/>
            <pc:sldMk cId="3661146521" sldId="2147483543"/>
            <ac:spMk id="31" creationId="{47A80ADE-A1EB-7E98-BF14-4966ED9D028F}"/>
          </ac:spMkLst>
        </pc:spChg>
        <pc:spChg chg="add mod">
          <ac:chgData name="Nileshsarjerao Gaikwad" userId="0f75e465-d06a-4558-85b2-87ecf4dfc32a" providerId="ADAL" clId="{C69D5906-29C8-5649-839C-43FCD22D0BDB}" dt="2026-09-16T13:32:51.156" v="1418" actId="207"/>
          <ac:spMkLst>
            <pc:docMk/>
            <pc:sldMk cId="3661146521" sldId="2147483543"/>
            <ac:spMk id="32" creationId="{F4550565-00B8-3114-99E5-5DBAE5BFF42E}"/>
          </ac:spMkLst>
        </pc:spChg>
        <pc:spChg chg="add mod">
          <ac:chgData name="Nileshsarjerao Gaikwad" userId="0f75e465-d06a-4558-85b2-87ecf4dfc32a" providerId="ADAL" clId="{C69D5906-29C8-5649-839C-43FCD22D0BDB}" dt="2026-09-16T13:32:40.164" v="1414"/>
          <ac:spMkLst>
            <pc:docMk/>
            <pc:sldMk cId="3661146521" sldId="2147483543"/>
            <ac:spMk id="33" creationId="{7AE339C5-13B6-7F46-860F-34C0EFA835CC}"/>
          </ac:spMkLst>
        </pc:spChg>
        <pc:spChg chg="add mod">
          <ac:chgData name="Nileshsarjerao Gaikwad" userId="0f75e465-d06a-4558-85b2-87ecf4dfc32a" providerId="ADAL" clId="{C69D5906-29C8-5649-839C-43FCD22D0BDB}" dt="2026-09-16T13:45:00.189" v="1546" actId="2085"/>
          <ac:spMkLst>
            <pc:docMk/>
            <pc:sldMk cId="3661146521" sldId="2147483543"/>
            <ac:spMk id="34" creationId="{245C802C-CBDA-C069-EF32-36ABC262D43F}"/>
          </ac:spMkLst>
        </pc:spChg>
        <pc:spChg chg="add mod">
          <ac:chgData name="Nileshsarjerao Gaikwad" userId="0f75e465-d06a-4558-85b2-87ecf4dfc32a" providerId="ADAL" clId="{C69D5906-29C8-5649-839C-43FCD22D0BDB}" dt="2026-09-16T13:45:00.189" v="1546" actId="2085"/>
          <ac:spMkLst>
            <pc:docMk/>
            <pc:sldMk cId="3661146521" sldId="2147483543"/>
            <ac:spMk id="35" creationId="{40AB6179-8DF7-58D3-0E5C-D2031380E908}"/>
          </ac:spMkLst>
        </pc:spChg>
        <pc:spChg chg="add mod">
          <ac:chgData name="Nileshsarjerao Gaikwad" userId="0f75e465-d06a-4558-85b2-87ecf4dfc32a" providerId="ADAL" clId="{C69D5906-29C8-5649-839C-43FCD22D0BDB}" dt="2026-09-16T13:45:00.189" v="1546" actId="2085"/>
          <ac:spMkLst>
            <pc:docMk/>
            <pc:sldMk cId="3661146521" sldId="2147483543"/>
            <ac:spMk id="36" creationId="{219CC9CD-3D44-BE8E-A888-7BDE64E64919}"/>
          </ac:spMkLst>
        </pc:spChg>
        <pc:spChg chg="add mod">
          <ac:chgData name="Nileshsarjerao Gaikwad" userId="0f75e465-d06a-4558-85b2-87ecf4dfc32a" providerId="ADAL" clId="{C69D5906-29C8-5649-839C-43FCD22D0BDB}" dt="2026-09-16T13:45:00.189" v="1546" actId="2085"/>
          <ac:spMkLst>
            <pc:docMk/>
            <pc:sldMk cId="3661146521" sldId="2147483543"/>
            <ac:spMk id="37" creationId="{5C7F1E2C-A239-8EBF-A90C-AC346C3FEB03}"/>
          </ac:spMkLst>
        </pc:spChg>
        <pc:spChg chg="add mod">
          <ac:chgData name="Nileshsarjerao Gaikwad" userId="0f75e465-d06a-4558-85b2-87ecf4dfc32a" providerId="ADAL" clId="{C69D5906-29C8-5649-839C-43FCD22D0BDB}" dt="2026-09-16T13:45:00.189" v="1546" actId="2085"/>
          <ac:spMkLst>
            <pc:docMk/>
            <pc:sldMk cId="3661146521" sldId="2147483543"/>
            <ac:spMk id="38" creationId="{A9FFD75D-24D0-0F8C-5AD3-C3653A46F084}"/>
          </ac:spMkLst>
        </pc:spChg>
        <pc:spChg chg="add mod">
          <ac:chgData name="Nileshsarjerao Gaikwad" userId="0f75e465-d06a-4558-85b2-87ecf4dfc32a" providerId="ADAL" clId="{C69D5906-29C8-5649-839C-43FCD22D0BDB}" dt="2026-09-16T13:45:00.189" v="1546" actId="2085"/>
          <ac:spMkLst>
            <pc:docMk/>
            <pc:sldMk cId="3661146521" sldId="2147483543"/>
            <ac:spMk id="39" creationId="{29017378-B02F-ED8D-BD6D-BEB2D65B6153}"/>
          </ac:spMkLst>
        </pc:spChg>
        <pc:spChg chg="add mod">
          <ac:chgData name="Nileshsarjerao Gaikwad" userId="0f75e465-d06a-4558-85b2-87ecf4dfc32a" providerId="ADAL" clId="{C69D5906-29C8-5649-839C-43FCD22D0BDB}" dt="2026-09-16T13:34:44.053" v="1433" actId="207"/>
          <ac:spMkLst>
            <pc:docMk/>
            <pc:sldMk cId="3661146521" sldId="2147483543"/>
            <ac:spMk id="40" creationId="{55B04003-CE91-82C3-408F-069714703F72}"/>
          </ac:spMkLst>
        </pc:spChg>
      </pc:sldChg>
      <pc:sldChg chg="addSp delSp modSp mod modClrScheme chgLayout">
        <pc:chgData name="Nileshsarjerao Gaikwad" userId="0f75e465-d06a-4558-85b2-87ecf4dfc32a" providerId="ADAL" clId="{C69D5906-29C8-5649-839C-43FCD22D0BDB}" dt="2026-09-16T13:40:18.024" v="1499" actId="207"/>
        <pc:sldMkLst>
          <pc:docMk/>
          <pc:sldMk cId="3135978525" sldId="2147483549"/>
        </pc:sldMkLst>
        <pc:spChg chg="mod">
          <ac:chgData name="Nileshsarjerao Gaikwad" userId="0f75e465-d06a-4558-85b2-87ecf4dfc32a" providerId="ADAL" clId="{C69D5906-29C8-5649-839C-43FCD22D0BDB}" dt="2026-09-16T13:39:48.971" v="1491" actId="207"/>
          <ac:spMkLst>
            <pc:docMk/>
            <pc:sldMk cId="3135978525" sldId="2147483549"/>
            <ac:spMk id="7" creationId="{00000000-0000-0000-0000-000000000000}"/>
          </ac:spMkLst>
        </pc:spChg>
        <pc:spChg chg="mod">
          <ac:chgData name="Nileshsarjerao Gaikwad" userId="0f75e465-d06a-4558-85b2-87ecf4dfc32a" providerId="ADAL" clId="{C69D5906-29C8-5649-839C-43FCD22D0BDB}" dt="2026-09-16T13:39:28.082" v="1488" actId="207"/>
          <ac:spMkLst>
            <pc:docMk/>
            <pc:sldMk cId="3135978525" sldId="2147483549"/>
            <ac:spMk id="8" creationId="{00000000-0000-0000-0000-000000000000}"/>
          </ac:spMkLst>
        </pc:spChg>
        <pc:spChg chg="mod">
          <ac:chgData name="Nileshsarjerao Gaikwad" userId="0f75e465-d06a-4558-85b2-87ecf4dfc32a" providerId="ADAL" clId="{C69D5906-29C8-5649-839C-43FCD22D0BDB}" dt="2026-09-16T13:39:36.993" v="1490" actId="404"/>
          <ac:spMkLst>
            <pc:docMk/>
            <pc:sldMk cId="3135978525" sldId="2147483549"/>
            <ac:spMk id="9" creationId="{00000000-0000-0000-0000-000000000000}"/>
          </ac:spMkLst>
        </pc:spChg>
        <pc:spChg chg="mod">
          <ac:chgData name="Nileshsarjerao Gaikwad" userId="0f75e465-d06a-4558-85b2-87ecf4dfc32a" providerId="ADAL" clId="{C69D5906-29C8-5649-839C-43FCD22D0BDB}" dt="2026-09-16T13:39:58.780" v="1492" actId="207"/>
          <ac:spMkLst>
            <pc:docMk/>
            <pc:sldMk cId="3135978525" sldId="2147483549"/>
            <ac:spMk id="10" creationId="{00000000-0000-0000-0000-000000000000}"/>
          </ac:spMkLst>
        </pc:spChg>
        <pc:spChg chg="mod">
          <ac:chgData name="Nileshsarjerao Gaikwad" userId="0f75e465-d06a-4558-85b2-87ecf4dfc32a" providerId="ADAL" clId="{C69D5906-29C8-5649-839C-43FCD22D0BDB}" dt="2026-09-16T13:39:36.993" v="1490" actId="404"/>
          <ac:spMkLst>
            <pc:docMk/>
            <pc:sldMk cId="3135978525" sldId="2147483549"/>
            <ac:spMk id="11" creationId="{00000000-0000-0000-0000-000000000000}"/>
          </ac:spMkLst>
        </pc:spChg>
        <pc:spChg chg="mod">
          <ac:chgData name="Nileshsarjerao Gaikwad" userId="0f75e465-d06a-4558-85b2-87ecf4dfc32a" providerId="ADAL" clId="{C69D5906-29C8-5649-839C-43FCD22D0BDB}" dt="2026-09-16T13:39:48.971" v="1491" actId="207"/>
          <ac:spMkLst>
            <pc:docMk/>
            <pc:sldMk cId="3135978525" sldId="2147483549"/>
            <ac:spMk id="13" creationId="{00000000-0000-0000-0000-000000000000}"/>
          </ac:spMkLst>
        </pc:spChg>
        <pc:spChg chg="mod">
          <ac:chgData name="Nileshsarjerao Gaikwad" userId="0f75e465-d06a-4558-85b2-87ecf4dfc32a" providerId="ADAL" clId="{C69D5906-29C8-5649-839C-43FCD22D0BDB}" dt="2026-09-16T13:39:28.082" v="1488" actId="207"/>
          <ac:spMkLst>
            <pc:docMk/>
            <pc:sldMk cId="3135978525" sldId="2147483549"/>
            <ac:spMk id="14" creationId="{00000000-0000-0000-0000-000000000000}"/>
          </ac:spMkLst>
        </pc:spChg>
        <pc:spChg chg="mod">
          <ac:chgData name="Nileshsarjerao Gaikwad" userId="0f75e465-d06a-4558-85b2-87ecf4dfc32a" providerId="ADAL" clId="{C69D5906-29C8-5649-839C-43FCD22D0BDB}" dt="2026-09-16T13:39:36.993" v="1490" actId="404"/>
          <ac:spMkLst>
            <pc:docMk/>
            <pc:sldMk cId="3135978525" sldId="2147483549"/>
            <ac:spMk id="15" creationId="{00000000-0000-0000-0000-000000000000}"/>
          </ac:spMkLst>
        </pc:spChg>
        <pc:spChg chg="mod">
          <ac:chgData name="Nileshsarjerao Gaikwad" userId="0f75e465-d06a-4558-85b2-87ecf4dfc32a" providerId="ADAL" clId="{C69D5906-29C8-5649-839C-43FCD22D0BDB}" dt="2026-09-16T13:39:58.780" v="1492" actId="207"/>
          <ac:spMkLst>
            <pc:docMk/>
            <pc:sldMk cId="3135978525" sldId="2147483549"/>
            <ac:spMk id="16" creationId="{00000000-0000-0000-0000-000000000000}"/>
          </ac:spMkLst>
        </pc:spChg>
        <pc:spChg chg="mod">
          <ac:chgData name="Nileshsarjerao Gaikwad" userId="0f75e465-d06a-4558-85b2-87ecf4dfc32a" providerId="ADAL" clId="{C69D5906-29C8-5649-839C-43FCD22D0BDB}" dt="2026-09-16T13:39:36.993" v="1490" actId="404"/>
          <ac:spMkLst>
            <pc:docMk/>
            <pc:sldMk cId="3135978525" sldId="2147483549"/>
            <ac:spMk id="17" creationId="{00000000-0000-0000-0000-000000000000}"/>
          </ac:spMkLst>
        </pc:spChg>
        <pc:spChg chg="mod">
          <ac:chgData name="Nileshsarjerao Gaikwad" userId="0f75e465-d06a-4558-85b2-87ecf4dfc32a" providerId="ADAL" clId="{C69D5906-29C8-5649-839C-43FCD22D0BDB}" dt="2026-09-16T13:39:48.971" v="1491" actId="207"/>
          <ac:spMkLst>
            <pc:docMk/>
            <pc:sldMk cId="3135978525" sldId="2147483549"/>
            <ac:spMk id="19" creationId="{00000000-0000-0000-0000-000000000000}"/>
          </ac:spMkLst>
        </pc:spChg>
        <pc:spChg chg="mod">
          <ac:chgData name="Nileshsarjerao Gaikwad" userId="0f75e465-d06a-4558-85b2-87ecf4dfc32a" providerId="ADAL" clId="{C69D5906-29C8-5649-839C-43FCD22D0BDB}" dt="2026-09-16T13:39:28.082" v="1488" actId="207"/>
          <ac:spMkLst>
            <pc:docMk/>
            <pc:sldMk cId="3135978525" sldId="2147483549"/>
            <ac:spMk id="20" creationId="{00000000-0000-0000-0000-000000000000}"/>
          </ac:spMkLst>
        </pc:spChg>
        <pc:spChg chg="mod">
          <ac:chgData name="Nileshsarjerao Gaikwad" userId="0f75e465-d06a-4558-85b2-87ecf4dfc32a" providerId="ADAL" clId="{C69D5906-29C8-5649-839C-43FCD22D0BDB}" dt="2026-09-16T13:39:36.993" v="1490" actId="404"/>
          <ac:spMkLst>
            <pc:docMk/>
            <pc:sldMk cId="3135978525" sldId="2147483549"/>
            <ac:spMk id="21" creationId="{00000000-0000-0000-0000-000000000000}"/>
          </ac:spMkLst>
        </pc:spChg>
        <pc:spChg chg="mod">
          <ac:chgData name="Nileshsarjerao Gaikwad" userId="0f75e465-d06a-4558-85b2-87ecf4dfc32a" providerId="ADAL" clId="{C69D5906-29C8-5649-839C-43FCD22D0BDB}" dt="2026-09-16T13:39:58.780" v="1492" actId="207"/>
          <ac:spMkLst>
            <pc:docMk/>
            <pc:sldMk cId="3135978525" sldId="2147483549"/>
            <ac:spMk id="22" creationId="{00000000-0000-0000-0000-000000000000}"/>
          </ac:spMkLst>
        </pc:spChg>
        <pc:spChg chg="mod">
          <ac:chgData name="Nileshsarjerao Gaikwad" userId="0f75e465-d06a-4558-85b2-87ecf4dfc32a" providerId="ADAL" clId="{C69D5906-29C8-5649-839C-43FCD22D0BDB}" dt="2026-09-16T13:39:36.993" v="1490" actId="404"/>
          <ac:spMkLst>
            <pc:docMk/>
            <pc:sldMk cId="3135978525" sldId="2147483549"/>
            <ac:spMk id="23" creationId="{00000000-0000-0000-0000-000000000000}"/>
          </ac:spMkLst>
        </pc:spChg>
        <pc:spChg chg="add mod ord">
          <ac:chgData name="Nileshsarjerao Gaikwad" userId="0f75e465-d06a-4558-85b2-87ecf4dfc32a" providerId="ADAL" clId="{C69D5906-29C8-5649-839C-43FCD22D0BDB}" dt="2026-09-16T13:36:53.219" v="1468" actId="207"/>
          <ac:spMkLst>
            <pc:docMk/>
            <pc:sldMk cId="3135978525" sldId="2147483549"/>
            <ac:spMk id="26" creationId="{42E4CFA0-0663-6A8D-D5C4-3AC9FDD88E99}"/>
          </ac:spMkLst>
        </pc:spChg>
        <pc:spChg chg="add mod">
          <ac:chgData name="Nileshsarjerao Gaikwad" userId="0f75e465-d06a-4558-85b2-87ecf4dfc32a" providerId="ADAL" clId="{C69D5906-29C8-5649-839C-43FCD22D0BDB}" dt="2026-09-16T13:37:32.224" v="1473" actId="207"/>
          <ac:spMkLst>
            <pc:docMk/>
            <pc:sldMk cId="3135978525" sldId="2147483549"/>
            <ac:spMk id="27" creationId="{3B6FB1FE-FD6D-11B4-E1E2-B44C934FEE7B}"/>
          </ac:spMkLst>
        </pc:spChg>
        <pc:spChg chg="add mod">
          <ac:chgData name="Nileshsarjerao Gaikwad" userId="0f75e465-d06a-4558-85b2-87ecf4dfc32a" providerId="ADAL" clId="{C69D5906-29C8-5649-839C-43FCD22D0BDB}" dt="2026-09-16T13:37:00.191" v="1469"/>
          <ac:spMkLst>
            <pc:docMk/>
            <pc:sldMk cId="3135978525" sldId="2147483549"/>
            <ac:spMk id="28" creationId="{38642EA7-8827-461A-AE8E-13B53F3B6D41}"/>
          </ac:spMkLst>
        </pc:spChg>
        <pc:spChg chg="add mod">
          <ac:chgData name="Nileshsarjerao Gaikwad" userId="0f75e465-d06a-4558-85b2-87ecf4dfc32a" providerId="ADAL" clId="{C69D5906-29C8-5649-839C-43FCD22D0BDB}" dt="2026-09-16T13:37:57.068" v="1476" actId="167"/>
          <ac:spMkLst>
            <pc:docMk/>
            <pc:sldMk cId="3135978525" sldId="2147483549"/>
            <ac:spMk id="29" creationId="{930E1727-F762-BC6B-230E-0EEB93CA789C}"/>
          </ac:spMkLst>
        </pc:spChg>
        <pc:spChg chg="add mod">
          <ac:chgData name="Nileshsarjerao Gaikwad" userId="0f75e465-d06a-4558-85b2-87ecf4dfc32a" providerId="ADAL" clId="{C69D5906-29C8-5649-839C-43FCD22D0BDB}" dt="2026-09-16T13:38:44.914" v="1480" actId="167"/>
          <ac:spMkLst>
            <pc:docMk/>
            <pc:sldMk cId="3135978525" sldId="2147483549"/>
            <ac:spMk id="30" creationId="{74885660-A566-839C-9D1A-924E457A40F1}"/>
          </ac:spMkLst>
        </pc:spChg>
        <pc:spChg chg="add mod">
          <ac:chgData name="Nileshsarjerao Gaikwad" userId="0f75e465-d06a-4558-85b2-87ecf4dfc32a" providerId="ADAL" clId="{C69D5906-29C8-5649-839C-43FCD22D0BDB}" dt="2026-09-16T13:38:56.189" v="1483" actId="167"/>
          <ac:spMkLst>
            <pc:docMk/>
            <pc:sldMk cId="3135978525" sldId="2147483549"/>
            <ac:spMk id="31" creationId="{EC752239-7F9F-EF8D-F9B5-1D7778A03394}"/>
          </ac:spMkLst>
        </pc:spChg>
        <pc:spChg chg="add mod">
          <ac:chgData name="Nileshsarjerao Gaikwad" userId="0f75e465-d06a-4558-85b2-87ecf4dfc32a" providerId="ADAL" clId="{C69D5906-29C8-5649-839C-43FCD22D0BDB}" dt="2026-09-16T13:40:18.024" v="1499" actId="207"/>
          <ac:spMkLst>
            <pc:docMk/>
            <pc:sldMk cId="3135978525" sldId="2147483549"/>
            <ac:spMk id="32" creationId="{05F96814-FA31-2813-440B-89BCE19FE528}"/>
          </ac:spMkLst>
        </pc:spChg>
      </pc:sldChg>
      <pc:sldChg chg="addSp delSp modSp mod modClrScheme chgLayout">
        <pc:chgData name="Nileshsarjerao Gaikwad" userId="0f75e465-d06a-4558-85b2-87ecf4dfc32a" providerId="ADAL" clId="{C69D5906-29C8-5649-839C-43FCD22D0BDB}" dt="2026-09-16T13:44:33.709" v="1544" actId="2085"/>
        <pc:sldMkLst>
          <pc:docMk/>
          <pc:sldMk cId="508088217" sldId="2147483550"/>
        </pc:sldMkLst>
        <pc:spChg chg="add mod ord">
          <ac:chgData name="Nileshsarjerao Gaikwad" userId="0f75e465-d06a-4558-85b2-87ecf4dfc32a" providerId="ADAL" clId="{C69D5906-29C8-5649-839C-43FCD22D0BDB}" dt="2026-09-16T13:40:54.975" v="1507" actId="207"/>
          <ac:spMkLst>
            <pc:docMk/>
            <pc:sldMk cId="508088217" sldId="2147483550"/>
            <ac:spMk id="5" creationId="{AB611CC6-4469-C7AC-BAA3-4A589BDA2BDD}"/>
          </ac:spMkLst>
        </pc:spChg>
        <pc:spChg chg="add mod">
          <ac:chgData name="Nileshsarjerao Gaikwad" userId="0f75e465-d06a-4558-85b2-87ecf4dfc32a" providerId="ADAL" clId="{C69D5906-29C8-5649-839C-43FCD22D0BDB}" dt="2026-09-16T13:44:33.709" v="1544" actId="2085"/>
          <ac:spMkLst>
            <pc:docMk/>
            <pc:sldMk cId="508088217" sldId="2147483550"/>
            <ac:spMk id="6" creationId="{5884C5F0-CA3F-5254-66C3-56DD249E475D}"/>
          </ac:spMkLst>
        </pc:spChg>
        <pc:spChg chg="mod">
          <ac:chgData name="Nileshsarjerao Gaikwad" userId="0f75e465-d06a-4558-85b2-87ecf4dfc32a" providerId="ADAL" clId="{C69D5906-29C8-5649-839C-43FCD22D0BDB}" dt="2026-09-16T13:43:16.663" v="1528" actId="403"/>
          <ac:spMkLst>
            <pc:docMk/>
            <pc:sldMk cId="508088217" sldId="2147483550"/>
            <ac:spMk id="7" creationId="{00000000-0000-0000-0000-000000000000}"/>
          </ac:spMkLst>
        </pc:spChg>
        <pc:spChg chg="mod">
          <ac:chgData name="Nileshsarjerao Gaikwad" userId="0f75e465-d06a-4558-85b2-87ecf4dfc32a" providerId="ADAL" clId="{C69D5906-29C8-5649-839C-43FCD22D0BDB}" dt="2026-09-16T13:42:32.785" v="1521" actId="1076"/>
          <ac:spMkLst>
            <pc:docMk/>
            <pc:sldMk cId="508088217" sldId="2147483550"/>
            <ac:spMk id="8" creationId="{00000000-0000-0000-0000-000000000000}"/>
          </ac:spMkLst>
        </pc:spChg>
        <pc:spChg chg="mod">
          <ac:chgData name="Nileshsarjerao Gaikwad" userId="0f75e465-d06a-4558-85b2-87ecf4dfc32a" providerId="ADAL" clId="{C69D5906-29C8-5649-839C-43FCD22D0BDB}" dt="2026-09-16T13:43:48.163" v="1534" actId="1076"/>
          <ac:spMkLst>
            <pc:docMk/>
            <pc:sldMk cId="508088217" sldId="2147483550"/>
            <ac:spMk id="10" creationId="{00000000-0000-0000-0000-000000000000}"/>
          </ac:spMkLst>
        </pc:spChg>
        <pc:spChg chg="mod">
          <ac:chgData name="Nileshsarjerao Gaikwad" userId="0f75e465-d06a-4558-85b2-87ecf4dfc32a" providerId="ADAL" clId="{C69D5906-29C8-5649-839C-43FCD22D0BDB}" dt="2026-09-16T13:43:48.163" v="1534" actId="1076"/>
          <ac:spMkLst>
            <pc:docMk/>
            <pc:sldMk cId="508088217" sldId="2147483550"/>
            <ac:spMk id="11" creationId="{00000000-0000-0000-0000-000000000000}"/>
          </ac:spMkLst>
        </pc:spChg>
        <pc:spChg chg="mod">
          <ac:chgData name="Nileshsarjerao Gaikwad" userId="0f75e465-d06a-4558-85b2-87ecf4dfc32a" providerId="ADAL" clId="{C69D5906-29C8-5649-839C-43FCD22D0BDB}" dt="2026-09-16T13:43:48.163" v="1534" actId="1076"/>
          <ac:spMkLst>
            <pc:docMk/>
            <pc:sldMk cId="508088217" sldId="2147483550"/>
            <ac:spMk id="13" creationId="{00000000-0000-0000-0000-000000000000}"/>
          </ac:spMkLst>
        </pc:spChg>
        <pc:spChg chg="mod">
          <ac:chgData name="Nileshsarjerao Gaikwad" userId="0f75e465-d06a-4558-85b2-87ecf4dfc32a" providerId="ADAL" clId="{C69D5906-29C8-5649-839C-43FCD22D0BDB}" dt="2026-09-16T13:43:48.163" v="1534" actId="1076"/>
          <ac:spMkLst>
            <pc:docMk/>
            <pc:sldMk cId="508088217" sldId="2147483550"/>
            <ac:spMk id="14" creationId="{00000000-0000-0000-0000-000000000000}"/>
          </ac:spMkLst>
        </pc:spChg>
        <pc:spChg chg="mod">
          <ac:chgData name="Nileshsarjerao Gaikwad" userId="0f75e465-d06a-4558-85b2-87ecf4dfc32a" providerId="ADAL" clId="{C69D5906-29C8-5649-839C-43FCD22D0BDB}" dt="2026-09-16T13:43:48.163" v="1534" actId="1076"/>
          <ac:spMkLst>
            <pc:docMk/>
            <pc:sldMk cId="508088217" sldId="2147483550"/>
            <ac:spMk id="16" creationId="{00000000-0000-0000-0000-000000000000}"/>
          </ac:spMkLst>
        </pc:spChg>
        <pc:spChg chg="mod">
          <ac:chgData name="Nileshsarjerao Gaikwad" userId="0f75e465-d06a-4558-85b2-87ecf4dfc32a" providerId="ADAL" clId="{C69D5906-29C8-5649-839C-43FCD22D0BDB}" dt="2026-09-16T13:43:48.163" v="1534" actId="1076"/>
          <ac:spMkLst>
            <pc:docMk/>
            <pc:sldMk cId="508088217" sldId="2147483550"/>
            <ac:spMk id="17" creationId="{00000000-0000-0000-0000-000000000000}"/>
          </ac:spMkLst>
        </pc:spChg>
        <pc:spChg chg="mod">
          <ac:chgData name="Nileshsarjerao Gaikwad" userId="0f75e465-d06a-4558-85b2-87ecf4dfc32a" providerId="ADAL" clId="{C69D5906-29C8-5649-839C-43FCD22D0BDB}" dt="2026-09-16T13:43:48.163" v="1534" actId="1076"/>
          <ac:spMkLst>
            <pc:docMk/>
            <pc:sldMk cId="508088217" sldId="2147483550"/>
            <ac:spMk id="19" creationId="{00000000-0000-0000-0000-000000000000}"/>
          </ac:spMkLst>
        </pc:spChg>
        <pc:spChg chg="mod">
          <ac:chgData name="Nileshsarjerao Gaikwad" userId="0f75e465-d06a-4558-85b2-87ecf4dfc32a" providerId="ADAL" clId="{C69D5906-29C8-5649-839C-43FCD22D0BDB}" dt="2026-09-16T13:43:48.163" v="1534" actId="1076"/>
          <ac:spMkLst>
            <pc:docMk/>
            <pc:sldMk cId="508088217" sldId="2147483550"/>
            <ac:spMk id="20" creationId="{00000000-0000-0000-0000-000000000000}"/>
          </ac:spMkLst>
        </pc:spChg>
        <pc:spChg chg="mod">
          <ac:chgData name="Nileshsarjerao Gaikwad" userId="0f75e465-d06a-4558-85b2-87ecf4dfc32a" providerId="ADAL" clId="{C69D5906-29C8-5649-839C-43FCD22D0BDB}" dt="2026-09-16T13:43:48.163" v="1534" actId="1076"/>
          <ac:spMkLst>
            <pc:docMk/>
            <pc:sldMk cId="508088217" sldId="2147483550"/>
            <ac:spMk id="21" creationId="{00000000-0000-0000-0000-000000000000}"/>
          </ac:spMkLst>
        </pc:spChg>
        <pc:spChg chg="mod">
          <ac:chgData name="Nileshsarjerao Gaikwad" userId="0f75e465-d06a-4558-85b2-87ecf4dfc32a" providerId="ADAL" clId="{C69D5906-29C8-5649-839C-43FCD22D0BDB}" dt="2026-09-16T13:44:00.292" v="1535" actId="14100"/>
          <ac:spMkLst>
            <pc:docMk/>
            <pc:sldMk cId="508088217" sldId="2147483550"/>
            <ac:spMk id="22" creationId="{00000000-0000-0000-0000-000000000000}"/>
          </ac:spMkLst>
        </pc:spChg>
        <pc:spChg chg="add mod">
          <ac:chgData name="Nileshsarjerao Gaikwad" userId="0f75e465-d06a-4558-85b2-87ecf4dfc32a" providerId="ADAL" clId="{C69D5906-29C8-5649-839C-43FCD22D0BDB}" dt="2026-09-16T13:44:33.709" v="1544" actId="2085"/>
          <ac:spMkLst>
            <pc:docMk/>
            <pc:sldMk cId="508088217" sldId="2147483550"/>
            <ac:spMk id="25" creationId="{1DA42C83-FAFC-68D7-2F72-51A080CFE93F}"/>
          </ac:spMkLst>
        </pc:spChg>
        <pc:spChg chg="add mod">
          <ac:chgData name="Nileshsarjerao Gaikwad" userId="0f75e465-d06a-4558-85b2-87ecf4dfc32a" providerId="ADAL" clId="{C69D5906-29C8-5649-839C-43FCD22D0BDB}" dt="2026-09-16T13:44:33.709" v="1544" actId="2085"/>
          <ac:spMkLst>
            <pc:docMk/>
            <pc:sldMk cId="508088217" sldId="2147483550"/>
            <ac:spMk id="26" creationId="{B75F462D-596A-5A49-27ED-EC4BCD78D4DF}"/>
          </ac:spMkLst>
        </pc:spChg>
        <pc:spChg chg="add mod">
          <ac:chgData name="Nileshsarjerao Gaikwad" userId="0f75e465-d06a-4558-85b2-87ecf4dfc32a" providerId="ADAL" clId="{C69D5906-29C8-5649-839C-43FCD22D0BDB}" dt="2026-09-16T13:44:33.709" v="1544" actId="2085"/>
          <ac:spMkLst>
            <pc:docMk/>
            <pc:sldMk cId="508088217" sldId="2147483550"/>
            <ac:spMk id="27" creationId="{D66D5C5B-72AA-AB70-5DEE-ED8C42DFD9D3}"/>
          </ac:spMkLst>
        </pc:spChg>
        <pc:spChg chg="add mod">
          <ac:chgData name="Nileshsarjerao Gaikwad" userId="0f75e465-d06a-4558-85b2-87ecf4dfc32a" providerId="ADAL" clId="{C69D5906-29C8-5649-839C-43FCD22D0BDB}" dt="2026-09-16T13:44:33.709" v="1544" actId="2085"/>
          <ac:spMkLst>
            <pc:docMk/>
            <pc:sldMk cId="508088217" sldId="2147483550"/>
            <ac:spMk id="28" creationId="{CC8A1BB1-0382-0133-507A-B50005950518}"/>
          </ac:spMkLst>
        </pc:spChg>
        <pc:spChg chg="add mod">
          <ac:chgData name="Nileshsarjerao Gaikwad" userId="0f75e465-d06a-4558-85b2-87ecf4dfc32a" providerId="ADAL" clId="{C69D5906-29C8-5649-839C-43FCD22D0BDB}" dt="2026-09-16T13:44:33.709" v="1544" actId="2085"/>
          <ac:spMkLst>
            <pc:docMk/>
            <pc:sldMk cId="508088217" sldId="2147483550"/>
            <ac:spMk id="29" creationId="{586A7298-6C73-5B37-9ABC-CF41731E5BF7}"/>
          </ac:spMkLst>
        </pc:spChg>
        <pc:spChg chg="add mod">
          <ac:chgData name="Nileshsarjerao Gaikwad" userId="0f75e465-d06a-4558-85b2-87ecf4dfc32a" providerId="ADAL" clId="{C69D5906-29C8-5649-839C-43FCD22D0BDB}" dt="2026-09-16T13:44:22.182" v="1542" actId="208"/>
          <ac:spMkLst>
            <pc:docMk/>
            <pc:sldMk cId="508088217" sldId="2147483550"/>
            <ac:spMk id="30" creationId="{EE5E0A0F-9E79-173A-A3C5-9A97537B3ADF}"/>
          </ac:spMkLst>
        </pc:spChg>
        <pc:spChg chg="add mod">
          <ac:chgData name="Nileshsarjerao Gaikwad" userId="0f75e465-d06a-4558-85b2-87ecf4dfc32a" providerId="ADAL" clId="{C69D5906-29C8-5649-839C-43FCD22D0BDB}" dt="2026-09-16T13:41:52.138" v="1516" actId="207"/>
          <ac:spMkLst>
            <pc:docMk/>
            <pc:sldMk cId="508088217" sldId="2147483550"/>
            <ac:spMk id="31" creationId="{1C6988D6-0893-1B54-4001-2D861FD22C93}"/>
          </ac:spMkLst>
        </pc:spChg>
        <pc:spChg chg="add mod">
          <ac:chgData name="Nileshsarjerao Gaikwad" userId="0f75e465-d06a-4558-85b2-87ecf4dfc32a" providerId="ADAL" clId="{C69D5906-29C8-5649-839C-43FCD22D0BDB}" dt="2026-09-16T13:41:40.494" v="1512" actId="167"/>
          <ac:spMkLst>
            <pc:docMk/>
            <pc:sldMk cId="508088217" sldId="2147483550"/>
            <ac:spMk id="32" creationId="{A538BF38-DD31-6178-953F-97D6D1EDE96E}"/>
          </ac:spMkLst>
        </pc:spChg>
      </pc:sldChg>
      <pc:sldChg chg="addSp delSp modSp mod modClrScheme chgLayout">
        <pc:chgData name="Nileshsarjerao Gaikwad" userId="0f75e465-d06a-4558-85b2-87ecf4dfc32a" providerId="ADAL" clId="{C69D5906-29C8-5649-839C-43FCD22D0BDB}" dt="2026-09-16T13:48:43.313" v="1599" actId="207"/>
        <pc:sldMkLst>
          <pc:docMk/>
          <pc:sldMk cId="4080300133" sldId="2147483551"/>
        </pc:sldMkLst>
        <pc:spChg chg="mod">
          <ac:chgData name="Nileshsarjerao Gaikwad" userId="0f75e465-d06a-4558-85b2-87ecf4dfc32a" providerId="ADAL" clId="{C69D5906-29C8-5649-839C-43FCD22D0BDB}" dt="2026-09-16T13:45:36.311" v="1553" actId="1076"/>
          <ac:spMkLst>
            <pc:docMk/>
            <pc:sldMk cId="4080300133" sldId="2147483551"/>
            <ac:spMk id="2" creationId="{00000000-0000-0000-0000-000000000000}"/>
          </ac:spMkLst>
        </pc:spChg>
        <pc:spChg chg="add mod ord">
          <ac:chgData name="Nileshsarjerao Gaikwad" userId="0f75e465-d06a-4558-85b2-87ecf4dfc32a" providerId="ADAL" clId="{C69D5906-29C8-5649-839C-43FCD22D0BDB}" dt="2026-09-16T13:46:07.929" v="1563" actId="207"/>
          <ac:spMkLst>
            <pc:docMk/>
            <pc:sldMk cId="4080300133" sldId="2147483551"/>
            <ac:spMk id="5" creationId="{F4790593-355B-71FC-7A78-2A2F105012D0}"/>
          </ac:spMkLst>
        </pc:spChg>
        <pc:spChg chg="add mod">
          <ac:chgData name="Nileshsarjerao Gaikwad" userId="0f75e465-d06a-4558-85b2-87ecf4dfc32a" providerId="ADAL" clId="{C69D5906-29C8-5649-839C-43FCD22D0BDB}" dt="2026-09-16T13:47:15.256" v="1575" actId="167"/>
          <ac:spMkLst>
            <pc:docMk/>
            <pc:sldMk cId="4080300133" sldId="2147483551"/>
            <ac:spMk id="6" creationId="{669FB69F-0DB5-B250-823E-41EBDA34A312}"/>
          </ac:spMkLst>
        </pc:spChg>
        <pc:spChg chg="mod">
          <ac:chgData name="Nileshsarjerao Gaikwad" userId="0f75e465-d06a-4558-85b2-87ecf4dfc32a" providerId="ADAL" clId="{C69D5906-29C8-5649-839C-43FCD22D0BDB}" dt="2026-09-16T13:48:33.361" v="1593" actId="1076"/>
          <ac:spMkLst>
            <pc:docMk/>
            <pc:sldMk cId="4080300133" sldId="2147483551"/>
            <ac:spMk id="8" creationId="{00000000-0000-0000-0000-000000000000}"/>
          </ac:spMkLst>
        </pc:spChg>
        <pc:spChg chg="mod">
          <ac:chgData name="Nileshsarjerao Gaikwad" userId="0f75e465-d06a-4558-85b2-87ecf4dfc32a" providerId="ADAL" clId="{C69D5906-29C8-5649-839C-43FCD22D0BDB}" dt="2026-09-16T13:48:33.361" v="1593" actId="1076"/>
          <ac:spMkLst>
            <pc:docMk/>
            <pc:sldMk cId="4080300133" sldId="2147483551"/>
            <ac:spMk id="9" creationId="{00000000-0000-0000-0000-000000000000}"/>
          </ac:spMkLst>
        </pc:spChg>
        <pc:spChg chg="mod">
          <ac:chgData name="Nileshsarjerao Gaikwad" userId="0f75e465-d06a-4558-85b2-87ecf4dfc32a" providerId="ADAL" clId="{C69D5906-29C8-5649-839C-43FCD22D0BDB}" dt="2026-09-16T13:48:23.638" v="1592" actId="1037"/>
          <ac:spMkLst>
            <pc:docMk/>
            <pc:sldMk cId="4080300133" sldId="2147483551"/>
            <ac:spMk id="11" creationId="{00000000-0000-0000-0000-000000000000}"/>
          </ac:spMkLst>
        </pc:spChg>
        <pc:spChg chg="mod">
          <ac:chgData name="Nileshsarjerao Gaikwad" userId="0f75e465-d06a-4558-85b2-87ecf4dfc32a" providerId="ADAL" clId="{C69D5906-29C8-5649-839C-43FCD22D0BDB}" dt="2026-09-16T13:48:17.428" v="1585" actId="14100"/>
          <ac:spMkLst>
            <pc:docMk/>
            <pc:sldMk cId="4080300133" sldId="2147483551"/>
            <ac:spMk id="12" creationId="{00000000-0000-0000-0000-000000000000}"/>
          </ac:spMkLst>
        </pc:spChg>
        <pc:spChg chg="mod">
          <ac:chgData name="Nileshsarjerao Gaikwad" userId="0f75e465-d06a-4558-85b2-87ecf4dfc32a" providerId="ADAL" clId="{C69D5906-29C8-5649-839C-43FCD22D0BDB}" dt="2026-09-16T13:48:23.638" v="1592" actId="1037"/>
          <ac:spMkLst>
            <pc:docMk/>
            <pc:sldMk cId="4080300133" sldId="2147483551"/>
            <ac:spMk id="14" creationId="{00000000-0000-0000-0000-000000000000}"/>
          </ac:spMkLst>
        </pc:spChg>
        <pc:spChg chg="mod">
          <ac:chgData name="Nileshsarjerao Gaikwad" userId="0f75e465-d06a-4558-85b2-87ecf4dfc32a" providerId="ADAL" clId="{C69D5906-29C8-5649-839C-43FCD22D0BDB}" dt="2026-09-16T13:48:17.428" v="1585" actId="14100"/>
          <ac:spMkLst>
            <pc:docMk/>
            <pc:sldMk cId="4080300133" sldId="2147483551"/>
            <ac:spMk id="15" creationId="{00000000-0000-0000-0000-000000000000}"/>
          </ac:spMkLst>
        </pc:spChg>
        <pc:spChg chg="mod">
          <ac:chgData name="Nileshsarjerao Gaikwad" userId="0f75e465-d06a-4558-85b2-87ecf4dfc32a" providerId="ADAL" clId="{C69D5906-29C8-5649-839C-43FCD22D0BDB}" dt="2026-09-16T13:48:23.638" v="1592" actId="1037"/>
          <ac:spMkLst>
            <pc:docMk/>
            <pc:sldMk cId="4080300133" sldId="2147483551"/>
            <ac:spMk id="17" creationId="{00000000-0000-0000-0000-000000000000}"/>
          </ac:spMkLst>
        </pc:spChg>
        <pc:spChg chg="mod">
          <ac:chgData name="Nileshsarjerao Gaikwad" userId="0f75e465-d06a-4558-85b2-87ecf4dfc32a" providerId="ADAL" clId="{C69D5906-29C8-5649-839C-43FCD22D0BDB}" dt="2026-09-16T13:48:17.428" v="1585" actId="14100"/>
          <ac:spMkLst>
            <pc:docMk/>
            <pc:sldMk cId="4080300133" sldId="2147483551"/>
            <ac:spMk id="18" creationId="{00000000-0000-0000-0000-000000000000}"/>
          </ac:spMkLst>
        </pc:spChg>
        <pc:spChg chg="add mod">
          <ac:chgData name="Nileshsarjerao Gaikwad" userId="0f75e465-d06a-4558-85b2-87ecf4dfc32a" providerId="ADAL" clId="{C69D5906-29C8-5649-839C-43FCD22D0BDB}" dt="2026-09-16T13:48:43.313" v="1599" actId="207"/>
          <ac:spMkLst>
            <pc:docMk/>
            <pc:sldMk cId="4080300133" sldId="2147483551"/>
            <ac:spMk id="23" creationId="{6CF18C78-90B5-23CC-71F0-C25C8305EECD}"/>
          </ac:spMkLst>
        </pc:spChg>
        <pc:spChg chg="add mod">
          <ac:chgData name="Nileshsarjerao Gaikwad" userId="0f75e465-d06a-4558-85b2-87ecf4dfc32a" providerId="ADAL" clId="{C69D5906-29C8-5649-839C-43FCD22D0BDB}" dt="2026-09-16T13:46:29.491" v="1566" actId="167"/>
          <ac:spMkLst>
            <pc:docMk/>
            <pc:sldMk cId="4080300133" sldId="2147483551"/>
            <ac:spMk id="24" creationId="{76A25147-A669-305F-57E2-C4298DECACCE}"/>
          </ac:spMkLst>
        </pc:spChg>
        <pc:spChg chg="add mod">
          <ac:chgData name="Nileshsarjerao Gaikwad" userId="0f75e465-d06a-4558-85b2-87ecf4dfc32a" providerId="ADAL" clId="{C69D5906-29C8-5649-839C-43FCD22D0BDB}" dt="2026-09-16T13:46:29.491" v="1566" actId="167"/>
          <ac:spMkLst>
            <pc:docMk/>
            <pc:sldMk cId="4080300133" sldId="2147483551"/>
            <ac:spMk id="25" creationId="{3CA6A58D-B2AF-EE78-B2A7-0F6E7D6172EB}"/>
          </ac:spMkLst>
        </pc:spChg>
        <pc:spChg chg="add mod">
          <ac:chgData name="Nileshsarjerao Gaikwad" userId="0f75e465-d06a-4558-85b2-87ecf4dfc32a" providerId="ADAL" clId="{C69D5906-29C8-5649-839C-43FCD22D0BDB}" dt="2026-09-16T13:47:15.256" v="1575" actId="167"/>
          <ac:spMkLst>
            <pc:docMk/>
            <pc:sldMk cId="4080300133" sldId="2147483551"/>
            <ac:spMk id="26" creationId="{FFFA34A3-0EFE-3009-87FC-C1DBACEACBA8}"/>
          </ac:spMkLst>
        </pc:spChg>
        <pc:spChg chg="add mod">
          <ac:chgData name="Nileshsarjerao Gaikwad" userId="0f75e465-d06a-4558-85b2-87ecf4dfc32a" providerId="ADAL" clId="{C69D5906-29C8-5649-839C-43FCD22D0BDB}" dt="2026-09-16T13:47:15.256" v="1575" actId="167"/>
          <ac:spMkLst>
            <pc:docMk/>
            <pc:sldMk cId="4080300133" sldId="2147483551"/>
            <ac:spMk id="27" creationId="{8CEA6641-338A-0009-B45B-F3C65E68F634}"/>
          </ac:spMkLst>
        </pc:spChg>
        <pc:spChg chg="add mod">
          <ac:chgData name="Nileshsarjerao Gaikwad" userId="0f75e465-d06a-4558-85b2-87ecf4dfc32a" providerId="ADAL" clId="{C69D5906-29C8-5649-839C-43FCD22D0BDB}" dt="2026-09-16T13:47:15.256" v="1575" actId="167"/>
          <ac:spMkLst>
            <pc:docMk/>
            <pc:sldMk cId="4080300133" sldId="2147483551"/>
            <ac:spMk id="28" creationId="{E93E62CB-5E0F-5F33-24AC-3FE7C9F07D78}"/>
          </ac:spMkLst>
        </pc:spChg>
      </pc:sldChg>
      <pc:sldChg chg="addSp delSp modSp add mod setBg modClrScheme modShow chgLayout">
        <pc:chgData name="Nileshsarjerao Gaikwad" userId="0f75e465-d06a-4558-85b2-87ecf4dfc32a" providerId="ADAL" clId="{C69D5906-29C8-5649-839C-43FCD22D0BDB}" dt="2026-09-16T14:17:19.805" v="1696" actId="14100"/>
        <pc:sldMkLst>
          <pc:docMk/>
          <pc:sldMk cId="1023246488" sldId="2147483552"/>
        </pc:sldMkLst>
        <pc:spChg chg="mod">
          <ac:chgData name="Nileshsarjerao Gaikwad" userId="0f75e465-d06a-4558-85b2-87ecf4dfc32a" providerId="ADAL" clId="{C69D5906-29C8-5649-839C-43FCD22D0BDB}" dt="2026-09-16T11:57:20.262" v="116" actId="403"/>
          <ac:spMkLst>
            <pc:docMk/>
            <pc:sldMk cId="1023246488" sldId="2147483552"/>
            <ac:spMk id="2" creationId="{CD528498-220C-963D-0AC6-58313ECB33A0}"/>
          </ac:spMkLst>
        </pc:spChg>
        <pc:spChg chg="mod">
          <ac:chgData name="Nileshsarjerao Gaikwad" userId="0f75e465-d06a-4558-85b2-87ecf4dfc32a" providerId="ADAL" clId="{C69D5906-29C8-5649-839C-43FCD22D0BDB}" dt="2026-09-16T11:58:08.736" v="122" actId="207"/>
          <ac:spMkLst>
            <pc:docMk/>
            <pc:sldMk cId="1023246488" sldId="2147483552"/>
            <ac:spMk id="3" creationId="{3BA60164-008C-3901-5571-A2F3247437AE}"/>
          </ac:spMkLst>
        </pc:spChg>
        <pc:spChg chg="mod">
          <ac:chgData name="Nileshsarjerao Gaikwad" userId="0f75e465-d06a-4558-85b2-87ecf4dfc32a" providerId="ADAL" clId="{C69D5906-29C8-5649-839C-43FCD22D0BDB}" dt="2026-09-16T14:17:19.805" v="1696" actId="14100"/>
          <ac:spMkLst>
            <pc:docMk/>
            <pc:sldMk cId="1023246488" sldId="2147483552"/>
            <ac:spMk id="8" creationId="{C7C027F8-54AB-F48E-A81B-9F04882743BD}"/>
          </ac:spMkLst>
        </pc:spChg>
        <pc:spChg chg="mod">
          <ac:chgData name="Nileshsarjerao Gaikwad" userId="0f75e465-d06a-4558-85b2-87ecf4dfc32a" providerId="ADAL" clId="{C69D5906-29C8-5649-839C-43FCD22D0BDB}" dt="2026-09-16T11:57:46.023" v="119" actId="14100"/>
          <ac:spMkLst>
            <pc:docMk/>
            <pc:sldMk cId="1023246488" sldId="2147483552"/>
            <ac:spMk id="10" creationId="{7CF76951-C17B-B440-173A-13729D65534D}"/>
          </ac:spMkLst>
        </pc:spChg>
        <pc:spChg chg="mod">
          <ac:chgData name="Nileshsarjerao Gaikwad" userId="0f75e465-d06a-4558-85b2-87ecf4dfc32a" providerId="ADAL" clId="{C69D5906-29C8-5649-839C-43FCD22D0BDB}" dt="2026-09-16T11:57:46.023" v="119" actId="14100"/>
          <ac:spMkLst>
            <pc:docMk/>
            <pc:sldMk cId="1023246488" sldId="2147483552"/>
            <ac:spMk id="11" creationId="{4C7347FC-5F96-D56B-1511-B565F8A3947F}"/>
          </ac:spMkLst>
        </pc:spChg>
        <pc:spChg chg="mod">
          <ac:chgData name="Nileshsarjerao Gaikwad" userId="0f75e465-d06a-4558-85b2-87ecf4dfc32a" providerId="ADAL" clId="{C69D5906-29C8-5649-839C-43FCD22D0BDB}" dt="2026-09-16T11:57:46.023" v="119" actId="14100"/>
          <ac:spMkLst>
            <pc:docMk/>
            <pc:sldMk cId="1023246488" sldId="2147483552"/>
            <ac:spMk id="12" creationId="{8758F29A-322B-C12D-56E8-82B64390FD94}"/>
          </ac:spMkLst>
        </pc:spChg>
        <pc:spChg chg="mod">
          <ac:chgData name="Nileshsarjerao Gaikwad" userId="0f75e465-d06a-4558-85b2-87ecf4dfc32a" providerId="ADAL" clId="{C69D5906-29C8-5649-839C-43FCD22D0BDB}" dt="2026-09-16T11:57:46.023" v="119" actId="14100"/>
          <ac:spMkLst>
            <pc:docMk/>
            <pc:sldMk cId="1023246488" sldId="2147483552"/>
            <ac:spMk id="13" creationId="{AC5EA90A-2823-CAD1-E9DE-6A9BCAE691C4}"/>
          </ac:spMkLst>
        </pc:spChg>
        <pc:spChg chg="mod">
          <ac:chgData name="Nileshsarjerao Gaikwad" userId="0f75e465-d06a-4558-85b2-87ecf4dfc32a" providerId="ADAL" clId="{C69D5906-29C8-5649-839C-43FCD22D0BDB}" dt="2026-09-16T11:57:46.023" v="119" actId="14100"/>
          <ac:spMkLst>
            <pc:docMk/>
            <pc:sldMk cId="1023246488" sldId="2147483552"/>
            <ac:spMk id="14" creationId="{6FF0421B-9626-5A7C-2DC2-48E2704C041E}"/>
          </ac:spMkLst>
        </pc:spChg>
        <pc:spChg chg="mod">
          <ac:chgData name="Nileshsarjerao Gaikwad" userId="0f75e465-d06a-4558-85b2-87ecf4dfc32a" providerId="ADAL" clId="{C69D5906-29C8-5649-839C-43FCD22D0BDB}" dt="2026-09-16T11:57:46.023" v="119" actId="14100"/>
          <ac:spMkLst>
            <pc:docMk/>
            <pc:sldMk cId="1023246488" sldId="2147483552"/>
            <ac:spMk id="15" creationId="{D6F24975-97AD-D2E4-5D71-55ED370910D6}"/>
          </ac:spMkLst>
        </pc:spChg>
        <pc:spChg chg="add mod">
          <ac:chgData name="Nileshsarjerao Gaikwad" userId="0f75e465-d06a-4558-85b2-87ecf4dfc32a" providerId="ADAL" clId="{C69D5906-29C8-5649-839C-43FCD22D0BDB}" dt="2026-09-16T11:57:46.023" v="119" actId="14100"/>
          <ac:spMkLst>
            <pc:docMk/>
            <pc:sldMk cId="1023246488" sldId="2147483552"/>
            <ac:spMk id="17" creationId="{94311732-CAD2-BCB4-3C17-D5867C05891C}"/>
          </ac:spMkLst>
        </pc:spChg>
        <pc:spChg chg="add mod">
          <ac:chgData name="Nileshsarjerao Gaikwad" userId="0f75e465-d06a-4558-85b2-87ecf4dfc32a" providerId="ADAL" clId="{C69D5906-29C8-5649-839C-43FCD22D0BDB}" dt="2026-09-16T11:57:46.023" v="119" actId="14100"/>
          <ac:spMkLst>
            <pc:docMk/>
            <pc:sldMk cId="1023246488" sldId="2147483552"/>
            <ac:spMk id="18" creationId="{A73AB5CC-1E7C-BBF6-477E-3D53B9DE594C}"/>
          </ac:spMkLst>
        </pc:spChg>
        <pc:spChg chg="add mod">
          <ac:chgData name="Nileshsarjerao Gaikwad" userId="0f75e465-d06a-4558-85b2-87ecf4dfc32a" providerId="ADAL" clId="{C69D5906-29C8-5649-839C-43FCD22D0BDB}" dt="2026-09-16T11:57:46.023" v="119" actId="14100"/>
          <ac:spMkLst>
            <pc:docMk/>
            <pc:sldMk cId="1023246488" sldId="2147483552"/>
            <ac:spMk id="19" creationId="{6D709D34-7DA3-814B-0ECE-C7961266566B}"/>
          </ac:spMkLst>
        </pc:spChg>
        <pc:spChg chg="add mod">
          <ac:chgData name="Nileshsarjerao Gaikwad" userId="0f75e465-d06a-4558-85b2-87ecf4dfc32a" providerId="ADAL" clId="{C69D5906-29C8-5649-839C-43FCD22D0BDB}" dt="2026-09-16T13:55:13.428" v="1686" actId="1076"/>
          <ac:spMkLst>
            <pc:docMk/>
            <pc:sldMk cId="1023246488" sldId="2147483552"/>
            <ac:spMk id="21" creationId="{81AFF2CD-A29A-7059-4DD9-C461B395CD06}"/>
          </ac:spMkLst>
        </pc:spChg>
        <pc:spChg chg="mod">
          <ac:chgData name="Nileshsarjerao Gaikwad" userId="0f75e465-d06a-4558-85b2-87ecf4dfc32a" providerId="ADAL" clId="{C69D5906-29C8-5649-839C-43FCD22D0BDB}" dt="2026-09-16T11:56:48.745" v="106" actId="1076"/>
          <ac:spMkLst>
            <pc:docMk/>
            <pc:sldMk cId="1023246488" sldId="2147483552"/>
            <ac:spMk id="28" creationId="{1DC57C67-8ACB-AE15-8A57-BD48DDCEA899}"/>
          </ac:spMkLst>
        </pc:spChg>
        <pc:cxnChg chg="add mod">
          <ac:chgData name="Nileshsarjerao Gaikwad" userId="0f75e465-d06a-4558-85b2-87ecf4dfc32a" providerId="ADAL" clId="{C69D5906-29C8-5649-839C-43FCD22D0BDB}" dt="2026-09-16T14:17:13.148" v="1695" actId="692"/>
          <ac:cxnSpMkLst>
            <pc:docMk/>
            <pc:sldMk cId="1023246488" sldId="2147483552"/>
            <ac:cxnSpMk id="24" creationId="{C256630A-C3B1-7341-961D-D92C974065C3}"/>
          </ac:cxnSpMkLst>
        </pc:cxnChg>
      </pc:sldChg>
    </pc:docChg>
  </pc:docChgLst>
  <pc:docChgLst>
    <pc:chgData name="Harsheeta Bhatia" userId="S::harsheeta.bhatia@fractal.ai::9df20dfa-2faa-4137-840d-6b77a546b7c3" providerId="AD" clId="Web-{CF5684BE-3440-7DDD-1A5A-5F5C08391FE0}"/>
    <pc:docChg chg="modSld">
      <pc:chgData name="Harsheeta Bhatia" userId="S::harsheeta.bhatia@fractal.ai::9df20dfa-2faa-4137-840d-6b77a546b7c3" providerId="AD" clId="Web-{CF5684BE-3440-7DDD-1A5A-5F5C08391FE0}" dt="2026-09-17T11:24:58.933" v="4" actId="20577"/>
      <pc:docMkLst>
        <pc:docMk/>
      </pc:docMkLst>
      <pc:sldChg chg="modSp">
        <pc:chgData name="Harsheeta Bhatia" userId="S::harsheeta.bhatia@fractal.ai::9df20dfa-2faa-4137-840d-6b77a546b7c3" providerId="AD" clId="Web-{CF5684BE-3440-7DDD-1A5A-5F5C08391FE0}" dt="2026-09-17T11:24:58.933" v="4" actId="20577"/>
        <pc:sldMkLst>
          <pc:docMk/>
          <pc:sldMk cId="0" sldId="256"/>
        </pc:sldMkLst>
        <pc:spChg chg="mod">
          <ac:chgData name="Harsheeta Bhatia" userId="S::harsheeta.bhatia@fractal.ai::9df20dfa-2faa-4137-840d-6b77a546b7c3" providerId="AD" clId="Web-{CF5684BE-3440-7DDD-1A5A-5F5C08391FE0}" dt="2026-09-17T11:24:58.933" v="4" actId="20577"/>
          <ac:spMkLst>
            <pc:docMk/>
            <pc:sldMk cId="0" sldId="256"/>
            <ac:spMk id="762" creationId="{00000000-0000-0000-0000-000000000000}"/>
          </ac:spMkLst>
        </pc:spChg>
      </pc:sldChg>
    </pc:docChg>
  </pc:docChgLst>
  <pc:docChgLst>
    <pc:chgData name="Keshav" userId="S::keshav.solan@fractal.ai::59e376af-c1af-40b2-b042-2726ff918fe3" providerId="AD" clId="Web-{10DAEAA8-65DB-FE37-1BA5-A95EEAA2EC0F}"/>
    <pc:docChg chg="modSld">
      <pc:chgData name="Keshav" userId="S::keshav.solan@fractal.ai::59e376af-c1af-40b2-b042-2726ff918fe3" providerId="AD" clId="Web-{10DAEAA8-65DB-FE37-1BA5-A95EEAA2EC0F}" dt="2026-09-14T07:47:48.936" v="2" actId="14100"/>
      <pc:docMkLst>
        <pc:docMk/>
      </pc:docMkLst>
    </pc:docChg>
  </pc:docChgLst>
  <pc:docChgLst>
    <pc:chgData name="Harsheeta Bhatia" userId="S::harsheeta.bhatia@fractal.ai::9df20dfa-2faa-4137-840d-6b77a546b7c3" providerId="AD" clId="Web-{4453650F-6EC4-6D5D-AC9F-6CA3BD10438D}"/>
    <pc:docChg chg="mod">
      <pc:chgData name="Harsheeta Bhatia" userId="S::harsheeta.bhatia@fractal.ai::9df20dfa-2faa-4137-840d-6b77a546b7c3" providerId="AD" clId="Web-{4453650F-6EC4-6D5D-AC9F-6CA3BD10438D}" dt="2026-09-13T08:08:41.210" v="0"/>
      <pc:docMkLst>
        <pc:docMk/>
      </pc:docMkLst>
    </pc:docChg>
  </pc:docChgLst>
  <pc:docChgLst>
    <pc:chgData name="Harsheeta Bhatia" userId="S::harsheeta.bhatia@fractal.ai::9df20dfa-2faa-4137-840d-6b77a546b7c3" providerId="AD" clId="Web-{19B7D466-0857-F4D5-9FD0-232F07099AAD}"/>
    <pc:docChg chg="addSld modSld sldOrd">
      <pc:chgData name="Harsheeta Bhatia" userId="S::harsheeta.bhatia@fractal.ai::9df20dfa-2faa-4137-840d-6b77a546b7c3" providerId="AD" clId="Web-{19B7D466-0857-F4D5-9FD0-232F07099AAD}" dt="2026-09-16T08:38:25.795" v="587"/>
      <pc:docMkLst>
        <pc:docMk/>
      </pc:docMkLst>
      <pc:sldChg chg="ord">
        <pc:chgData name="Harsheeta Bhatia" userId="S::harsheeta.bhatia@fractal.ai::9df20dfa-2faa-4137-840d-6b77a546b7c3" providerId="AD" clId="Web-{19B7D466-0857-F4D5-9FD0-232F07099AAD}" dt="2026-09-16T08:38:16.685" v="586"/>
        <pc:sldMkLst>
          <pc:docMk/>
          <pc:sldMk cId="218663445" sldId="2147483169"/>
        </pc:sldMkLst>
      </pc:sldChg>
      <pc:sldChg chg="addSp delSp modSp add ord replId">
        <pc:chgData name="Harsheeta Bhatia" userId="S::harsheeta.bhatia@fractal.ai::9df20dfa-2faa-4137-840d-6b77a546b7c3" providerId="AD" clId="Web-{19B7D466-0857-F4D5-9FD0-232F07099AAD}" dt="2026-09-16T08:25:35.648" v="484"/>
        <pc:sldMkLst>
          <pc:docMk/>
          <pc:sldMk cId="3298756361" sldId="2147483525"/>
        </pc:sldMkLst>
      </pc:sldChg>
      <pc:sldChg chg="addSp delSp modSp add ord replId">
        <pc:chgData name="Harsheeta Bhatia" userId="S::harsheeta.bhatia@fractal.ai::9df20dfa-2faa-4137-840d-6b77a546b7c3" providerId="AD" clId="Web-{19B7D466-0857-F4D5-9FD0-232F07099AAD}" dt="2026-09-16T08:25:38.023" v="485"/>
        <pc:sldMkLst>
          <pc:docMk/>
          <pc:sldMk cId="2182636506" sldId="2147483526"/>
        </pc:sldMkLst>
      </pc:sldChg>
      <pc:sldChg chg="add">
        <pc:chgData name="Harsheeta Bhatia" userId="S::harsheeta.bhatia@fractal.ai::9df20dfa-2faa-4137-840d-6b77a546b7c3" providerId="AD" clId="Web-{19B7D466-0857-F4D5-9FD0-232F07099AAD}" dt="2026-09-16T08:26:36.978" v="486"/>
        <pc:sldMkLst>
          <pc:docMk/>
          <pc:sldMk cId="1647173848" sldId="2147483527"/>
        </pc:sldMkLst>
      </pc:sldChg>
      <pc:sldChg chg="addSp delSp modSp add">
        <pc:chgData name="Harsheeta Bhatia" userId="S::harsheeta.bhatia@fractal.ai::9df20dfa-2faa-4137-840d-6b77a546b7c3" providerId="AD" clId="Web-{19B7D466-0857-F4D5-9FD0-232F07099AAD}" dt="2026-09-16T08:29:19.795" v="545" actId="20577"/>
        <pc:sldMkLst>
          <pc:docMk/>
          <pc:sldMk cId="671927568" sldId="2147483528"/>
        </pc:sldMkLst>
        <pc:spChg chg="mod">
          <ac:chgData name="Harsheeta Bhatia" userId="S::harsheeta.bhatia@fractal.ai::9df20dfa-2faa-4137-840d-6b77a546b7c3" providerId="AD" clId="Web-{19B7D466-0857-F4D5-9FD0-232F07099AAD}" dt="2026-09-16T08:28:33.232" v="510" actId="1076"/>
          <ac:spMkLst>
            <pc:docMk/>
            <pc:sldMk cId="671927568" sldId="2147483528"/>
            <ac:spMk id="7" creationId="{00000000-0000-0000-0000-000000000000}"/>
          </ac:spMkLst>
        </pc:spChg>
        <pc:spChg chg="mod">
          <ac:chgData name="Harsheeta Bhatia" userId="S::harsheeta.bhatia@fractal.ai::9df20dfa-2faa-4137-840d-6b77a546b7c3" providerId="AD" clId="Web-{19B7D466-0857-F4D5-9FD0-232F07099AAD}" dt="2026-09-16T08:28:33.247" v="511" actId="1076"/>
          <ac:spMkLst>
            <pc:docMk/>
            <pc:sldMk cId="671927568" sldId="2147483528"/>
            <ac:spMk id="8" creationId="{00000000-0000-0000-0000-000000000000}"/>
          </ac:spMkLst>
        </pc:spChg>
        <pc:spChg chg="mod">
          <ac:chgData name="Harsheeta Bhatia" userId="S::harsheeta.bhatia@fractal.ai::9df20dfa-2faa-4137-840d-6b77a546b7c3" providerId="AD" clId="Web-{19B7D466-0857-F4D5-9FD0-232F07099AAD}" dt="2026-09-16T08:28:33.294" v="513" actId="1076"/>
          <ac:spMkLst>
            <pc:docMk/>
            <pc:sldMk cId="671927568" sldId="2147483528"/>
            <ac:spMk id="10" creationId="{00000000-0000-0000-0000-000000000000}"/>
          </ac:spMkLst>
        </pc:spChg>
        <pc:spChg chg="mod">
          <ac:chgData name="Harsheeta Bhatia" userId="S::harsheeta.bhatia@fractal.ai::9df20dfa-2faa-4137-840d-6b77a546b7c3" providerId="AD" clId="Web-{19B7D466-0857-F4D5-9FD0-232F07099AAD}" dt="2026-09-16T08:28:33.310" v="514" actId="1076"/>
          <ac:spMkLst>
            <pc:docMk/>
            <pc:sldMk cId="671927568" sldId="2147483528"/>
            <ac:spMk id="11" creationId="{00000000-0000-0000-0000-000000000000}"/>
          </ac:spMkLst>
        </pc:spChg>
        <pc:spChg chg="mod">
          <ac:chgData name="Harsheeta Bhatia" userId="S::harsheeta.bhatia@fractal.ai::9df20dfa-2faa-4137-840d-6b77a546b7c3" providerId="AD" clId="Web-{19B7D466-0857-F4D5-9FD0-232F07099AAD}" dt="2026-09-16T08:28:33.341" v="516" actId="1076"/>
          <ac:spMkLst>
            <pc:docMk/>
            <pc:sldMk cId="671927568" sldId="2147483528"/>
            <ac:spMk id="13" creationId="{00000000-0000-0000-0000-000000000000}"/>
          </ac:spMkLst>
        </pc:spChg>
        <pc:spChg chg="mod">
          <ac:chgData name="Harsheeta Bhatia" userId="S::harsheeta.bhatia@fractal.ai::9df20dfa-2faa-4137-840d-6b77a546b7c3" providerId="AD" clId="Web-{19B7D466-0857-F4D5-9FD0-232F07099AAD}" dt="2026-09-16T08:28:33.372" v="517" actId="1076"/>
          <ac:spMkLst>
            <pc:docMk/>
            <pc:sldMk cId="671927568" sldId="2147483528"/>
            <ac:spMk id="14" creationId="{00000000-0000-0000-0000-000000000000}"/>
          </ac:spMkLst>
        </pc:spChg>
        <pc:spChg chg="mod">
          <ac:chgData name="Harsheeta Bhatia" userId="S::harsheeta.bhatia@fractal.ai::9df20dfa-2faa-4137-840d-6b77a546b7c3" providerId="AD" clId="Web-{19B7D466-0857-F4D5-9FD0-232F07099AAD}" dt="2026-09-16T08:28:33.388" v="518" actId="1076"/>
          <ac:spMkLst>
            <pc:docMk/>
            <pc:sldMk cId="671927568" sldId="2147483528"/>
            <ac:spMk id="15" creationId="{00000000-0000-0000-0000-000000000000}"/>
          </ac:spMkLst>
        </pc:spChg>
        <pc:spChg chg="mod">
          <ac:chgData name="Harsheeta Bhatia" userId="S::harsheeta.bhatia@fractal.ai::9df20dfa-2faa-4137-840d-6b77a546b7c3" providerId="AD" clId="Web-{19B7D466-0857-F4D5-9FD0-232F07099AAD}" dt="2026-09-16T08:28:33.403" v="519" actId="1076"/>
          <ac:spMkLst>
            <pc:docMk/>
            <pc:sldMk cId="671927568" sldId="2147483528"/>
            <ac:spMk id="16" creationId="{00000000-0000-0000-0000-000000000000}"/>
          </ac:spMkLst>
        </pc:spChg>
        <pc:spChg chg="mod">
          <ac:chgData name="Harsheeta Bhatia" userId="S::harsheeta.bhatia@fractal.ai::9df20dfa-2faa-4137-840d-6b77a546b7c3" providerId="AD" clId="Web-{19B7D466-0857-F4D5-9FD0-232F07099AAD}" dt="2026-09-16T08:28:33.419" v="520" actId="1076"/>
          <ac:spMkLst>
            <pc:docMk/>
            <pc:sldMk cId="671927568" sldId="2147483528"/>
            <ac:spMk id="17" creationId="{00000000-0000-0000-0000-000000000000}"/>
          </ac:spMkLst>
        </pc:spChg>
      </pc:sldChg>
      <pc:sldChg chg="add">
        <pc:chgData name="Harsheeta Bhatia" userId="S::harsheeta.bhatia@fractal.ai::9df20dfa-2faa-4137-840d-6b77a546b7c3" providerId="AD" clId="Web-{19B7D466-0857-F4D5-9FD0-232F07099AAD}" dt="2026-09-16T08:32:51.661" v="546"/>
        <pc:sldMkLst>
          <pc:docMk/>
          <pc:sldMk cId="751605664" sldId="2147483529"/>
        </pc:sldMkLst>
      </pc:sldChg>
      <pc:sldChg chg="add">
        <pc:chgData name="Harsheeta Bhatia" userId="S::harsheeta.bhatia@fractal.ai::9df20dfa-2faa-4137-840d-6b77a546b7c3" providerId="AD" clId="Web-{19B7D466-0857-F4D5-9FD0-232F07099AAD}" dt="2026-09-16T08:33:07.599" v="547"/>
        <pc:sldMkLst>
          <pc:docMk/>
          <pc:sldMk cId="1747842636" sldId="2147483530"/>
        </pc:sldMkLst>
      </pc:sldChg>
      <pc:sldChg chg="add">
        <pc:chgData name="Harsheeta Bhatia" userId="S::harsheeta.bhatia@fractal.ai::9df20dfa-2faa-4137-840d-6b77a546b7c3" providerId="AD" clId="Web-{19B7D466-0857-F4D5-9FD0-232F07099AAD}" dt="2026-09-16T08:34:36.414" v="548"/>
        <pc:sldMkLst>
          <pc:docMk/>
          <pc:sldMk cId="1398848814" sldId="2147483531"/>
        </pc:sldMkLst>
      </pc:sldChg>
      <pc:sldChg chg="add">
        <pc:chgData name="Harsheeta Bhatia" userId="S::harsheeta.bhatia@fractal.ai::9df20dfa-2faa-4137-840d-6b77a546b7c3" providerId="AD" clId="Web-{19B7D466-0857-F4D5-9FD0-232F07099AAD}" dt="2026-09-16T08:34:36.492" v="549"/>
        <pc:sldMkLst>
          <pc:docMk/>
          <pc:sldMk cId="1870335399" sldId="2147483532"/>
        </pc:sldMkLst>
      </pc:sldChg>
      <pc:sldChg chg="add">
        <pc:chgData name="Harsheeta Bhatia" userId="S::harsheeta.bhatia@fractal.ai::9df20dfa-2faa-4137-840d-6b77a546b7c3" providerId="AD" clId="Web-{19B7D466-0857-F4D5-9FD0-232F07099AAD}" dt="2026-09-16T08:34:36.601" v="550"/>
        <pc:sldMkLst>
          <pc:docMk/>
          <pc:sldMk cId="1793961645" sldId="2147483533"/>
        </pc:sldMkLst>
      </pc:sldChg>
      <pc:sldChg chg="add">
        <pc:chgData name="Harsheeta Bhatia" userId="S::harsheeta.bhatia@fractal.ai::9df20dfa-2faa-4137-840d-6b77a546b7c3" providerId="AD" clId="Web-{19B7D466-0857-F4D5-9FD0-232F07099AAD}" dt="2026-09-16T08:34:36.695" v="551"/>
        <pc:sldMkLst>
          <pc:docMk/>
          <pc:sldMk cId="706533982" sldId="2147483534"/>
        </pc:sldMkLst>
      </pc:sldChg>
      <pc:sldChg chg="add">
        <pc:chgData name="Harsheeta Bhatia" userId="S::harsheeta.bhatia@fractal.ai::9df20dfa-2faa-4137-840d-6b77a546b7c3" providerId="AD" clId="Web-{19B7D466-0857-F4D5-9FD0-232F07099AAD}" dt="2026-09-16T08:34:36.804" v="552"/>
        <pc:sldMkLst>
          <pc:docMk/>
          <pc:sldMk cId="1679848520" sldId="2147483535"/>
        </pc:sldMkLst>
      </pc:sldChg>
      <pc:sldChg chg="add">
        <pc:chgData name="Harsheeta Bhatia" userId="S::harsheeta.bhatia@fractal.ai::9df20dfa-2faa-4137-840d-6b77a546b7c3" providerId="AD" clId="Web-{19B7D466-0857-F4D5-9FD0-232F07099AAD}" dt="2026-09-16T08:34:36.898" v="553"/>
        <pc:sldMkLst>
          <pc:docMk/>
          <pc:sldMk cId="471586980" sldId="2147483536"/>
        </pc:sldMkLst>
      </pc:sldChg>
      <pc:sldChg chg="add">
        <pc:chgData name="Harsheeta Bhatia" userId="S::harsheeta.bhatia@fractal.ai::9df20dfa-2faa-4137-840d-6b77a546b7c3" providerId="AD" clId="Web-{19B7D466-0857-F4D5-9FD0-232F07099AAD}" dt="2026-09-16T08:34:37.007" v="554"/>
        <pc:sldMkLst>
          <pc:docMk/>
          <pc:sldMk cId="1405224791" sldId="2147483537"/>
        </pc:sldMkLst>
      </pc:sldChg>
      <pc:sldChg chg="add">
        <pc:chgData name="Harsheeta Bhatia" userId="S::harsheeta.bhatia@fractal.ai::9df20dfa-2faa-4137-840d-6b77a546b7c3" providerId="AD" clId="Web-{19B7D466-0857-F4D5-9FD0-232F07099AAD}" dt="2026-09-16T08:34:37.117" v="555"/>
        <pc:sldMkLst>
          <pc:docMk/>
          <pc:sldMk cId="1139653655" sldId="2147483538"/>
        </pc:sldMkLst>
      </pc:sldChg>
      <pc:sldChg chg="add">
        <pc:chgData name="Harsheeta Bhatia" userId="S::harsheeta.bhatia@fractal.ai::9df20dfa-2faa-4137-840d-6b77a546b7c3" providerId="AD" clId="Web-{19B7D466-0857-F4D5-9FD0-232F07099AAD}" dt="2026-09-16T08:34:37.211" v="556"/>
        <pc:sldMkLst>
          <pc:docMk/>
          <pc:sldMk cId="995910998" sldId="2147483539"/>
        </pc:sldMkLst>
      </pc:sldChg>
      <pc:sldChg chg="add">
        <pc:chgData name="Harsheeta Bhatia" userId="S::harsheeta.bhatia@fractal.ai::9df20dfa-2faa-4137-840d-6b77a546b7c3" providerId="AD" clId="Web-{19B7D466-0857-F4D5-9FD0-232F07099AAD}" dt="2026-09-16T08:34:37.289" v="557"/>
        <pc:sldMkLst>
          <pc:docMk/>
          <pc:sldMk cId="840916372" sldId="2147483540"/>
        </pc:sldMkLst>
      </pc:sldChg>
      <pc:sldChg chg="addSp delSp modSp add ord">
        <pc:chgData name="Harsheeta Bhatia" userId="S::harsheeta.bhatia@fractal.ai::9df20dfa-2faa-4137-840d-6b77a546b7c3" providerId="AD" clId="Web-{19B7D466-0857-F4D5-9FD0-232F07099AAD}" dt="2026-09-16T08:38:15.123" v="585"/>
        <pc:sldMkLst>
          <pc:docMk/>
          <pc:sldMk cId="3116598306" sldId="2147483541"/>
        </pc:sldMkLst>
        <pc:spChg chg="mod">
          <ac:chgData name="Harsheeta Bhatia" userId="S::harsheeta.bhatia@fractal.ai::9df20dfa-2faa-4137-840d-6b77a546b7c3" providerId="AD" clId="Web-{19B7D466-0857-F4D5-9FD0-232F07099AAD}" dt="2026-09-16T08:35:45.072" v="559" actId="1076"/>
          <ac:spMkLst>
            <pc:docMk/>
            <pc:sldMk cId="3116598306" sldId="2147483541"/>
            <ac:spMk id="11" creationId="{00000000-0000-0000-0000-000000000000}"/>
          </ac:spMkLst>
        </pc:spChg>
        <pc:spChg chg="mod">
          <ac:chgData name="Harsheeta Bhatia" userId="S::harsheeta.bhatia@fractal.ai::9df20dfa-2faa-4137-840d-6b77a546b7c3" providerId="AD" clId="Web-{19B7D466-0857-F4D5-9FD0-232F07099AAD}" dt="2026-09-16T08:35:45.072" v="560" actId="1076"/>
          <ac:spMkLst>
            <pc:docMk/>
            <pc:sldMk cId="3116598306" sldId="2147483541"/>
            <ac:spMk id="12" creationId="{00000000-0000-0000-0000-000000000000}"/>
          </ac:spMkLst>
        </pc:spChg>
        <pc:spChg chg="mod">
          <ac:chgData name="Harsheeta Bhatia" userId="S::harsheeta.bhatia@fractal.ai::9df20dfa-2faa-4137-840d-6b77a546b7c3" providerId="AD" clId="Web-{19B7D466-0857-F4D5-9FD0-232F07099AAD}" dt="2026-09-16T08:35:45.087" v="561" actId="1076"/>
          <ac:spMkLst>
            <pc:docMk/>
            <pc:sldMk cId="3116598306" sldId="2147483541"/>
            <ac:spMk id="13" creationId="{00000000-0000-0000-0000-000000000000}"/>
          </ac:spMkLst>
        </pc:spChg>
      </pc:sldChg>
      <pc:sldChg chg="add">
        <pc:chgData name="Harsheeta Bhatia" userId="S::harsheeta.bhatia@fractal.ai::9df20dfa-2faa-4137-840d-6b77a546b7c3" providerId="AD" clId="Web-{19B7D466-0857-F4D5-9FD0-232F07099AAD}" dt="2026-09-16T08:36:39.198" v="574"/>
        <pc:sldMkLst>
          <pc:docMk/>
          <pc:sldMk cId="1720272645" sldId="2147483542"/>
        </pc:sldMkLst>
      </pc:sldChg>
      <pc:sldChg chg="add ord">
        <pc:chgData name="Harsheeta Bhatia" userId="S::harsheeta.bhatia@fractal.ai::9df20dfa-2faa-4137-840d-6b77a546b7c3" providerId="AD" clId="Web-{19B7D466-0857-F4D5-9FD0-232F07099AAD}" dt="2026-09-16T08:38:14.623" v="584"/>
        <pc:sldMkLst>
          <pc:docMk/>
          <pc:sldMk cId="3661146521" sldId="2147483543"/>
        </pc:sldMkLst>
      </pc:sldChg>
      <pc:sldMasterChg chg="addSldLayout">
        <pc:chgData name="Harsheeta Bhatia" userId="S::harsheeta.bhatia@fractal.ai::9df20dfa-2faa-4137-840d-6b77a546b7c3" providerId="AD" clId="Web-{19B7D466-0857-F4D5-9FD0-232F07099AAD}" dt="2026-09-16T08:16:24.602" v="327"/>
        <pc:sldMasterMkLst>
          <pc:docMk/>
          <pc:sldMasterMk cId="4249661620" sldId="2147483650"/>
        </pc:sldMasterMkLst>
      </pc:sldMasterChg>
    </pc:docChg>
  </pc:docChgLst>
  <pc:docChgLst>
    <pc:chgData name="Arnab Roy" userId="786cf71e-3f48-487b-b140-ceb3cd082f75" providerId="ADAL" clId="{62E92DC3-D68C-4CF7-98ED-A2322BD20EDF}"/>
    <pc:docChg chg="undo custSel addSld delSld modSld modNotesMaster">
      <pc:chgData name="Arnab Roy" userId="786cf71e-3f48-487b-b140-ceb3cd082f75" providerId="ADAL" clId="{62E92DC3-D68C-4CF7-98ED-A2322BD20EDF}" dt="2026-09-16T11:28:48.507" v="115" actId="571"/>
      <pc:docMkLst>
        <pc:docMk/>
      </pc:docMkLst>
      <pc:sldChg chg="addSp delSp modSp mod setBg">
        <pc:chgData name="Arnab Roy" userId="786cf71e-3f48-487b-b140-ceb3cd082f75" providerId="ADAL" clId="{62E92DC3-D68C-4CF7-98ED-A2322BD20EDF}" dt="2026-09-16T11:08:08.049" v="107" actId="26606"/>
        <pc:sldMkLst>
          <pc:docMk/>
          <pc:sldMk cId="3298756361" sldId="2147483525"/>
        </pc:sldMkLst>
        <pc:spChg chg="add">
          <ac:chgData name="Arnab Roy" userId="786cf71e-3f48-487b-b140-ceb3cd082f75" providerId="ADAL" clId="{62E92DC3-D68C-4CF7-98ED-A2322BD20EDF}" dt="2026-09-16T11:08:08.049" v="107" actId="26606"/>
          <ac:spMkLst>
            <pc:docMk/>
            <pc:sldMk cId="3298756361" sldId="2147483525"/>
            <ac:spMk id="9" creationId="{00000000-0000-0000-0000-000000000000}"/>
          </ac:spMkLst>
        </pc:spChg>
        <pc:spChg chg="add">
          <ac:chgData name="Arnab Roy" userId="786cf71e-3f48-487b-b140-ceb3cd082f75" providerId="ADAL" clId="{62E92DC3-D68C-4CF7-98ED-A2322BD20EDF}" dt="2026-09-16T11:08:08.049" v="107" actId="26606"/>
          <ac:spMkLst>
            <pc:docMk/>
            <pc:sldMk cId="3298756361" sldId="2147483525"/>
            <ac:spMk id="12" creationId="{00000000-0000-0000-0000-000000000000}"/>
          </ac:spMkLst>
        </pc:spChg>
        <pc:spChg chg="add">
          <ac:chgData name="Arnab Roy" userId="786cf71e-3f48-487b-b140-ceb3cd082f75" providerId="ADAL" clId="{62E92DC3-D68C-4CF7-98ED-A2322BD20EDF}" dt="2026-09-16T11:08:08.049" v="107" actId="26606"/>
          <ac:spMkLst>
            <pc:docMk/>
            <pc:sldMk cId="3298756361" sldId="2147483525"/>
            <ac:spMk id="13" creationId="{00000000-0000-0000-0000-000000000000}"/>
          </ac:spMkLst>
        </pc:spChg>
        <pc:spChg chg="add">
          <ac:chgData name="Arnab Roy" userId="786cf71e-3f48-487b-b140-ceb3cd082f75" providerId="ADAL" clId="{62E92DC3-D68C-4CF7-98ED-A2322BD20EDF}" dt="2026-09-16T11:08:08.049" v="107" actId="26606"/>
          <ac:spMkLst>
            <pc:docMk/>
            <pc:sldMk cId="3298756361" sldId="2147483525"/>
            <ac:spMk id="15" creationId="{00000000-0000-0000-0000-000000000000}"/>
          </ac:spMkLst>
        </pc:spChg>
        <pc:spChg chg="add">
          <ac:chgData name="Arnab Roy" userId="786cf71e-3f48-487b-b140-ceb3cd082f75" providerId="ADAL" clId="{62E92DC3-D68C-4CF7-98ED-A2322BD20EDF}" dt="2026-09-16T11:08:08.049" v="107" actId="26606"/>
          <ac:spMkLst>
            <pc:docMk/>
            <pc:sldMk cId="3298756361" sldId="2147483525"/>
            <ac:spMk id="16" creationId="{00000000-0000-0000-0000-000000000000}"/>
          </ac:spMkLst>
        </pc:spChg>
      </pc:sldChg>
      <pc:sldChg chg="addSp delSp modSp mod setBg">
        <pc:chgData name="Arnab Roy" userId="786cf71e-3f48-487b-b140-ceb3cd082f75" providerId="ADAL" clId="{62E92DC3-D68C-4CF7-98ED-A2322BD20EDF}" dt="2026-09-16T11:08:08.049" v="107" actId="26606"/>
        <pc:sldMkLst>
          <pc:docMk/>
          <pc:sldMk cId="2182636506" sldId="2147483526"/>
        </pc:sldMkLst>
        <pc:spChg chg="add">
          <ac:chgData name="Arnab Roy" userId="786cf71e-3f48-487b-b140-ceb3cd082f75" providerId="ADAL" clId="{62E92DC3-D68C-4CF7-98ED-A2322BD20EDF}" dt="2026-09-16T11:08:08.049" v="107" actId="26606"/>
          <ac:spMkLst>
            <pc:docMk/>
            <pc:sldMk cId="2182636506" sldId="2147483526"/>
            <ac:spMk id="7" creationId="{00000000-0000-0000-0000-000000000000}"/>
          </ac:spMkLst>
        </pc:spChg>
        <pc:spChg chg="add">
          <ac:chgData name="Arnab Roy" userId="786cf71e-3f48-487b-b140-ceb3cd082f75" providerId="ADAL" clId="{62E92DC3-D68C-4CF7-98ED-A2322BD20EDF}" dt="2026-09-16T11:08:08.049" v="107" actId="26606"/>
          <ac:spMkLst>
            <pc:docMk/>
            <pc:sldMk cId="2182636506" sldId="2147483526"/>
            <ac:spMk id="8" creationId="{00000000-0000-0000-0000-000000000000}"/>
          </ac:spMkLst>
        </pc:spChg>
        <pc:spChg chg="add">
          <ac:chgData name="Arnab Roy" userId="786cf71e-3f48-487b-b140-ceb3cd082f75" providerId="ADAL" clId="{62E92DC3-D68C-4CF7-98ED-A2322BD20EDF}" dt="2026-09-16T11:08:08.049" v="107" actId="26606"/>
          <ac:spMkLst>
            <pc:docMk/>
            <pc:sldMk cId="2182636506" sldId="2147483526"/>
            <ac:spMk id="11"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1647173848" sldId="2147483527"/>
        </pc:sldMkLst>
        <pc:spChg chg="add">
          <ac:chgData name="Arnab Roy" userId="786cf71e-3f48-487b-b140-ceb3cd082f75" providerId="ADAL" clId="{62E92DC3-D68C-4CF7-98ED-A2322BD20EDF}" dt="2026-09-16T11:08:08.049" v="107" actId="26606"/>
          <ac:spMkLst>
            <pc:docMk/>
            <pc:sldMk cId="1647173848" sldId="2147483527"/>
            <ac:spMk id="9" creationId="{00000000-0000-0000-0000-000000000000}"/>
          </ac:spMkLst>
        </pc:spChg>
        <pc:spChg chg="add">
          <ac:chgData name="Arnab Roy" userId="786cf71e-3f48-487b-b140-ceb3cd082f75" providerId="ADAL" clId="{62E92DC3-D68C-4CF7-98ED-A2322BD20EDF}" dt="2026-09-16T11:08:08.049" v="107" actId="26606"/>
          <ac:spMkLst>
            <pc:docMk/>
            <pc:sldMk cId="1647173848" sldId="2147483527"/>
            <ac:spMk id="11" creationId="{00000000-0000-0000-0000-000000000000}"/>
          </ac:spMkLst>
        </pc:spChg>
      </pc:sldChg>
      <pc:sldChg chg="addSp delSp modSp mod">
        <pc:chgData name="Arnab Roy" userId="786cf71e-3f48-487b-b140-ceb3cd082f75" providerId="ADAL" clId="{62E92DC3-D68C-4CF7-98ED-A2322BD20EDF}" dt="2026-09-16T11:24:58.653" v="112" actId="478"/>
        <pc:sldMkLst>
          <pc:docMk/>
          <pc:sldMk cId="671927568" sldId="2147483528"/>
        </pc:sldMkLst>
        <pc:spChg chg="mod">
          <ac:chgData name="Arnab Roy" userId="786cf71e-3f48-487b-b140-ceb3cd082f75" providerId="ADAL" clId="{62E92DC3-D68C-4CF7-98ED-A2322BD20EDF}" dt="2026-09-16T11:08:08.049" v="107" actId="26606"/>
          <ac:spMkLst>
            <pc:docMk/>
            <pc:sldMk cId="671927568" sldId="2147483528"/>
            <ac:spMk id="10" creationId="{00000000-0000-0000-0000-000000000000}"/>
          </ac:spMkLst>
        </pc:spChg>
        <pc:spChg chg="mod">
          <ac:chgData name="Arnab Roy" userId="786cf71e-3f48-487b-b140-ceb3cd082f75" providerId="ADAL" clId="{62E92DC3-D68C-4CF7-98ED-A2322BD20EDF}" dt="2026-09-16T11:08:08.049" v="107" actId="26606"/>
          <ac:spMkLst>
            <pc:docMk/>
            <pc:sldMk cId="671927568" sldId="2147483528"/>
            <ac:spMk id="11" creationId="{00000000-0000-0000-0000-000000000000}"/>
          </ac:spMkLst>
        </pc:spChg>
        <pc:spChg chg="mod">
          <ac:chgData name="Arnab Roy" userId="786cf71e-3f48-487b-b140-ceb3cd082f75" providerId="ADAL" clId="{62E92DC3-D68C-4CF7-98ED-A2322BD20EDF}" dt="2026-09-16T11:08:08.049" v="107" actId="26606"/>
          <ac:spMkLst>
            <pc:docMk/>
            <pc:sldMk cId="671927568" sldId="2147483528"/>
            <ac:spMk id="13" creationId="{00000000-0000-0000-0000-000000000000}"/>
          </ac:spMkLst>
        </pc:spChg>
        <pc:spChg chg="mod">
          <ac:chgData name="Arnab Roy" userId="786cf71e-3f48-487b-b140-ceb3cd082f75" providerId="ADAL" clId="{62E92DC3-D68C-4CF7-98ED-A2322BD20EDF}" dt="2026-09-16T11:08:08.049" v="107" actId="26606"/>
          <ac:spMkLst>
            <pc:docMk/>
            <pc:sldMk cId="671927568" sldId="2147483528"/>
            <ac:spMk id="14" creationId="{00000000-0000-0000-0000-000000000000}"/>
          </ac:spMkLst>
        </pc:spChg>
        <pc:spChg chg="mod">
          <ac:chgData name="Arnab Roy" userId="786cf71e-3f48-487b-b140-ceb3cd082f75" providerId="ADAL" clId="{62E92DC3-D68C-4CF7-98ED-A2322BD20EDF}" dt="2026-09-16T11:08:08.049" v="107" actId="26606"/>
          <ac:spMkLst>
            <pc:docMk/>
            <pc:sldMk cId="671927568" sldId="2147483528"/>
            <ac:spMk id="17"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751605664" sldId="2147483529"/>
        </pc:sldMkLst>
      </pc:sldChg>
      <pc:sldChg chg="addSp delSp modSp mod">
        <pc:chgData name="Arnab Roy" userId="786cf71e-3f48-487b-b140-ceb3cd082f75" providerId="ADAL" clId="{62E92DC3-D68C-4CF7-98ED-A2322BD20EDF}" dt="2026-09-16T11:08:08.049" v="107" actId="26606"/>
        <pc:sldMkLst>
          <pc:docMk/>
          <pc:sldMk cId="1747842636" sldId="2147483530"/>
        </pc:sldMkLst>
        <pc:spChg chg="add">
          <ac:chgData name="Arnab Roy" userId="786cf71e-3f48-487b-b140-ceb3cd082f75" providerId="ADAL" clId="{62E92DC3-D68C-4CF7-98ED-A2322BD20EDF}" dt="2026-09-16T11:08:08.049" v="107" actId="26606"/>
          <ac:spMkLst>
            <pc:docMk/>
            <pc:sldMk cId="1747842636" sldId="2147483530"/>
            <ac:spMk id="10" creationId="{00000000-0000-0000-0000-000000000000}"/>
          </ac:spMkLst>
        </pc:spChg>
        <pc:spChg chg="add">
          <ac:chgData name="Arnab Roy" userId="786cf71e-3f48-487b-b140-ceb3cd082f75" providerId="ADAL" clId="{62E92DC3-D68C-4CF7-98ED-A2322BD20EDF}" dt="2026-09-16T11:08:08.049" v="107" actId="26606"/>
          <ac:spMkLst>
            <pc:docMk/>
            <pc:sldMk cId="1747842636" sldId="2147483530"/>
            <ac:spMk id="13" creationId="{00000000-0000-0000-0000-000000000000}"/>
          </ac:spMkLst>
        </pc:spChg>
        <pc:spChg chg="add">
          <ac:chgData name="Arnab Roy" userId="786cf71e-3f48-487b-b140-ceb3cd082f75" providerId="ADAL" clId="{62E92DC3-D68C-4CF7-98ED-A2322BD20EDF}" dt="2026-09-16T11:08:08.049" v="107" actId="26606"/>
          <ac:spMkLst>
            <pc:docMk/>
            <pc:sldMk cId="1747842636" sldId="2147483530"/>
            <ac:spMk id="15" creationId="{00000000-0000-0000-0000-000000000000}"/>
          </ac:spMkLst>
        </pc:spChg>
        <pc:spChg chg="add">
          <ac:chgData name="Arnab Roy" userId="786cf71e-3f48-487b-b140-ceb3cd082f75" providerId="ADAL" clId="{62E92DC3-D68C-4CF7-98ED-A2322BD20EDF}" dt="2026-09-16T11:08:08.049" v="107" actId="26606"/>
          <ac:spMkLst>
            <pc:docMk/>
            <pc:sldMk cId="1747842636" sldId="2147483530"/>
            <ac:spMk id="16" creationId="{00000000-0000-0000-0000-000000000000}"/>
          </ac:spMkLst>
        </pc:spChg>
        <pc:spChg chg="add">
          <ac:chgData name="Arnab Roy" userId="786cf71e-3f48-487b-b140-ceb3cd082f75" providerId="ADAL" clId="{62E92DC3-D68C-4CF7-98ED-A2322BD20EDF}" dt="2026-09-16T11:08:08.049" v="107" actId="26606"/>
          <ac:spMkLst>
            <pc:docMk/>
            <pc:sldMk cId="1747842636" sldId="2147483530"/>
            <ac:spMk id="19" creationId="{00000000-0000-0000-0000-000000000000}"/>
          </ac:spMkLst>
        </pc:spChg>
        <pc:spChg chg="add">
          <ac:chgData name="Arnab Roy" userId="786cf71e-3f48-487b-b140-ceb3cd082f75" providerId="ADAL" clId="{62E92DC3-D68C-4CF7-98ED-A2322BD20EDF}" dt="2026-09-16T11:08:08.049" v="107" actId="26606"/>
          <ac:spMkLst>
            <pc:docMk/>
            <pc:sldMk cId="1747842636" sldId="2147483530"/>
            <ac:spMk id="22"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1398848814" sldId="2147483531"/>
        </pc:sldMkLst>
        <pc:spChg chg="add">
          <ac:chgData name="Arnab Roy" userId="786cf71e-3f48-487b-b140-ceb3cd082f75" providerId="ADAL" clId="{62E92DC3-D68C-4CF7-98ED-A2322BD20EDF}" dt="2026-09-16T11:08:08.049" v="107" actId="26606"/>
          <ac:spMkLst>
            <pc:docMk/>
            <pc:sldMk cId="1398848814" sldId="2147483531"/>
            <ac:spMk id="9" creationId="{00000000-0000-0000-0000-000000000000}"/>
          </ac:spMkLst>
        </pc:spChg>
        <pc:spChg chg="add">
          <ac:chgData name="Arnab Roy" userId="786cf71e-3f48-487b-b140-ceb3cd082f75" providerId="ADAL" clId="{62E92DC3-D68C-4CF7-98ED-A2322BD20EDF}" dt="2026-09-16T11:08:08.049" v="107" actId="26606"/>
          <ac:spMkLst>
            <pc:docMk/>
            <pc:sldMk cId="1398848814" sldId="2147483531"/>
            <ac:spMk id="18" creationId="{00000000-0000-0000-0000-000000000000}"/>
          </ac:spMkLst>
        </pc:spChg>
        <pc:spChg chg="add">
          <ac:chgData name="Arnab Roy" userId="786cf71e-3f48-487b-b140-ceb3cd082f75" providerId="ADAL" clId="{62E92DC3-D68C-4CF7-98ED-A2322BD20EDF}" dt="2026-09-16T11:08:08.049" v="107" actId="26606"/>
          <ac:spMkLst>
            <pc:docMk/>
            <pc:sldMk cId="1398848814" sldId="2147483531"/>
            <ac:spMk id="34"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1870335399" sldId="2147483532"/>
        </pc:sldMkLst>
        <pc:spChg chg="add">
          <ac:chgData name="Arnab Roy" userId="786cf71e-3f48-487b-b140-ceb3cd082f75" providerId="ADAL" clId="{62E92DC3-D68C-4CF7-98ED-A2322BD20EDF}" dt="2026-09-16T11:08:08.049" v="107" actId="26606"/>
          <ac:spMkLst>
            <pc:docMk/>
            <pc:sldMk cId="1870335399" sldId="2147483532"/>
            <ac:spMk id="14"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1793961645" sldId="2147483533"/>
        </pc:sldMkLst>
        <pc:spChg chg="add">
          <ac:chgData name="Arnab Roy" userId="786cf71e-3f48-487b-b140-ceb3cd082f75" providerId="ADAL" clId="{62E92DC3-D68C-4CF7-98ED-A2322BD20EDF}" dt="2026-09-16T11:08:08.049" v="107" actId="26606"/>
          <ac:spMkLst>
            <pc:docMk/>
            <pc:sldMk cId="1793961645" sldId="2147483533"/>
            <ac:spMk id="4" creationId="{00000000-0000-0000-0000-000000000000}"/>
          </ac:spMkLst>
        </pc:spChg>
        <pc:spChg chg="add">
          <ac:chgData name="Arnab Roy" userId="786cf71e-3f48-487b-b140-ceb3cd082f75" providerId="ADAL" clId="{62E92DC3-D68C-4CF7-98ED-A2322BD20EDF}" dt="2026-09-16T11:08:08.049" v="107" actId="26606"/>
          <ac:spMkLst>
            <pc:docMk/>
            <pc:sldMk cId="1793961645" sldId="2147483533"/>
            <ac:spMk id="9" creationId="{00000000-0000-0000-0000-000000000000}"/>
          </ac:spMkLst>
        </pc:spChg>
        <pc:spChg chg="add">
          <ac:chgData name="Arnab Roy" userId="786cf71e-3f48-487b-b140-ceb3cd082f75" providerId="ADAL" clId="{62E92DC3-D68C-4CF7-98ED-A2322BD20EDF}" dt="2026-09-16T11:08:08.049" v="107" actId="26606"/>
          <ac:spMkLst>
            <pc:docMk/>
            <pc:sldMk cId="1793961645" sldId="2147483533"/>
            <ac:spMk id="11" creationId="{00000000-0000-0000-0000-000000000000}"/>
          </ac:spMkLst>
        </pc:spChg>
        <pc:spChg chg="add">
          <ac:chgData name="Arnab Roy" userId="786cf71e-3f48-487b-b140-ceb3cd082f75" providerId="ADAL" clId="{62E92DC3-D68C-4CF7-98ED-A2322BD20EDF}" dt="2026-09-16T11:08:08.049" v="107" actId="26606"/>
          <ac:spMkLst>
            <pc:docMk/>
            <pc:sldMk cId="1793961645" sldId="2147483533"/>
            <ac:spMk id="16" creationId="{00000000-0000-0000-0000-000000000000}"/>
          </ac:spMkLst>
        </pc:spChg>
        <pc:spChg chg="add">
          <ac:chgData name="Arnab Roy" userId="786cf71e-3f48-487b-b140-ceb3cd082f75" providerId="ADAL" clId="{62E92DC3-D68C-4CF7-98ED-A2322BD20EDF}" dt="2026-09-16T11:08:08.049" v="107" actId="26606"/>
          <ac:spMkLst>
            <pc:docMk/>
            <pc:sldMk cId="1793961645" sldId="2147483533"/>
            <ac:spMk id="28"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706533982" sldId="2147483534"/>
        </pc:sldMkLst>
        <pc:spChg chg="add">
          <ac:chgData name="Arnab Roy" userId="786cf71e-3f48-487b-b140-ceb3cd082f75" providerId="ADAL" clId="{62E92DC3-D68C-4CF7-98ED-A2322BD20EDF}" dt="2026-09-16T11:08:08.049" v="107" actId="26606"/>
          <ac:spMkLst>
            <pc:docMk/>
            <pc:sldMk cId="706533982" sldId="2147483534"/>
            <ac:spMk id="12" creationId="{00000000-0000-0000-0000-000000000000}"/>
          </ac:spMkLst>
        </pc:spChg>
        <pc:spChg chg="add">
          <ac:chgData name="Arnab Roy" userId="786cf71e-3f48-487b-b140-ceb3cd082f75" providerId="ADAL" clId="{62E92DC3-D68C-4CF7-98ED-A2322BD20EDF}" dt="2026-09-16T11:08:08.049" v="107" actId="26606"/>
          <ac:spMkLst>
            <pc:docMk/>
            <pc:sldMk cId="706533982" sldId="2147483534"/>
            <ac:spMk id="18"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1679848520" sldId="2147483535"/>
        </pc:sldMkLst>
        <pc:spChg chg="add">
          <ac:chgData name="Arnab Roy" userId="786cf71e-3f48-487b-b140-ceb3cd082f75" providerId="ADAL" clId="{62E92DC3-D68C-4CF7-98ED-A2322BD20EDF}" dt="2026-09-16T11:08:08.049" v="107" actId="26606"/>
          <ac:spMkLst>
            <pc:docMk/>
            <pc:sldMk cId="1679848520" sldId="2147483535"/>
            <ac:spMk id="8" creationId="{00000000-0000-0000-0000-000000000000}"/>
          </ac:spMkLst>
        </pc:spChg>
        <pc:spChg chg="add">
          <ac:chgData name="Arnab Roy" userId="786cf71e-3f48-487b-b140-ceb3cd082f75" providerId="ADAL" clId="{62E92DC3-D68C-4CF7-98ED-A2322BD20EDF}" dt="2026-09-16T11:08:08.049" v="107" actId="26606"/>
          <ac:spMkLst>
            <pc:docMk/>
            <pc:sldMk cId="1679848520" sldId="2147483535"/>
            <ac:spMk id="11" creationId="{00000000-0000-0000-0000-000000000000}"/>
          </ac:spMkLst>
        </pc:spChg>
        <pc:spChg chg="add">
          <ac:chgData name="Arnab Roy" userId="786cf71e-3f48-487b-b140-ceb3cd082f75" providerId="ADAL" clId="{62E92DC3-D68C-4CF7-98ED-A2322BD20EDF}" dt="2026-09-16T11:08:08.049" v="107" actId="26606"/>
          <ac:spMkLst>
            <pc:docMk/>
            <pc:sldMk cId="1679848520" sldId="2147483535"/>
            <ac:spMk id="13" creationId="{00000000-0000-0000-0000-000000000000}"/>
          </ac:spMkLst>
        </pc:spChg>
        <pc:spChg chg="add">
          <ac:chgData name="Arnab Roy" userId="786cf71e-3f48-487b-b140-ceb3cd082f75" providerId="ADAL" clId="{62E92DC3-D68C-4CF7-98ED-A2322BD20EDF}" dt="2026-09-16T11:08:08.049" v="107" actId="26606"/>
          <ac:spMkLst>
            <pc:docMk/>
            <pc:sldMk cId="1679848520" sldId="2147483535"/>
            <ac:spMk id="16" creationId="{00000000-0000-0000-0000-000000000000}"/>
          </ac:spMkLst>
        </pc:spChg>
        <pc:spChg chg="add">
          <ac:chgData name="Arnab Roy" userId="786cf71e-3f48-487b-b140-ceb3cd082f75" providerId="ADAL" clId="{62E92DC3-D68C-4CF7-98ED-A2322BD20EDF}" dt="2026-09-16T11:08:08.049" v="107" actId="26606"/>
          <ac:spMkLst>
            <pc:docMk/>
            <pc:sldMk cId="1679848520" sldId="2147483535"/>
            <ac:spMk id="21" creationId="{00000000-0000-0000-0000-000000000000}"/>
          </ac:spMkLst>
        </pc:spChg>
        <pc:spChg chg="add">
          <ac:chgData name="Arnab Roy" userId="786cf71e-3f48-487b-b140-ceb3cd082f75" providerId="ADAL" clId="{62E92DC3-D68C-4CF7-98ED-A2322BD20EDF}" dt="2026-09-16T11:08:08.049" v="107" actId="26606"/>
          <ac:spMkLst>
            <pc:docMk/>
            <pc:sldMk cId="1679848520" sldId="2147483535"/>
            <ac:spMk id="24"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471586980" sldId="2147483536"/>
        </pc:sldMkLst>
        <pc:spChg chg="add">
          <ac:chgData name="Arnab Roy" userId="786cf71e-3f48-487b-b140-ceb3cd082f75" providerId="ADAL" clId="{62E92DC3-D68C-4CF7-98ED-A2322BD20EDF}" dt="2026-09-16T11:08:08.049" v="107" actId="26606"/>
          <ac:spMkLst>
            <pc:docMk/>
            <pc:sldMk cId="471586980" sldId="2147483536"/>
            <ac:spMk id="12" creationId="{00000000-0000-0000-0000-000000000000}"/>
          </ac:spMkLst>
        </pc:spChg>
        <pc:spChg chg="add">
          <ac:chgData name="Arnab Roy" userId="786cf71e-3f48-487b-b140-ceb3cd082f75" providerId="ADAL" clId="{62E92DC3-D68C-4CF7-98ED-A2322BD20EDF}" dt="2026-09-16T11:08:08.049" v="107" actId="26606"/>
          <ac:spMkLst>
            <pc:docMk/>
            <pc:sldMk cId="471586980" sldId="2147483536"/>
            <ac:spMk id="16"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1405224791" sldId="2147483537"/>
        </pc:sldMkLst>
        <pc:spChg chg="add">
          <ac:chgData name="Arnab Roy" userId="786cf71e-3f48-487b-b140-ceb3cd082f75" providerId="ADAL" clId="{62E92DC3-D68C-4CF7-98ED-A2322BD20EDF}" dt="2026-09-16T11:08:08.049" v="107" actId="26606"/>
          <ac:spMkLst>
            <pc:docMk/>
            <pc:sldMk cId="1405224791" sldId="2147483537"/>
            <ac:spMk id="17" creationId="{00000000-0000-0000-0000-000000000000}"/>
          </ac:spMkLst>
        </pc:spChg>
        <pc:spChg chg="add">
          <ac:chgData name="Arnab Roy" userId="786cf71e-3f48-487b-b140-ceb3cd082f75" providerId="ADAL" clId="{62E92DC3-D68C-4CF7-98ED-A2322BD20EDF}" dt="2026-09-16T11:08:08.049" v="107" actId="26606"/>
          <ac:spMkLst>
            <pc:docMk/>
            <pc:sldMk cId="1405224791" sldId="2147483537"/>
            <ac:spMk id="23" creationId="{00000000-0000-0000-0000-000000000000}"/>
          </ac:spMkLst>
        </pc:spChg>
        <pc:spChg chg="add">
          <ac:chgData name="Arnab Roy" userId="786cf71e-3f48-487b-b140-ceb3cd082f75" providerId="ADAL" clId="{62E92DC3-D68C-4CF7-98ED-A2322BD20EDF}" dt="2026-09-16T11:08:08.049" v="107" actId="26606"/>
          <ac:spMkLst>
            <pc:docMk/>
            <pc:sldMk cId="1405224791" sldId="2147483537"/>
            <ac:spMk id="24"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1139653655" sldId="2147483538"/>
        </pc:sldMkLst>
        <pc:spChg chg="add">
          <ac:chgData name="Arnab Roy" userId="786cf71e-3f48-487b-b140-ceb3cd082f75" providerId="ADAL" clId="{62E92DC3-D68C-4CF7-98ED-A2322BD20EDF}" dt="2026-09-16T11:08:08.049" v="107" actId="26606"/>
          <ac:spMkLst>
            <pc:docMk/>
            <pc:sldMk cId="1139653655" sldId="2147483538"/>
            <ac:spMk id="7" creationId="{00000000-0000-0000-0000-000000000000}"/>
          </ac:spMkLst>
        </pc:spChg>
        <pc:spChg chg="add">
          <ac:chgData name="Arnab Roy" userId="786cf71e-3f48-487b-b140-ceb3cd082f75" providerId="ADAL" clId="{62E92DC3-D68C-4CF7-98ED-A2322BD20EDF}" dt="2026-09-16T11:08:08.049" v="107" actId="26606"/>
          <ac:spMkLst>
            <pc:docMk/>
            <pc:sldMk cId="1139653655" sldId="2147483538"/>
            <ac:spMk id="11" creationId="{00000000-0000-0000-0000-000000000000}"/>
          </ac:spMkLst>
        </pc:spChg>
        <pc:spChg chg="add">
          <ac:chgData name="Arnab Roy" userId="786cf71e-3f48-487b-b140-ceb3cd082f75" providerId="ADAL" clId="{62E92DC3-D68C-4CF7-98ED-A2322BD20EDF}" dt="2026-09-16T11:08:08.049" v="107" actId="26606"/>
          <ac:spMkLst>
            <pc:docMk/>
            <pc:sldMk cId="1139653655" sldId="2147483538"/>
            <ac:spMk id="20" creationId="{00000000-0000-0000-0000-000000000000}"/>
          </ac:spMkLst>
        </pc:spChg>
        <pc:spChg chg="add">
          <ac:chgData name="Arnab Roy" userId="786cf71e-3f48-487b-b140-ceb3cd082f75" providerId="ADAL" clId="{62E92DC3-D68C-4CF7-98ED-A2322BD20EDF}" dt="2026-09-16T11:08:08.049" v="107" actId="26606"/>
          <ac:spMkLst>
            <pc:docMk/>
            <pc:sldMk cId="1139653655" sldId="2147483538"/>
            <ac:spMk id="22" creationId="{00000000-0000-0000-0000-000000000000}"/>
          </ac:spMkLst>
        </pc:spChg>
        <pc:spChg chg="add">
          <ac:chgData name="Arnab Roy" userId="786cf71e-3f48-487b-b140-ceb3cd082f75" providerId="ADAL" clId="{62E92DC3-D68C-4CF7-98ED-A2322BD20EDF}" dt="2026-09-16T11:08:08.049" v="107" actId="26606"/>
          <ac:spMkLst>
            <pc:docMk/>
            <pc:sldMk cId="1139653655" sldId="2147483538"/>
            <ac:spMk id="30"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995910998" sldId="2147483539"/>
        </pc:sldMkLst>
        <pc:spChg chg="add">
          <ac:chgData name="Arnab Roy" userId="786cf71e-3f48-487b-b140-ceb3cd082f75" providerId="ADAL" clId="{62E92DC3-D68C-4CF7-98ED-A2322BD20EDF}" dt="2026-09-16T11:08:08.049" v="107" actId="26606"/>
          <ac:spMkLst>
            <pc:docMk/>
            <pc:sldMk cId="995910998" sldId="2147483539"/>
            <ac:spMk id="14" creationId="{00000000-0000-0000-0000-000000000000}"/>
          </ac:spMkLst>
        </pc:spChg>
        <pc:spChg chg="add">
          <ac:chgData name="Arnab Roy" userId="786cf71e-3f48-487b-b140-ceb3cd082f75" providerId="ADAL" clId="{62E92DC3-D68C-4CF7-98ED-A2322BD20EDF}" dt="2026-09-16T11:08:08.049" v="107" actId="26606"/>
          <ac:spMkLst>
            <pc:docMk/>
            <pc:sldMk cId="995910998" sldId="2147483539"/>
            <ac:spMk id="17" creationId="{00000000-0000-0000-0000-000000000000}"/>
          </ac:spMkLst>
        </pc:spChg>
        <pc:spChg chg="add">
          <ac:chgData name="Arnab Roy" userId="786cf71e-3f48-487b-b140-ceb3cd082f75" providerId="ADAL" clId="{62E92DC3-D68C-4CF7-98ED-A2322BD20EDF}" dt="2026-09-16T11:08:08.049" v="107" actId="26606"/>
          <ac:spMkLst>
            <pc:docMk/>
            <pc:sldMk cId="995910998" sldId="2147483539"/>
            <ac:spMk id="18" creationId="{00000000-0000-0000-0000-000000000000}"/>
          </ac:spMkLst>
        </pc:spChg>
      </pc:sldChg>
      <pc:sldChg chg="addSp delSp modSp mod">
        <pc:chgData name="Arnab Roy" userId="786cf71e-3f48-487b-b140-ceb3cd082f75" providerId="ADAL" clId="{62E92DC3-D68C-4CF7-98ED-A2322BD20EDF}" dt="2026-09-16T11:08:08.049" v="107" actId="26606"/>
        <pc:sldMkLst>
          <pc:docMk/>
          <pc:sldMk cId="840916372" sldId="2147483540"/>
        </pc:sldMkLst>
        <pc:spChg chg="add">
          <ac:chgData name="Arnab Roy" userId="786cf71e-3f48-487b-b140-ceb3cd082f75" providerId="ADAL" clId="{62E92DC3-D68C-4CF7-98ED-A2322BD20EDF}" dt="2026-09-16T11:08:08.049" v="107" actId="26606"/>
          <ac:spMkLst>
            <pc:docMk/>
            <pc:sldMk cId="840916372" sldId="2147483540"/>
            <ac:spMk id="10" creationId="{00000000-0000-0000-0000-000000000000}"/>
          </ac:spMkLst>
        </pc:spChg>
      </pc:sldChg>
      <pc:sldChg chg="delSp modSp mod setBg">
        <pc:chgData name="Arnab Roy" userId="786cf71e-3f48-487b-b140-ceb3cd082f75" providerId="ADAL" clId="{62E92DC3-D68C-4CF7-98ED-A2322BD20EDF}" dt="2026-09-16T11:09:27.305" v="109" actId="207"/>
        <pc:sldMkLst>
          <pc:docMk/>
          <pc:sldMk cId="3116598306" sldId="2147483541"/>
        </pc:sldMkLst>
        <pc:spChg chg="mod">
          <ac:chgData name="Arnab Roy" userId="786cf71e-3f48-487b-b140-ceb3cd082f75" providerId="ADAL" clId="{62E92DC3-D68C-4CF7-98ED-A2322BD20EDF}" dt="2026-09-16T11:08:08.049" v="107" actId="26606"/>
          <ac:spMkLst>
            <pc:docMk/>
            <pc:sldMk cId="3116598306" sldId="2147483541"/>
            <ac:spMk id="7" creationId="{00000000-0000-0000-0000-000000000000}"/>
          </ac:spMkLst>
        </pc:spChg>
        <pc:spChg chg="mod">
          <ac:chgData name="Arnab Roy" userId="786cf71e-3f48-487b-b140-ceb3cd082f75" providerId="ADAL" clId="{62E92DC3-D68C-4CF7-98ED-A2322BD20EDF}" dt="2026-09-16T11:08:08.049" v="107" actId="26606"/>
          <ac:spMkLst>
            <pc:docMk/>
            <pc:sldMk cId="3116598306" sldId="2147483541"/>
            <ac:spMk id="8" creationId="{00000000-0000-0000-0000-000000000000}"/>
          </ac:spMkLst>
        </pc:spChg>
        <pc:spChg chg="mod">
          <ac:chgData name="Arnab Roy" userId="786cf71e-3f48-487b-b140-ceb3cd082f75" providerId="ADAL" clId="{62E92DC3-D68C-4CF7-98ED-A2322BD20EDF}" dt="2026-09-16T11:08:08.049" v="107" actId="26606"/>
          <ac:spMkLst>
            <pc:docMk/>
            <pc:sldMk cId="3116598306" sldId="2147483541"/>
            <ac:spMk id="11" creationId="{00000000-0000-0000-0000-000000000000}"/>
          </ac:spMkLst>
        </pc:spChg>
        <pc:spChg chg="mod">
          <ac:chgData name="Arnab Roy" userId="786cf71e-3f48-487b-b140-ceb3cd082f75" providerId="ADAL" clId="{62E92DC3-D68C-4CF7-98ED-A2322BD20EDF}" dt="2026-09-16T11:09:27.305" v="109" actId="207"/>
          <ac:spMkLst>
            <pc:docMk/>
            <pc:sldMk cId="3116598306" sldId="2147483541"/>
            <ac:spMk id="12" creationId="{00000000-0000-0000-0000-000000000000}"/>
          </ac:spMkLst>
        </pc:spChg>
        <pc:spChg chg="mod">
          <ac:chgData name="Arnab Roy" userId="786cf71e-3f48-487b-b140-ceb3cd082f75" providerId="ADAL" clId="{62E92DC3-D68C-4CF7-98ED-A2322BD20EDF}" dt="2026-09-16T11:08:08.049" v="107" actId="26606"/>
          <ac:spMkLst>
            <pc:docMk/>
            <pc:sldMk cId="3116598306" sldId="2147483541"/>
            <ac:spMk id="13" creationId="{00000000-0000-0000-0000-000000000000}"/>
          </ac:spMkLst>
        </pc:spChg>
      </pc:sldChg>
      <pc:sldChg chg="addSp modSp mod">
        <pc:chgData name="Arnab Roy" userId="786cf71e-3f48-487b-b140-ceb3cd082f75" providerId="ADAL" clId="{62E92DC3-D68C-4CF7-98ED-A2322BD20EDF}" dt="2026-09-16T11:08:08.049" v="107" actId="26606"/>
        <pc:sldMkLst>
          <pc:docMk/>
          <pc:sldMk cId="1720272645" sldId="2147483542"/>
        </pc:sldMkLst>
        <pc:spChg chg="mod">
          <ac:chgData name="Arnab Roy" userId="786cf71e-3f48-487b-b140-ceb3cd082f75" providerId="ADAL" clId="{62E92DC3-D68C-4CF7-98ED-A2322BD20EDF}" dt="2026-09-16T11:08:08.049" v="107" actId="26606"/>
          <ac:spMkLst>
            <pc:docMk/>
            <pc:sldMk cId="1720272645" sldId="2147483542"/>
            <ac:spMk id="8" creationId="{00000000-0000-0000-0000-000000000000}"/>
          </ac:spMkLst>
        </pc:spChg>
        <pc:spChg chg="mod">
          <ac:chgData name="Arnab Roy" userId="786cf71e-3f48-487b-b140-ceb3cd082f75" providerId="ADAL" clId="{62E92DC3-D68C-4CF7-98ED-A2322BD20EDF}" dt="2026-09-16T11:08:08.049" v="107" actId="26606"/>
          <ac:spMkLst>
            <pc:docMk/>
            <pc:sldMk cId="1720272645" sldId="2147483542"/>
            <ac:spMk id="18" creationId="{00000000-0000-0000-0000-000000000000}"/>
          </ac:spMkLst>
        </pc:spChg>
        <pc:spChg chg="mod">
          <ac:chgData name="Arnab Roy" userId="786cf71e-3f48-487b-b140-ceb3cd082f75" providerId="ADAL" clId="{62E92DC3-D68C-4CF7-98ED-A2322BD20EDF}" dt="2026-09-16T11:08:08.049" v="107" actId="26606"/>
          <ac:spMkLst>
            <pc:docMk/>
            <pc:sldMk cId="1720272645" sldId="2147483542"/>
            <ac:spMk id="22" creationId="{00000000-0000-0000-0000-000000000000}"/>
          </ac:spMkLst>
        </pc:spChg>
        <pc:spChg chg="add">
          <ac:chgData name="Arnab Roy" userId="786cf71e-3f48-487b-b140-ceb3cd082f75" providerId="ADAL" clId="{62E92DC3-D68C-4CF7-98ED-A2322BD20EDF}" dt="2026-09-16T11:08:08.049" v="107" actId="26606"/>
          <ac:spMkLst>
            <pc:docMk/>
            <pc:sldMk cId="1720272645" sldId="2147483542"/>
            <ac:spMk id="23" creationId="{00000000-0000-0000-0000-000000000000}"/>
          </ac:spMkLst>
        </pc:spChg>
        <pc:spChg chg="add">
          <ac:chgData name="Arnab Roy" userId="786cf71e-3f48-487b-b140-ceb3cd082f75" providerId="ADAL" clId="{62E92DC3-D68C-4CF7-98ED-A2322BD20EDF}" dt="2026-09-16T11:08:08.049" v="107" actId="26606"/>
          <ac:spMkLst>
            <pc:docMk/>
            <pc:sldMk cId="1720272645" sldId="2147483542"/>
            <ac:spMk id="31" creationId="{00000000-0000-0000-0000-000000000000}"/>
          </ac:spMkLst>
        </pc:spChg>
      </pc:sldChg>
      <pc:sldChg chg="addSp modSp mod">
        <pc:chgData name="Arnab Roy" userId="786cf71e-3f48-487b-b140-ceb3cd082f75" providerId="ADAL" clId="{62E92DC3-D68C-4CF7-98ED-A2322BD20EDF}" dt="2026-09-16T11:08:08.049" v="107" actId="26606"/>
        <pc:sldMkLst>
          <pc:docMk/>
          <pc:sldMk cId="3661146521" sldId="2147483543"/>
        </pc:sldMkLst>
        <pc:spChg chg="mod">
          <ac:chgData name="Arnab Roy" userId="786cf71e-3f48-487b-b140-ceb3cd082f75" providerId="ADAL" clId="{62E92DC3-D68C-4CF7-98ED-A2322BD20EDF}" dt="2026-09-16T11:08:08.049" v="107" actId="26606"/>
          <ac:spMkLst>
            <pc:docMk/>
            <pc:sldMk cId="3661146521" sldId="2147483543"/>
            <ac:spMk id="7" creationId="{00000000-0000-0000-0000-000000000000}"/>
          </ac:spMkLst>
        </pc:spChg>
        <pc:spChg chg="add">
          <ac:chgData name="Arnab Roy" userId="786cf71e-3f48-487b-b140-ceb3cd082f75" providerId="ADAL" clId="{62E92DC3-D68C-4CF7-98ED-A2322BD20EDF}" dt="2026-09-16T11:08:08.049" v="107" actId="26606"/>
          <ac:spMkLst>
            <pc:docMk/>
            <pc:sldMk cId="3661146521" sldId="2147483543"/>
            <ac:spMk id="12" creationId="{00000000-0000-0000-0000-000000000000}"/>
          </ac:spMkLst>
        </pc:spChg>
        <pc:spChg chg="add">
          <ac:chgData name="Arnab Roy" userId="786cf71e-3f48-487b-b140-ceb3cd082f75" providerId="ADAL" clId="{62E92DC3-D68C-4CF7-98ED-A2322BD20EDF}" dt="2026-09-16T11:08:08.049" v="107" actId="26606"/>
          <ac:spMkLst>
            <pc:docMk/>
            <pc:sldMk cId="3661146521" sldId="2147483543"/>
            <ac:spMk id="23" creationId="{00000000-0000-0000-0000-000000000000}"/>
          </ac:spMkLst>
        </pc:spChg>
        <pc:spChg chg="add">
          <ac:chgData name="Arnab Roy" userId="786cf71e-3f48-487b-b140-ceb3cd082f75" providerId="ADAL" clId="{62E92DC3-D68C-4CF7-98ED-A2322BD20EDF}" dt="2026-09-16T11:08:08.049" v="107" actId="26606"/>
          <ac:spMkLst>
            <pc:docMk/>
            <pc:sldMk cId="3661146521" sldId="2147483543"/>
            <ac:spMk id="24" creationId="{00000000-0000-0000-0000-000000000000}"/>
          </ac:spMkLst>
        </pc:spChg>
        <pc:spChg chg="add">
          <ac:chgData name="Arnab Roy" userId="786cf71e-3f48-487b-b140-ceb3cd082f75" providerId="ADAL" clId="{62E92DC3-D68C-4CF7-98ED-A2322BD20EDF}" dt="2026-09-16T11:08:08.049" v="107" actId="26606"/>
          <ac:spMkLst>
            <pc:docMk/>
            <pc:sldMk cId="3661146521" sldId="2147483543"/>
            <ac:spMk id="25" creationId="{00000000-0000-0000-0000-000000000000}"/>
          </ac:spMkLst>
        </pc:spChg>
      </pc:sldChg>
      <pc:sldChg chg="delSp modSp add mod setBg">
        <pc:chgData name="Arnab Roy" userId="786cf71e-3f48-487b-b140-ceb3cd082f75" providerId="ADAL" clId="{62E92DC3-D68C-4CF7-98ED-A2322BD20EDF}" dt="2026-09-16T11:08:08.049" v="107" actId="26606"/>
        <pc:sldMkLst>
          <pc:docMk/>
          <pc:sldMk cId="3135978525" sldId="2147483549"/>
        </pc:sldMkLst>
        <pc:spChg chg="mod">
          <ac:chgData name="Arnab Roy" userId="786cf71e-3f48-487b-b140-ceb3cd082f75" providerId="ADAL" clId="{62E92DC3-D68C-4CF7-98ED-A2322BD20EDF}" dt="2026-09-16T11:08:08.049" v="107" actId="26606"/>
          <ac:spMkLst>
            <pc:docMk/>
            <pc:sldMk cId="3135978525" sldId="2147483549"/>
            <ac:spMk id="9" creationId="{00000000-0000-0000-0000-000000000000}"/>
          </ac:spMkLst>
        </pc:spChg>
        <pc:spChg chg="mod">
          <ac:chgData name="Arnab Roy" userId="786cf71e-3f48-487b-b140-ceb3cd082f75" providerId="ADAL" clId="{62E92DC3-D68C-4CF7-98ED-A2322BD20EDF}" dt="2026-09-16T11:08:08.049" v="107" actId="26606"/>
          <ac:spMkLst>
            <pc:docMk/>
            <pc:sldMk cId="3135978525" sldId="2147483549"/>
            <ac:spMk id="15" creationId="{00000000-0000-0000-0000-000000000000}"/>
          </ac:spMkLst>
        </pc:spChg>
        <pc:spChg chg="mod">
          <ac:chgData name="Arnab Roy" userId="786cf71e-3f48-487b-b140-ceb3cd082f75" providerId="ADAL" clId="{62E92DC3-D68C-4CF7-98ED-A2322BD20EDF}" dt="2026-09-16T11:08:08.049" v="107" actId="26606"/>
          <ac:spMkLst>
            <pc:docMk/>
            <pc:sldMk cId="3135978525" sldId="2147483549"/>
            <ac:spMk id="17" creationId="{00000000-0000-0000-0000-000000000000}"/>
          </ac:spMkLst>
        </pc:spChg>
        <pc:spChg chg="mod">
          <ac:chgData name="Arnab Roy" userId="786cf71e-3f48-487b-b140-ceb3cd082f75" providerId="ADAL" clId="{62E92DC3-D68C-4CF7-98ED-A2322BD20EDF}" dt="2026-09-16T11:08:08.049" v="107" actId="26606"/>
          <ac:spMkLst>
            <pc:docMk/>
            <pc:sldMk cId="3135978525" sldId="2147483549"/>
            <ac:spMk id="23" creationId="{00000000-0000-0000-0000-000000000000}"/>
          </ac:spMkLst>
        </pc:spChg>
      </pc:sldChg>
      <pc:sldChg chg="addSp delSp modSp add mod setBg">
        <pc:chgData name="Arnab Roy" userId="786cf71e-3f48-487b-b140-ceb3cd082f75" providerId="ADAL" clId="{62E92DC3-D68C-4CF7-98ED-A2322BD20EDF}" dt="2026-09-16T11:26:07.965" v="113" actId="478"/>
        <pc:sldMkLst>
          <pc:docMk/>
          <pc:sldMk cId="508088217" sldId="2147483550"/>
        </pc:sldMkLst>
        <pc:spChg chg="mod">
          <ac:chgData name="Arnab Roy" userId="786cf71e-3f48-487b-b140-ceb3cd082f75" providerId="ADAL" clId="{62E92DC3-D68C-4CF7-98ED-A2322BD20EDF}" dt="2026-09-16T11:08:08.049" v="107" actId="26606"/>
          <ac:spMkLst>
            <pc:docMk/>
            <pc:sldMk cId="508088217" sldId="2147483550"/>
            <ac:spMk id="4" creationId="{00000000-0000-0000-0000-000000000000}"/>
          </ac:spMkLst>
        </pc:spChg>
        <pc:spChg chg="mod">
          <ac:chgData name="Arnab Roy" userId="786cf71e-3f48-487b-b140-ceb3cd082f75" providerId="ADAL" clId="{62E92DC3-D68C-4CF7-98ED-A2322BD20EDF}" dt="2026-09-16T11:08:08.049" v="107" actId="26606"/>
          <ac:spMkLst>
            <pc:docMk/>
            <pc:sldMk cId="508088217" sldId="2147483550"/>
            <ac:spMk id="7" creationId="{00000000-0000-0000-0000-000000000000}"/>
          </ac:spMkLst>
        </pc:spChg>
        <pc:spChg chg="mod">
          <ac:chgData name="Arnab Roy" userId="786cf71e-3f48-487b-b140-ceb3cd082f75" providerId="ADAL" clId="{62E92DC3-D68C-4CF7-98ED-A2322BD20EDF}" dt="2026-09-16T11:08:08.049" v="107" actId="26606"/>
          <ac:spMkLst>
            <pc:docMk/>
            <pc:sldMk cId="508088217" sldId="2147483550"/>
            <ac:spMk id="8" creationId="{00000000-0000-0000-0000-000000000000}"/>
          </ac:spMkLst>
        </pc:spChg>
        <pc:spChg chg="mod">
          <ac:chgData name="Arnab Roy" userId="786cf71e-3f48-487b-b140-ceb3cd082f75" providerId="ADAL" clId="{62E92DC3-D68C-4CF7-98ED-A2322BD20EDF}" dt="2026-09-16T11:08:08.049" v="107" actId="26606"/>
          <ac:spMkLst>
            <pc:docMk/>
            <pc:sldMk cId="508088217" sldId="2147483550"/>
            <ac:spMk id="10" creationId="{00000000-0000-0000-0000-000000000000}"/>
          </ac:spMkLst>
        </pc:spChg>
        <pc:spChg chg="mod">
          <ac:chgData name="Arnab Roy" userId="786cf71e-3f48-487b-b140-ceb3cd082f75" providerId="ADAL" clId="{62E92DC3-D68C-4CF7-98ED-A2322BD20EDF}" dt="2026-09-16T11:08:08.049" v="107" actId="26606"/>
          <ac:spMkLst>
            <pc:docMk/>
            <pc:sldMk cId="508088217" sldId="2147483550"/>
            <ac:spMk id="14" creationId="{00000000-0000-0000-0000-000000000000}"/>
          </ac:spMkLst>
        </pc:spChg>
        <pc:spChg chg="add">
          <ac:chgData name="Arnab Roy" userId="786cf71e-3f48-487b-b140-ceb3cd082f75" providerId="ADAL" clId="{62E92DC3-D68C-4CF7-98ED-A2322BD20EDF}" dt="2026-09-16T11:08:08.049" v="107" actId="26606"/>
          <ac:spMkLst>
            <pc:docMk/>
            <pc:sldMk cId="508088217" sldId="2147483550"/>
            <ac:spMk id="19" creationId="{00000000-0000-0000-0000-000000000000}"/>
          </ac:spMkLst>
        </pc:spChg>
        <pc:spChg chg="add">
          <ac:chgData name="Arnab Roy" userId="786cf71e-3f48-487b-b140-ceb3cd082f75" providerId="ADAL" clId="{62E92DC3-D68C-4CF7-98ED-A2322BD20EDF}" dt="2026-09-16T11:08:08.049" v="107" actId="26606"/>
          <ac:spMkLst>
            <pc:docMk/>
            <pc:sldMk cId="508088217" sldId="2147483550"/>
            <ac:spMk id="22" creationId="{00000000-0000-0000-0000-000000000000}"/>
          </ac:spMkLst>
        </pc:spChg>
      </pc:sldChg>
      <pc:sldChg chg="delSp modSp add mod setBg">
        <pc:chgData name="Arnab Roy" userId="786cf71e-3f48-487b-b140-ceb3cd082f75" providerId="ADAL" clId="{62E92DC3-D68C-4CF7-98ED-A2322BD20EDF}" dt="2026-09-16T11:26:45.351" v="114" actId="478"/>
        <pc:sldMkLst>
          <pc:docMk/>
          <pc:sldMk cId="4080300133" sldId="2147483551"/>
        </pc:sldMkLst>
        <pc:spChg chg="mod">
          <ac:chgData name="Arnab Roy" userId="786cf71e-3f48-487b-b140-ceb3cd082f75" providerId="ADAL" clId="{62E92DC3-D68C-4CF7-98ED-A2322BD20EDF}" dt="2026-09-16T11:08:08.049" v="107" actId="26606"/>
          <ac:spMkLst>
            <pc:docMk/>
            <pc:sldMk cId="4080300133" sldId="2147483551"/>
            <ac:spMk id="2" creationId="{00000000-0000-0000-0000-000000000000}"/>
          </ac:spMkLst>
        </pc:spChg>
        <pc:spChg chg="mod">
          <ac:chgData name="Arnab Roy" userId="786cf71e-3f48-487b-b140-ceb3cd082f75" providerId="ADAL" clId="{62E92DC3-D68C-4CF7-98ED-A2322BD20EDF}" dt="2026-09-16T11:08:08.049" v="107" actId="26606"/>
          <ac:spMkLst>
            <pc:docMk/>
            <pc:sldMk cId="4080300133" sldId="2147483551"/>
            <ac:spMk id="8" creationId="{00000000-0000-0000-0000-000000000000}"/>
          </ac:spMkLst>
        </pc:spChg>
        <pc:spChg chg="mod">
          <ac:chgData name="Arnab Roy" userId="786cf71e-3f48-487b-b140-ceb3cd082f75" providerId="ADAL" clId="{62E92DC3-D68C-4CF7-98ED-A2322BD20EDF}" dt="2026-09-16T11:08:08.049" v="107" actId="26606"/>
          <ac:spMkLst>
            <pc:docMk/>
            <pc:sldMk cId="4080300133" sldId="2147483551"/>
            <ac:spMk id="11" creationId="{00000000-0000-0000-0000-000000000000}"/>
          </ac:spMkLst>
        </pc:spChg>
        <pc:spChg chg="mod">
          <ac:chgData name="Arnab Roy" userId="786cf71e-3f48-487b-b140-ceb3cd082f75" providerId="ADAL" clId="{62E92DC3-D68C-4CF7-98ED-A2322BD20EDF}" dt="2026-09-16T11:08:08.049" v="107" actId="26606"/>
          <ac:spMkLst>
            <pc:docMk/>
            <pc:sldMk cId="4080300133" sldId="2147483551"/>
            <ac:spMk id="12" creationId="{00000000-0000-0000-0000-000000000000}"/>
          </ac:spMkLst>
        </pc:spChg>
        <pc:spChg chg="mod">
          <ac:chgData name="Arnab Roy" userId="786cf71e-3f48-487b-b140-ceb3cd082f75" providerId="ADAL" clId="{62E92DC3-D68C-4CF7-98ED-A2322BD20EDF}" dt="2026-09-16T11:08:08.049" v="107" actId="26606"/>
          <ac:spMkLst>
            <pc:docMk/>
            <pc:sldMk cId="4080300133" sldId="2147483551"/>
            <ac:spMk id="14" creationId="{00000000-0000-0000-0000-000000000000}"/>
          </ac:spMkLst>
        </pc:spChg>
      </pc:sldChg>
    </pc:docChg>
  </pc:docChgLst>
  <pc:docChgLst>
    <pc:chgData name="Irudhaya Jude" userId="94fb6c3c-9399-4256-bab9-69bc63c9daf4" providerId="ADAL" clId="{CC83623E-DD8D-5366-8404-F605F01E0DBF}"/>
    <pc:docChg chg="undo redo custSel addSld delSld modSld">
      <pc:chgData name="Irudhaya Jude" userId="94fb6c3c-9399-4256-bab9-69bc63c9daf4" providerId="ADAL" clId="{CC83623E-DD8D-5366-8404-F605F01E0DBF}" dt="2026-09-18T06:37:36.489" v="686" actId="478"/>
      <pc:docMkLst>
        <pc:docMk/>
      </pc:docMkLst>
      <pc:sldChg chg="addSp delSp modSp mod">
        <pc:chgData name="Irudhaya Jude" userId="94fb6c3c-9399-4256-bab9-69bc63c9daf4" providerId="ADAL" clId="{CC83623E-DD8D-5366-8404-F605F01E0DBF}" dt="2026-09-18T05:54:28.241" v="85" actId="478"/>
        <pc:sldMkLst>
          <pc:docMk/>
          <pc:sldMk cId="0" sldId="256"/>
        </pc:sldMkLst>
        <pc:spChg chg="add del mod">
          <ac:chgData name="Irudhaya Jude" userId="94fb6c3c-9399-4256-bab9-69bc63c9daf4" providerId="ADAL" clId="{CC83623E-DD8D-5366-8404-F605F01E0DBF}" dt="2026-09-18T05:54:28.241" v="85" actId="478"/>
          <ac:spMkLst>
            <pc:docMk/>
            <pc:sldMk cId="0" sldId="256"/>
            <ac:spMk id="4" creationId="{26BD1568-8277-BF91-ADCF-55532409E087}"/>
          </ac:spMkLst>
        </pc:spChg>
        <pc:spChg chg="del">
          <ac:chgData name="Irudhaya Jude" userId="94fb6c3c-9399-4256-bab9-69bc63c9daf4" providerId="ADAL" clId="{CC83623E-DD8D-5366-8404-F605F01E0DBF}" dt="2026-09-18T05:54:26.061" v="84" actId="478"/>
          <ac:spMkLst>
            <pc:docMk/>
            <pc:sldMk cId="0" sldId="256"/>
            <ac:spMk id="760" creationId="{00000000-0000-0000-0000-000000000000}"/>
          </ac:spMkLst>
        </pc:spChg>
        <pc:spChg chg="mod">
          <ac:chgData name="Irudhaya Jude" userId="94fb6c3c-9399-4256-bab9-69bc63c9daf4" providerId="ADAL" clId="{CC83623E-DD8D-5366-8404-F605F01E0DBF}" dt="2026-09-18T05:53:44.776" v="83" actId="552"/>
          <ac:spMkLst>
            <pc:docMk/>
            <pc:sldMk cId="0" sldId="256"/>
            <ac:spMk id="761" creationId="{00000000-0000-0000-0000-000000000000}"/>
          </ac:spMkLst>
        </pc:spChg>
        <pc:spChg chg="mod">
          <ac:chgData name="Irudhaya Jude" userId="94fb6c3c-9399-4256-bab9-69bc63c9daf4" providerId="ADAL" clId="{CC83623E-DD8D-5366-8404-F605F01E0DBF}" dt="2026-09-18T05:53:44.776" v="83" actId="552"/>
          <ac:spMkLst>
            <pc:docMk/>
            <pc:sldMk cId="0" sldId="256"/>
            <ac:spMk id="762" creationId="{00000000-0000-0000-0000-000000000000}"/>
          </ac:spMkLst>
        </pc:spChg>
        <pc:spChg chg="mod">
          <ac:chgData name="Irudhaya Jude" userId="94fb6c3c-9399-4256-bab9-69bc63c9daf4" providerId="ADAL" clId="{CC83623E-DD8D-5366-8404-F605F01E0DBF}" dt="2026-09-18T05:53:44.776" v="83" actId="552"/>
          <ac:spMkLst>
            <pc:docMk/>
            <pc:sldMk cId="0" sldId="256"/>
            <ac:spMk id="763" creationId="{00000000-0000-0000-0000-000000000000}"/>
          </ac:spMkLst>
        </pc:spChg>
        <pc:grpChg chg="mod">
          <ac:chgData name="Irudhaya Jude" userId="94fb6c3c-9399-4256-bab9-69bc63c9daf4" providerId="ADAL" clId="{CC83623E-DD8D-5366-8404-F605F01E0DBF}" dt="2026-09-18T05:53:38.541" v="82" actId="1076"/>
          <ac:grpSpMkLst>
            <pc:docMk/>
            <pc:sldMk cId="0" sldId="256"/>
            <ac:grpSpMk id="764" creationId="{00000000-0000-0000-0000-000000000000}"/>
          </ac:grpSpMkLst>
        </pc:grpChg>
      </pc:sldChg>
      <pc:sldChg chg="delSp modSp add mod">
        <pc:chgData name="Irudhaya Jude" userId="94fb6c3c-9399-4256-bab9-69bc63c9daf4" providerId="ADAL" clId="{CC83623E-DD8D-5366-8404-F605F01E0DBF}" dt="2026-09-18T05:53:28.466" v="81" actId="207"/>
        <pc:sldMkLst>
          <pc:docMk/>
          <pc:sldMk cId="1525923655" sldId="323"/>
        </pc:sldMkLst>
        <pc:spChg chg="mod">
          <ac:chgData name="Irudhaya Jude" userId="94fb6c3c-9399-4256-bab9-69bc63c9daf4" providerId="ADAL" clId="{CC83623E-DD8D-5366-8404-F605F01E0DBF}" dt="2026-09-16T12:03:08.363" v="61" actId="207"/>
          <ac:spMkLst>
            <pc:docMk/>
            <pc:sldMk cId="1525923655" sldId="323"/>
            <ac:spMk id="3" creationId="{55B12FE4-3C51-7FCD-FEC1-87656189B5D1}"/>
          </ac:spMkLst>
        </pc:spChg>
        <pc:spChg chg="mod">
          <ac:chgData name="Irudhaya Jude" userId="94fb6c3c-9399-4256-bab9-69bc63c9daf4" providerId="ADAL" clId="{CC83623E-DD8D-5366-8404-F605F01E0DBF}" dt="2026-09-16T12:02:23.663" v="49" actId="207"/>
          <ac:spMkLst>
            <pc:docMk/>
            <pc:sldMk cId="1525923655" sldId="323"/>
            <ac:spMk id="7" creationId="{8AECF469-C869-ED07-6C22-BA25DE59BDBA}"/>
          </ac:spMkLst>
        </pc:spChg>
        <pc:spChg chg="mod">
          <ac:chgData name="Irudhaya Jude" userId="94fb6c3c-9399-4256-bab9-69bc63c9daf4" providerId="ADAL" clId="{CC83623E-DD8D-5366-8404-F605F01E0DBF}" dt="2026-09-16T12:02:29.487" v="50" actId="207"/>
          <ac:spMkLst>
            <pc:docMk/>
            <pc:sldMk cId="1525923655" sldId="323"/>
            <ac:spMk id="8" creationId="{7DF9377A-14A0-BB2C-BD27-201931A18CAF}"/>
          </ac:spMkLst>
        </pc:spChg>
        <pc:spChg chg="mod">
          <ac:chgData name="Irudhaya Jude" userId="94fb6c3c-9399-4256-bab9-69bc63c9daf4" providerId="ADAL" clId="{CC83623E-DD8D-5366-8404-F605F01E0DBF}" dt="2026-09-16T12:02:31.454" v="51" actId="113"/>
          <ac:spMkLst>
            <pc:docMk/>
            <pc:sldMk cId="1525923655" sldId="323"/>
            <ac:spMk id="9" creationId="{06EFA7CD-D6E1-DD8E-0D68-755CC8B69177}"/>
          </ac:spMkLst>
        </pc:spChg>
        <pc:spChg chg="mod">
          <ac:chgData name="Irudhaya Jude" userId="94fb6c3c-9399-4256-bab9-69bc63c9daf4" providerId="ADAL" clId="{CC83623E-DD8D-5366-8404-F605F01E0DBF}" dt="2026-09-18T05:52:29.486" v="63" actId="207"/>
          <ac:spMkLst>
            <pc:docMk/>
            <pc:sldMk cId="1525923655" sldId="323"/>
            <ac:spMk id="15" creationId="{5906BF92-9482-1723-6661-821A53DD7095}"/>
          </ac:spMkLst>
        </pc:spChg>
        <pc:spChg chg="mod">
          <ac:chgData name="Irudhaya Jude" userId="94fb6c3c-9399-4256-bab9-69bc63c9daf4" providerId="ADAL" clId="{CC83623E-DD8D-5366-8404-F605F01E0DBF}" dt="2026-09-18T05:53:00.970" v="72" actId="207"/>
          <ac:spMkLst>
            <pc:docMk/>
            <pc:sldMk cId="1525923655" sldId="323"/>
            <ac:spMk id="21" creationId="{113F8E0F-C1FD-E3E2-A23B-96E8C8F184B2}"/>
          </ac:spMkLst>
        </pc:spChg>
        <pc:spChg chg="mod">
          <ac:chgData name="Irudhaya Jude" userId="94fb6c3c-9399-4256-bab9-69bc63c9daf4" providerId="ADAL" clId="{CC83623E-DD8D-5366-8404-F605F01E0DBF}" dt="2026-09-16T12:03:00.213" v="59" actId="208"/>
          <ac:spMkLst>
            <pc:docMk/>
            <pc:sldMk cId="1525923655" sldId="323"/>
            <ac:spMk id="27" creationId="{D6A8CAD1-32BA-2C78-D642-DB447DE5C02C}"/>
          </ac:spMkLst>
        </pc:spChg>
        <pc:spChg chg="mod">
          <ac:chgData name="Irudhaya Jude" userId="94fb6c3c-9399-4256-bab9-69bc63c9daf4" providerId="ADAL" clId="{CC83623E-DD8D-5366-8404-F605F01E0DBF}" dt="2026-09-16T12:03:05.081" v="60" actId="207"/>
          <ac:spMkLst>
            <pc:docMk/>
            <pc:sldMk cId="1525923655" sldId="323"/>
            <ac:spMk id="29" creationId="{F0500E8A-DB82-47F6-8CF3-8C6E1BBC461F}"/>
          </ac:spMkLst>
        </pc:spChg>
        <pc:spChg chg="mod">
          <ac:chgData name="Irudhaya Jude" userId="94fb6c3c-9399-4256-bab9-69bc63c9daf4" providerId="ADAL" clId="{CC83623E-DD8D-5366-8404-F605F01E0DBF}" dt="2026-09-18T05:52:42.334" v="67" actId="207"/>
          <ac:spMkLst>
            <pc:docMk/>
            <pc:sldMk cId="1525923655" sldId="323"/>
            <ac:spMk id="31" creationId="{918E731B-D0E4-7FCE-2962-C04E23831072}"/>
          </ac:spMkLst>
        </pc:spChg>
        <pc:spChg chg="mod">
          <ac:chgData name="Irudhaya Jude" userId="94fb6c3c-9399-4256-bab9-69bc63c9daf4" providerId="ADAL" clId="{CC83623E-DD8D-5366-8404-F605F01E0DBF}" dt="2026-09-18T05:52:34.074" v="64" actId="208"/>
          <ac:spMkLst>
            <pc:docMk/>
            <pc:sldMk cId="1525923655" sldId="323"/>
            <ac:spMk id="32" creationId="{8C970098-2BE1-2CAA-B479-ED0C31F71492}"/>
          </ac:spMkLst>
        </pc:spChg>
        <pc:spChg chg="mod">
          <ac:chgData name="Irudhaya Jude" userId="94fb6c3c-9399-4256-bab9-69bc63c9daf4" providerId="ADAL" clId="{CC83623E-DD8D-5366-8404-F605F01E0DBF}" dt="2026-09-18T05:52:54.113" v="70" actId="207"/>
          <ac:spMkLst>
            <pc:docMk/>
            <pc:sldMk cId="1525923655" sldId="323"/>
            <ac:spMk id="38" creationId="{6D08252A-53E3-7216-9158-DAE8C6A296FF}"/>
          </ac:spMkLst>
        </pc:spChg>
        <pc:spChg chg="mod">
          <ac:chgData name="Irudhaya Jude" userId="94fb6c3c-9399-4256-bab9-69bc63c9daf4" providerId="ADAL" clId="{CC83623E-DD8D-5366-8404-F605F01E0DBF}" dt="2026-09-18T05:52:56.253" v="71" actId="208"/>
          <ac:spMkLst>
            <pc:docMk/>
            <pc:sldMk cId="1525923655" sldId="323"/>
            <ac:spMk id="39" creationId="{D2F971F9-A8A0-EA1F-327D-B65CA125BF05}"/>
          </ac:spMkLst>
        </pc:spChg>
        <pc:spChg chg="mod">
          <ac:chgData name="Irudhaya Jude" userId="94fb6c3c-9399-4256-bab9-69bc63c9daf4" providerId="ADAL" clId="{CC83623E-DD8D-5366-8404-F605F01E0DBF}" dt="2026-09-18T05:53:23.090" v="78" actId="207"/>
          <ac:spMkLst>
            <pc:docMk/>
            <pc:sldMk cId="1525923655" sldId="323"/>
            <ac:spMk id="78" creationId="{6ABBCF37-8A57-FA6E-2774-07A3F11C7055}"/>
          </ac:spMkLst>
        </pc:spChg>
        <pc:spChg chg="mod">
          <ac:chgData name="Irudhaya Jude" userId="94fb6c3c-9399-4256-bab9-69bc63c9daf4" providerId="ADAL" clId="{CC83623E-DD8D-5366-8404-F605F01E0DBF}" dt="2026-09-18T05:53:26.444" v="80" actId="207"/>
          <ac:spMkLst>
            <pc:docMk/>
            <pc:sldMk cId="1525923655" sldId="323"/>
            <ac:spMk id="83" creationId="{328BB70D-CE37-66F4-421F-819C9749D33E}"/>
          </ac:spMkLst>
        </pc:spChg>
        <pc:spChg chg="mod">
          <ac:chgData name="Irudhaya Jude" userId="94fb6c3c-9399-4256-bab9-69bc63c9daf4" providerId="ADAL" clId="{CC83623E-DD8D-5366-8404-F605F01E0DBF}" dt="2026-09-16T12:02:10.280" v="46" actId="207"/>
          <ac:spMkLst>
            <pc:docMk/>
            <pc:sldMk cId="1525923655" sldId="323"/>
            <ac:spMk id="89" creationId="{2907E5AA-BBD4-A871-8C0D-4D5126EBBA49}"/>
          </ac:spMkLst>
        </pc:spChg>
        <pc:spChg chg="mod">
          <ac:chgData name="Irudhaya Jude" userId="94fb6c3c-9399-4256-bab9-69bc63c9daf4" providerId="ADAL" clId="{CC83623E-DD8D-5366-8404-F605F01E0DBF}" dt="2026-09-16T12:02:12.671" v="47" actId="113"/>
          <ac:spMkLst>
            <pc:docMk/>
            <pc:sldMk cId="1525923655" sldId="323"/>
            <ac:spMk id="90" creationId="{D60ECCD4-F480-C1A5-4045-EBE81BBBB213}"/>
          </ac:spMkLst>
        </pc:spChg>
        <pc:spChg chg="mod">
          <ac:chgData name="Irudhaya Jude" userId="94fb6c3c-9399-4256-bab9-69bc63c9daf4" providerId="ADAL" clId="{CC83623E-DD8D-5366-8404-F605F01E0DBF}" dt="2026-09-18T05:53:09.522" v="73" actId="207"/>
          <ac:spMkLst>
            <pc:docMk/>
            <pc:sldMk cId="1525923655" sldId="323"/>
            <ac:spMk id="91" creationId="{EB1A6C3B-6025-F26A-6A8D-0DA4ADF4A8C5}"/>
          </ac:spMkLst>
        </pc:spChg>
        <pc:spChg chg="mod">
          <ac:chgData name="Irudhaya Jude" userId="94fb6c3c-9399-4256-bab9-69bc63c9daf4" providerId="ADAL" clId="{CC83623E-DD8D-5366-8404-F605F01E0DBF}" dt="2026-09-18T05:53:20.003" v="77" actId="2085"/>
          <ac:spMkLst>
            <pc:docMk/>
            <pc:sldMk cId="1525923655" sldId="323"/>
            <ac:spMk id="93" creationId="{FBC3023B-990E-CEB6-1382-E6D714080846}"/>
          </ac:spMkLst>
        </pc:spChg>
        <pc:spChg chg="mod">
          <ac:chgData name="Irudhaya Jude" userId="94fb6c3c-9399-4256-bab9-69bc63c9daf4" providerId="ADAL" clId="{CC83623E-DD8D-5366-8404-F605F01E0DBF}" dt="2026-09-18T05:53:17.315" v="76" actId="2085"/>
          <ac:spMkLst>
            <pc:docMk/>
            <pc:sldMk cId="1525923655" sldId="323"/>
            <ac:spMk id="95" creationId="{312EE41F-7D96-BEA9-8EB4-9CC5B0A04390}"/>
          </ac:spMkLst>
        </pc:spChg>
        <pc:spChg chg="mod">
          <ac:chgData name="Irudhaya Jude" userId="94fb6c3c-9399-4256-bab9-69bc63c9daf4" providerId="ADAL" clId="{CC83623E-DD8D-5366-8404-F605F01E0DBF}" dt="2026-09-18T05:53:24.567" v="79" actId="207"/>
          <ac:spMkLst>
            <pc:docMk/>
            <pc:sldMk cId="1525923655" sldId="323"/>
            <ac:spMk id="99" creationId="{B7321B2E-C28A-44FD-6E91-CEC39CD8E04F}"/>
          </ac:spMkLst>
        </pc:spChg>
        <pc:spChg chg="mod">
          <ac:chgData name="Irudhaya Jude" userId="94fb6c3c-9399-4256-bab9-69bc63c9daf4" providerId="ADAL" clId="{CC83623E-DD8D-5366-8404-F605F01E0DBF}" dt="2026-09-18T05:53:28.466" v="81" actId="207"/>
          <ac:spMkLst>
            <pc:docMk/>
            <pc:sldMk cId="1525923655" sldId="323"/>
            <ac:spMk id="106" creationId="{D3DAED61-1F50-F229-239B-348D42255BCA}"/>
          </ac:spMkLst>
        </pc:spChg>
        <pc:cxnChg chg="mod">
          <ac:chgData name="Irudhaya Jude" userId="94fb6c3c-9399-4256-bab9-69bc63c9daf4" providerId="ADAL" clId="{CC83623E-DD8D-5366-8404-F605F01E0DBF}" dt="2026-09-18T05:52:38.390" v="66" actId="208"/>
          <ac:cxnSpMkLst>
            <pc:docMk/>
            <pc:sldMk cId="1525923655" sldId="323"/>
            <ac:cxnSpMk id="22" creationId="{A02AD7DF-882A-EF54-C34E-058A3428CC5A}"/>
          </ac:cxnSpMkLst>
        </pc:cxnChg>
        <pc:cxnChg chg="mod">
          <ac:chgData name="Irudhaya Jude" userId="94fb6c3c-9399-4256-bab9-69bc63c9daf4" providerId="ADAL" clId="{CC83623E-DD8D-5366-8404-F605F01E0DBF}" dt="2026-09-18T05:52:36.287" v="65" actId="208"/>
          <ac:cxnSpMkLst>
            <pc:docMk/>
            <pc:sldMk cId="1525923655" sldId="323"/>
            <ac:cxnSpMk id="35" creationId="{649B53F5-CE8F-92BD-8F29-D45D692D6955}"/>
          </ac:cxnSpMkLst>
        </pc:cxnChg>
        <pc:cxnChg chg="mod">
          <ac:chgData name="Irudhaya Jude" userId="94fb6c3c-9399-4256-bab9-69bc63c9daf4" providerId="ADAL" clId="{CC83623E-DD8D-5366-8404-F605F01E0DBF}" dt="2026-09-18T05:52:46.911" v="68" actId="208"/>
          <ac:cxnSpMkLst>
            <pc:docMk/>
            <pc:sldMk cId="1525923655" sldId="323"/>
            <ac:cxnSpMk id="48" creationId="{9C3F1E26-7182-A129-6DB3-CAA7CFA57C22}"/>
          </ac:cxnSpMkLst>
        </pc:cxnChg>
        <pc:cxnChg chg="mod">
          <ac:chgData name="Irudhaya Jude" userId="94fb6c3c-9399-4256-bab9-69bc63c9daf4" providerId="ADAL" clId="{CC83623E-DD8D-5366-8404-F605F01E0DBF}" dt="2026-09-18T05:52:50.322" v="69" actId="208"/>
          <ac:cxnSpMkLst>
            <pc:docMk/>
            <pc:sldMk cId="1525923655" sldId="323"/>
            <ac:cxnSpMk id="52" creationId="{C02C82A6-E0BE-DB68-F459-194615825F77}"/>
          </ac:cxnSpMkLst>
        </pc:cxnChg>
        <pc:cxnChg chg="mod">
          <ac:chgData name="Irudhaya Jude" userId="94fb6c3c-9399-4256-bab9-69bc63c9daf4" providerId="ADAL" clId="{CC83623E-DD8D-5366-8404-F605F01E0DBF}" dt="2026-09-16T12:02:58.205" v="58" actId="208"/>
          <ac:cxnSpMkLst>
            <pc:docMk/>
            <pc:sldMk cId="1525923655" sldId="323"/>
            <ac:cxnSpMk id="54" creationId="{6E8F104A-702B-40E4-D8DF-185FCF7EB47D}"/>
          </ac:cxnSpMkLst>
        </pc:cxnChg>
        <pc:cxnChg chg="mod">
          <ac:chgData name="Irudhaya Jude" userId="94fb6c3c-9399-4256-bab9-69bc63c9daf4" providerId="ADAL" clId="{CC83623E-DD8D-5366-8404-F605F01E0DBF}" dt="2026-09-18T05:52:34.074" v="64" actId="208"/>
          <ac:cxnSpMkLst>
            <pc:docMk/>
            <pc:sldMk cId="1525923655" sldId="323"/>
            <ac:cxnSpMk id="67" creationId="{1B35CDE3-3E1E-DA30-4122-3F87ACE78B78}"/>
          </ac:cxnSpMkLst>
        </pc:cxnChg>
        <pc:cxnChg chg="mod">
          <ac:chgData name="Irudhaya Jude" userId="94fb6c3c-9399-4256-bab9-69bc63c9daf4" providerId="ADAL" clId="{CC83623E-DD8D-5366-8404-F605F01E0DBF}" dt="2026-09-18T05:52:50.322" v="69" actId="208"/>
          <ac:cxnSpMkLst>
            <pc:docMk/>
            <pc:sldMk cId="1525923655" sldId="323"/>
            <ac:cxnSpMk id="123" creationId="{A591964A-0CAB-B8A2-AD75-292A356F4803}"/>
          </ac:cxnSpMkLst>
        </pc:cxnChg>
      </pc:sldChg>
      <pc:sldChg chg="modSp mod">
        <pc:chgData name="Irudhaya Jude" userId="94fb6c3c-9399-4256-bab9-69bc63c9daf4" providerId="ADAL" clId="{CC83623E-DD8D-5366-8404-F605F01E0DBF}" dt="2026-09-18T06:12:58.005" v="279" actId="1076"/>
        <pc:sldMkLst>
          <pc:docMk/>
          <pc:sldMk cId="671927568" sldId="2147483528"/>
        </pc:sldMkLst>
        <pc:spChg chg="mod">
          <ac:chgData name="Irudhaya Jude" userId="94fb6c3c-9399-4256-bab9-69bc63c9daf4" providerId="ADAL" clId="{CC83623E-DD8D-5366-8404-F605F01E0DBF}" dt="2026-09-18T06:12:03.436" v="267" actId="12789"/>
          <ac:spMkLst>
            <pc:docMk/>
            <pc:sldMk cId="671927568" sldId="2147483528"/>
            <ac:spMk id="7" creationId="{00000000-0000-0000-0000-000000000000}"/>
          </ac:spMkLst>
        </pc:spChg>
        <pc:spChg chg="mod">
          <ac:chgData name="Irudhaya Jude" userId="94fb6c3c-9399-4256-bab9-69bc63c9daf4" providerId="ADAL" clId="{CC83623E-DD8D-5366-8404-F605F01E0DBF}" dt="2026-09-18T06:12:58.005" v="279" actId="1076"/>
          <ac:spMkLst>
            <pc:docMk/>
            <pc:sldMk cId="671927568" sldId="2147483528"/>
            <ac:spMk id="8" creationId="{00000000-0000-0000-0000-000000000000}"/>
          </ac:spMkLst>
        </pc:spChg>
        <pc:spChg chg="mod">
          <ac:chgData name="Irudhaya Jude" userId="94fb6c3c-9399-4256-bab9-69bc63c9daf4" providerId="ADAL" clId="{CC83623E-DD8D-5366-8404-F605F01E0DBF}" dt="2026-09-18T06:12:03.436" v="267" actId="12789"/>
          <ac:spMkLst>
            <pc:docMk/>
            <pc:sldMk cId="671927568" sldId="2147483528"/>
            <ac:spMk id="10" creationId="{00000000-0000-0000-0000-000000000000}"/>
          </ac:spMkLst>
        </pc:spChg>
        <pc:spChg chg="mod">
          <ac:chgData name="Irudhaya Jude" userId="94fb6c3c-9399-4256-bab9-69bc63c9daf4" providerId="ADAL" clId="{CC83623E-DD8D-5366-8404-F605F01E0DBF}" dt="2026-09-18T06:10:58.590" v="256" actId="12"/>
          <ac:spMkLst>
            <pc:docMk/>
            <pc:sldMk cId="671927568" sldId="2147483528"/>
            <ac:spMk id="11" creationId="{00000000-0000-0000-0000-000000000000}"/>
          </ac:spMkLst>
        </pc:spChg>
        <pc:spChg chg="mod">
          <ac:chgData name="Irudhaya Jude" userId="94fb6c3c-9399-4256-bab9-69bc63c9daf4" providerId="ADAL" clId="{CC83623E-DD8D-5366-8404-F605F01E0DBF}" dt="2026-09-18T06:12:58.005" v="279" actId="1076"/>
          <ac:spMkLst>
            <pc:docMk/>
            <pc:sldMk cId="671927568" sldId="2147483528"/>
            <ac:spMk id="13" creationId="{00000000-0000-0000-0000-000000000000}"/>
          </ac:spMkLst>
        </pc:spChg>
        <pc:spChg chg="mod">
          <ac:chgData name="Irudhaya Jude" userId="94fb6c3c-9399-4256-bab9-69bc63c9daf4" providerId="ADAL" clId="{CC83623E-DD8D-5366-8404-F605F01E0DBF}" dt="2026-09-18T06:12:58.005" v="279" actId="1076"/>
          <ac:spMkLst>
            <pc:docMk/>
            <pc:sldMk cId="671927568" sldId="2147483528"/>
            <ac:spMk id="14" creationId="{00000000-0000-0000-0000-000000000000}"/>
          </ac:spMkLst>
        </pc:spChg>
        <pc:spChg chg="mod">
          <ac:chgData name="Irudhaya Jude" userId="94fb6c3c-9399-4256-bab9-69bc63c9daf4" providerId="ADAL" clId="{CC83623E-DD8D-5366-8404-F605F01E0DBF}" dt="2026-09-18T06:12:58.005" v="279" actId="1076"/>
          <ac:spMkLst>
            <pc:docMk/>
            <pc:sldMk cId="671927568" sldId="2147483528"/>
            <ac:spMk id="15" creationId="{00000000-0000-0000-0000-000000000000}"/>
          </ac:spMkLst>
        </pc:spChg>
        <pc:spChg chg="mod">
          <ac:chgData name="Irudhaya Jude" userId="94fb6c3c-9399-4256-bab9-69bc63c9daf4" providerId="ADAL" clId="{CC83623E-DD8D-5366-8404-F605F01E0DBF}" dt="2026-09-18T06:12:46.678" v="278" actId="1076"/>
          <ac:spMkLst>
            <pc:docMk/>
            <pc:sldMk cId="671927568" sldId="2147483528"/>
            <ac:spMk id="16" creationId="{00000000-0000-0000-0000-000000000000}"/>
          </ac:spMkLst>
        </pc:spChg>
        <pc:spChg chg="mod">
          <ac:chgData name="Irudhaya Jude" userId="94fb6c3c-9399-4256-bab9-69bc63c9daf4" providerId="ADAL" clId="{CC83623E-DD8D-5366-8404-F605F01E0DBF}" dt="2026-09-18T06:12:58.005" v="279" actId="1076"/>
          <ac:spMkLst>
            <pc:docMk/>
            <pc:sldMk cId="671927568" sldId="2147483528"/>
            <ac:spMk id="17" creationId="{00000000-0000-0000-0000-000000000000}"/>
          </ac:spMkLst>
        </pc:spChg>
        <pc:spChg chg="mod">
          <ac:chgData name="Irudhaya Jude" userId="94fb6c3c-9399-4256-bab9-69bc63c9daf4" providerId="ADAL" clId="{CC83623E-DD8D-5366-8404-F605F01E0DBF}" dt="2026-09-18T06:12:58.005" v="279" actId="1076"/>
          <ac:spMkLst>
            <pc:docMk/>
            <pc:sldMk cId="671927568" sldId="2147483528"/>
            <ac:spMk id="20" creationId="{346DFFB2-C1F7-9351-D8D3-D5D84FF96170}"/>
          </ac:spMkLst>
        </pc:spChg>
        <pc:spChg chg="mod">
          <ac:chgData name="Irudhaya Jude" userId="94fb6c3c-9399-4256-bab9-69bc63c9daf4" providerId="ADAL" clId="{CC83623E-DD8D-5366-8404-F605F01E0DBF}" dt="2026-09-18T06:12:58.005" v="279" actId="1076"/>
          <ac:spMkLst>
            <pc:docMk/>
            <pc:sldMk cId="671927568" sldId="2147483528"/>
            <ac:spMk id="21" creationId="{D0AC51CB-3ACC-B91F-1678-1925A1E50AF4}"/>
          </ac:spMkLst>
        </pc:spChg>
        <pc:spChg chg="mod">
          <ac:chgData name="Irudhaya Jude" userId="94fb6c3c-9399-4256-bab9-69bc63c9daf4" providerId="ADAL" clId="{CC83623E-DD8D-5366-8404-F605F01E0DBF}" dt="2026-09-18T06:12:58.005" v="279" actId="1076"/>
          <ac:spMkLst>
            <pc:docMk/>
            <pc:sldMk cId="671927568" sldId="2147483528"/>
            <ac:spMk id="22" creationId="{2376E5C7-8F9E-F280-906A-AD90F8444783}"/>
          </ac:spMkLst>
        </pc:spChg>
        <pc:spChg chg="mod">
          <ac:chgData name="Irudhaya Jude" userId="94fb6c3c-9399-4256-bab9-69bc63c9daf4" providerId="ADAL" clId="{CC83623E-DD8D-5366-8404-F605F01E0DBF}" dt="2026-09-18T06:12:58.005" v="279" actId="1076"/>
          <ac:spMkLst>
            <pc:docMk/>
            <pc:sldMk cId="671927568" sldId="2147483528"/>
            <ac:spMk id="23" creationId="{96AF5463-DAFB-D8AB-EABE-A5FA30E52E85}"/>
          </ac:spMkLst>
        </pc:spChg>
        <pc:spChg chg="mod">
          <ac:chgData name="Irudhaya Jude" userId="94fb6c3c-9399-4256-bab9-69bc63c9daf4" providerId="ADAL" clId="{CC83623E-DD8D-5366-8404-F605F01E0DBF}" dt="2026-09-18T06:12:58.005" v="279" actId="1076"/>
          <ac:spMkLst>
            <pc:docMk/>
            <pc:sldMk cId="671927568" sldId="2147483528"/>
            <ac:spMk id="24" creationId="{E0A610B2-AF26-50E1-C2B7-7FD0358571ED}"/>
          </ac:spMkLst>
        </pc:spChg>
      </pc:sldChg>
      <pc:sldChg chg="addSp delSp modSp mod">
        <pc:chgData name="Irudhaya Jude" userId="94fb6c3c-9399-4256-bab9-69bc63c9daf4" providerId="ADAL" clId="{CC83623E-DD8D-5366-8404-F605F01E0DBF}" dt="2026-09-18T06:27:45.544" v="567" actId="12789"/>
        <pc:sldMkLst>
          <pc:docMk/>
          <pc:sldMk cId="751605664" sldId="2147483529"/>
        </pc:sldMkLst>
        <pc:spChg chg="add mod">
          <ac:chgData name="Irudhaya Jude" userId="94fb6c3c-9399-4256-bab9-69bc63c9daf4" providerId="ADAL" clId="{CC83623E-DD8D-5366-8404-F605F01E0DBF}" dt="2026-09-18T06:24:25.048" v="421" actId="1076"/>
          <ac:spMkLst>
            <pc:docMk/>
            <pc:sldMk cId="751605664" sldId="2147483529"/>
            <ac:spMk id="4" creationId="{EC750299-598A-197D-E4C7-FACDEB7E8EB4}"/>
          </ac:spMkLst>
        </pc:spChg>
        <pc:spChg chg="add mod">
          <ac:chgData name="Irudhaya Jude" userId="94fb6c3c-9399-4256-bab9-69bc63c9daf4" providerId="ADAL" clId="{CC83623E-DD8D-5366-8404-F605F01E0DBF}" dt="2026-09-18T06:26:43.380" v="533" actId="12788"/>
          <ac:spMkLst>
            <pc:docMk/>
            <pc:sldMk cId="751605664" sldId="2147483529"/>
            <ac:spMk id="5" creationId="{43EB366F-2E2F-FB3A-50BA-9265CB2B8918}"/>
          </ac:spMkLst>
        </pc:spChg>
        <pc:spChg chg="add mod">
          <ac:chgData name="Irudhaya Jude" userId="94fb6c3c-9399-4256-bab9-69bc63c9daf4" providerId="ADAL" clId="{CC83623E-DD8D-5366-8404-F605F01E0DBF}" dt="2026-09-18T06:26:50.511" v="535" actId="12788"/>
          <ac:spMkLst>
            <pc:docMk/>
            <pc:sldMk cId="751605664" sldId="2147483529"/>
            <ac:spMk id="6" creationId="{1B22049C-7D84-1099-20FB-27FD3A9C7AED}"/>
          </ac:spMkLst>
        </pc:spChg>
        <pc:spChg chg="add mod">
          <ac:chgData name="Irudhaya Jude" userId="94fb6c3c-9399-4256-bab9-69bc63c9daf4" providerId="ADAL" clId="{CC83623E-DD8D-5366-8404-F605F01E0DBF}" dt="2026-09-18T06:23:59.825" v="418"/>
          <ac:spMkLst>
            <pc:docMk/>
            <pc:sldMk cId="751605664" sldId="2147483529"/>
            <ac:spMk id="7" creationId="{D58CA177-208A-C66E-6924-7E6767D47435}"/>
          </ac:spMkLst>
        </pc:spChg>
        <pc:spChg chg="mod">
          <ac:chgData name="Irudhaya Jude" userId="94fb6c3c-9399-4256-bab9-69bc63c9daf4" providerId="ADAL" clId="{CC83623E-DD8D-5366-8404-F605F01E0DBF}" dt="2026-09-18T06:24:53.154" v="435"/>
          <ac:spMkLst>
            <pc:docMk/>
            <pc:sldMk cId="751605664" sldId="2147483529"/>
            <ac:spMk id="8" creationId="{00000000-0000-0000-0000-000000000000}"/>
          </ac:spMkLst>
        </pc:spChg>
        <pc:spChg chg="add mod">
          <ac:chgData name="Irudhaya Jude" userId="94fb6c3c-9399-4256-bab9-69bc63c9daf4" providerId="ADAL" clId="{CC83623E-DD8D-5366-8404-F605F01E0DBF}" dt="2026-09-18T06:24:25.048" v="421" actId="1076"/>
          <ac:spMkLst>
            <pc:docMk/>
            <pc:sldMk cId="751605664" sldId="2147483529"/>
            <ac:spMk id="9" creationId="{A028348B-15DA-1F42-F29D-EB890D71C193}"/>
          </ac:spMkLst>
        </pc:spChg>
        <pc:spChg chg="add mod">
          <ac:chgData name="Irudhaya Jude" userId="94fb6c3c-9399-4256-bab9-69bc63c9daf4" providerId="ADAL" clId="{CC83623E-DD8D-5366-8404-F605F01E0DBF}" dt="2026-09-18T06:24:25.048" v="421" actId="1076"/>
          <ac:spMkLst>
            <pc:docMk/>
            <pc:sldMk cId="751605664" sldId="2147483529"/>
            <ac:spMk id="10" creationId="{91F2D239-4DAE-D4A2-10AC-2472685B035B}"/>
          </ac:spMkLst>
        </pc:spChg>
        <pc:spChg chg="mod">
          <ac:chgData name="Irudhaya Jude" userId="94fb6c3c-9399-4256-bab9-69bc63c9daf4" providerId="ADAL" clId="{CC83623E-DD8D-5366-8404-F605F01E0DBF}" dt="2026-09-18T06:25:06.686" v="458"/>
          <ac:spMkLst>
            <pc:docMk/>
            <pc:sldMk cId="751605664" sldId="2147483529"/>
            <ac:spMk id="12" creationId="{00000000-0000-0000-0000-000000000000}"/>
          </ac:spMkLst>
        </pc:spChg>
        <pc:spChg chg="mod">
          <ac:chgData name="Irudhaya Jude" userId="94fb6c3c-9399-4256-bab9-69bc63c9daf4" providerId="ADAL" clId="{CC83623E-DD8D-5366-8404-F605F01E0DBF}" dt="2026-09-18T06:25:10.958" v="468"/>
          <ac:spMkLst>
            <pc:docMk/>
            <pc:sldMk cId="751605664" sldId="2147483529"/>
            <ac:spMk id="16" creationId="{00000000-0000-0000-0000-000000000000}"/>
          </ac:spMkLst>
        </pc:spChg>
        <pc:spChg chg="mod">
          <ac:chgData name="Irudhaya Jude" userId="94fb6c3c-9399-4256-bab9-69bc63c9daf4" providerId="ADAL" clId="{CC83623E-DD8D-5366-8404-F605F01E0DBF}" dt="2026-09-18T06:25:19.970" v="477"/>
          <ac:spMkLst>
            <pc:docMk/>
            <pc:sldMk cId="751605664" sldId="2147483529"/>
            <ac:spMk id="20" creationId="{00000000-0000-0000-0000-000000000000}"/>
          </ac:spMkLst>
        </pc:spChg>
        <pc:spChg chg="mod">
          <ac:chgData name="Irudhaya Jude" userId="94fb6c3c-9399-4256-bab9-69bc63c9daf4" providerId="ADAL" clId="{CC83623E-DD8D-5366-8404-F605F01E0DBF}" dt="2026-09-18T06:25:31.448" v="485"/>
          <ac:spMkLst>
            <pc:docMk/>
            <pc:sldMk cId="751605664" sldId="2147483529"/>
            <ac:spMk id="24" creationId="{00000000-0000-0000-0000-000000000000}"/>
          </ac:spMkLst>
        </pc:spChg>
        <pc:spChg chg="mod">
          <ac:chgData name="Irudhaya Jude" userId="94fb6c3c-9399-4256-bab9-69bc63c9daf4" providerId="ADAL" clId="{CC83623E-DD8D-5366-8404-F605F01E0DBF}" dt="2026-09-18T06:25:47.518" v="498"/>
          <ac:spMkLst>
            <pc:docMk/>
            <pc:sldMk cId="751605664" sldId="2147483529"/>
            <ac:spMk id="28" creationId="{00000000-0000-0000-0000-000000000000}"/>
          </ac:spMkLst>
        </pc:spChg>
        <pc:spChg chg="mod">
          <ac:chgData name="Irudhaya Jude" userId="94fb6c3c-9399-4256-bab9-69bc63c9daf4" providerId="ADAL" clId="{CC83623E-DD8D-5366-8404-F605F01E0DBF}" dt="2026-09-18T06:24:25.048" v="421" actId="1076"/>
          <ac:spMkLst>
            <pc:docMk/>
            <pc:sldMk cId="751605664" sldId="2147483529"/>
            <ac:spMk id="38" creationId="{E41B4BC6-A8FC-B0A4-754F-3CFB250C2026}"/>
          </ac:spMkLst>
        </pc:spChg>
        <pc:spChg chg="mod">
          <ac:chgData name="Irudhaya Jude" userId="94fb6c3c-9399-4256-bab9-69bc63c9daf4" providerId="ADAL" clId="{CC83623E-DD8D-5366-8404-F605F01E0DBF}" dt="2026-09-18T06:24:25.048" v="421" actId="1076"/>
          <ac:spMkLst>
            <pc:docMk/>
            <pc:sldMk cId="751605664" sldId="2147483529"/>
            <ac:spMk id="39" creationId="{B344878C-06FC-0646-B8AE-7142F9F6A9CB}"/>
          </ac:spMkLst>
        </pc:spChg>
        <pc:spChg chg="mod">
          <ac:chgData name="Irudhaya Jude" userId="94fb6c3c-9399-4256-bab9-69bc63c9daf4" providerId="ADAL" clId="{CC83623E-DD8D-5366-8404-F605F01E0DBF}" dt="2026-09-18T06:24:25.048" v="421" actId="1076"/>
          <ac:spMkLst>
            <pc:docMk/>
            <pc:sldMk cId="751605664" sldId="2147483529"/>
            <ac:spMk id="40" creationId="{4328C271-365D-AE13-8BB2-4A55CD1B206F}"/>
          </ac:spMkLst>
        </pc:spChg>
        <pc:spChg chg="mod">
          <ac:chgData name="Irudhaya Jude" userId="94fb6c3c-9399-4256-bab9-69bc63c9daf4" providerId="ADAL" clId="{CC83623E-DD8D-5366-8404-F605F01E0DBF}" dt="2026-09-18T06:24:25.048" v="421" actId="1076"/>
          <ac:spMkLst>
            <pc:docMk/>
            <pc:sldMk cId="751605664" sldId="2147483529"/>
            <ac:spMk id="41" creationId="{25AA164D-47B7-C8F1-C505-E74F78485DD9}"/>
          </ac:spMkLst>
        </pc:spChg>
        <pc:spChg chg="mod">
          <ac:chgData name="Irudhaya Jude" userId="94fb6c3c-9399-4256-bab9-69bc63c9daf4" providerId="ADAL" clId="{CC83623E-DD8D-5366-8404-F605F01E0DBF}" dt="2026-09-18T06:24:25.048" v="421" actId="1076"/>
          <ac:spMkLst>
            <pc:docMk/>
            <pc:sldMk cId="751605664" sldId="2147483529"/>
            <ac:spMk id="42" creationId="{CEBDBD92-4FA9-E26F-6B32-675EC98D383D}"/>
          </ac:spMkLst>
        </pc:spChg>
        <pc:spChg chg="mod">
          <ac:chgData name="Irudhaya Jude" userId="94fb6c3c-9399-4256-bab9-69bc63c9daf4" providerId="ADAL" clId="{CC83623E-DD8D-5366-8404-F605F01E0DBF}" dt="2026-09-18T06:24:25.048" v="421" actId="1076"/>
          <ac:spMkLst>
            <pc:docMk/>
            <pc:sldMk cId="751605664" sldId="2147483529"/>
            <ac:spMk id="43" creationId="{16B848DE-D0A3-F9E0-5963-A4FA9DA79172}"/>
          </ac:spMkLst>
        </pc:spChg>
        <pc:picChg chg="add mod">
          <ac:chgData name="Irudhaya Jude" userId="94fb6c3c-9399-4256-bab9-69bc63c9daf4" providerId="ADAL" clId="{CC83623E-DD8D-5366-8404-F605F01E0DBF}" dt="2026-09-18T06:27:45.544" v="567" actId="12789"/>
          <ac:picMkLst>
            <pc:docMk/>
            <pc:sldMk cId="751605664" sldId="2147483529"/>
            <ac:picMk id="13" creationId="{7208533A-C489-B0A0-A2D9-4D7EE4887267}"/>
          </ac:picMkLst>
        </pc:picChg>
        <pc:picChg chg="add mod">
          <ac:chgData name="Irudhaya Jude" userId="94fb6c3c-9399-4256-bab9-69bc63c9daf4" providerId="ADAL" clId="{CC83623E-DD8D-5366-8404-F605F01E0DBF}" dt="2026-09-18T06:27:45.544" v="567" actId="12789"/>
          <ac:picMkLst>
            <pc:docMk/>
            <pc:sldMk cId="751605664" sldId="2147483529"/>
            <ac:picMk id="15" creationId="{F7E8B698-A508-5B7E-750F-8BDFB17C8385}"/>
          </ac:picMkLst>
        </pc:picChg>
        <pc:picChg chg="add del mod">
          <ac:chgData name="Irudhaya Jude" userId="94fb6c3c-9399-4256-bab9-69bc63c9daf4" providerId="ADAL" clId="{CC83623E-DD8D-5366-8404-F605F01E0DBF}" dt="2026-09-18T06:26:31.455" v="531" actId="478"/>
          <ac:picMkLst>
            <pc:docMk/>
            <pc:sldMk cId="751605664" sldId="2147483529"/>
            <ac:picMk id="18" creationId="{B3E4698A-6570-0FE3-EBF7-0E91D1B4D230}"/>
          </ac:picMkLst>
        </pc:picChg>
        <pc:picChg chg="add mod">
          <ac:chgData name="Irudhaya Jude" userId="94fb6c3c-9399-4256-bab9-69bc63c9daf4" providerId="ADAL" clId="{CC83623E-DD8D-5366-8404-F605F01E0DBF}" dt="2026-09-18T06:27:45.544" v="567" actId="12789"/>
          <ac:picMkLst>
            <pc:docMk/>
            <pc:sldMk cId="751605664" sldId="2147483529"/>
            <ac:picMk id="19" creationId="{11EC9A01-E407-E6CF-E9C4-B861F69850A6}"/>
          </ac:picMkLst>
        </pc:picChg>
        <pc:picChg chg="add mod">
          <ac:chgData name="Irudhaya Jude" userId="94fb6c3c-9399-4256-bab9-69bc63c9daf4" providerId="ADAL" clId="{CC83623E-DD8D-5366-8404-F605F01E0DBF}" dt="2026-09-18T06:27:45.544" v="567" actId="12789"/>
          <ac:picMkLst>
            <pc:docMk/>
            <pc:sldMk cId="751605664" sldId="2147483529"/>
            <ac:picMk id="22" creationId="{C5202F02-0219-F91D-3BE1-F43DAC0CC6A5}"/>
          </ac:picMkLst>
        </pc:picChg>
        <pc:picChg chg="add mod">
          <ac:chgData name="Irudhaya Jude" userId="94fb6c3c-9399-4256-bab9-69bc63c9daf4" providerId="ADAL" clId="{CC83623E-DD8D-5366-8404-F605F01E0DBF}" dt="2026-09-18T06:27:45.544" v="567" actId="12789"/>
          <ac:picMkLst>
            <pc:docMk/>
            <pc:sldMk cId="751605664" sldId="2147483529"/>
            <ac:picMk id="25" creationId="{2191D7F8-D2CE-A3A3-7864-5889429208E9}"/>
          </ac:picMkLst>
        </pc:picChg>
        <pc:picChg chg="add mod">
          <ac:chgData name="Irudhaya Jude" userId="94fb6c3c-9399-4256-bab9-69bc63c9daf4" providerId="ADAL" clId="{CC83623E-DD8D-5366-8404-F605F01E0DBF}" dt="2026-09-18T06:27:45.544" v="567" actId="12789"/>
          <ac:picMkLst>
            <pc:docMk/>
            <pc:sldMk cId="751605664" sldId="2147483529"/>
            <ac:picMk id="27" creationId="{16B0E0ED-FDAB-E2FB-D03E-9EA9A4038C33}"/>
          </ac:picMkLst>
        </pc:picChg>
        <pc:cxnChg chg="add del mod">
          <ac:chgData name="Irudhaya Jude" userId="94fb6c3c-9399-4256-bab9-69bc63c9daf4" providerId="ADAL" clId="{CC83623E-DD8D-5366-8404-F605F01E0DBF}" dt="2026-09-18T06:24:22.477" v="420" actId="478"/>
          <ac:cxnSpMkLst>
            <pc:docMk/>
            <pc:sldMk cId="751605664" sldId="2147483529"/>
            <ac:cxnSpMk id="3" creationId="{5982A068-9263-14F9-1458-932DAE1043ED}"/>
          </ac:cxnSpMkLst>
        </pc:cxnChg>
      </pc:sldChg>
      <pc:sldChg chg="modSp mod">
        <pc:chgData name="Irudhaya Jude" userId="94fb6c3c-9399-4256-bab9-69bc63c9daf4" providerId="ADAL" clId="{CC83623E-DD8D-5366-8404-F605F01E0DBF}" dt="2026-09-16T09:48:02.329" v="1" actId="27636"/>
        <pc:sldMkLst>
          <pc:docMk/>
          <pc:sldMk cId="1747842636" sldId="2147483530"/>
        </pc:sldMkLst>
      </pc:sldChg>
      <pc:sldChg chg="modSp mod">
        <pc:chgData name="Irudhaya Jude" userId="94fb6c3c-9399-4256-bab9-69bc63c9daf4" providerId="ADAL" clId="{CC83623E-DD8D-5366-8404-F605F01E0DBF}" dt="2026-09-18T06:29:45.865" v="594" actId="1076"/>
        <pc:sldMkLst>
          <pc:docMk/>
          <pc:sldMk cId="1870335399" sldId="2147483532"/>
        </pc:sldMkLst>
        <pc:spChg chg="mod">
          <ac:chgData name="Irudhaya Jude" userId="94fb6c3c-9399-4256-bab9-69bc63c9daf4" providerId="ADAL" clId="{CC83623E-DD8D-5366-8404-F605F01E0DBF}" dt="2026-09-18T06:29:35.315" v="591" actId="1076"/>
          <ac:spMkLst>
            <pc:docMk/>
            <pc:sldMk cId="1870335399" sldId="2147483532"/>
            <ac:spMk id="7" creationId="{00000000-0000-0000-0000-000000000000}"/>
          </ac:spMkLst>
        </pc:spChg>
        <pc:spChg chg="mod">
          <ac:chgData name="Irudhaya Jude" userId="94fb6c3c-9399-4256-bab9-69bc63c9daf4" providerId="ADAL" clId="{CC83623E-DD8D-5366-8404-F605F01E0DBF}" dt="2026-09-18T06:29:45.865" v="594" actId="1076"/>
          <ac:spMkLst>
            <pc:docMk/>
            <pc:sldMk cId="1870335399" sldId="2147483532"/>
            <ac:spMk id="9" creationId="{00000000-0000-0000-0000-000000000000}"/>
          </ac:spMkLst>
        </pc:spChg>
        <pc:spChg chg="mod">
          <ac:chgData name="Irudhaya Jude" userId="94fb6c3c-9399-4256-bab9-69bc63c9daf4" providerId="ADAL" clId="{CC83623E-DD8D-5366-8404-F605F01E0DBF}" dt="2026-09-18T06:29:31.617" v="590" actId="1076"/>
          <ac:spMkLst>
            <pc:docMk/>
            <pc:sldMk cId="1870335399" sldId="2147483532"/>
            <ac:spMk id="12" creationId="{00000000-0000-0000-0000-000000000000}"/>
          </ac:spMkLst>
        </pc:spChg>
        <pc:spChg chg="mod">
          <ac:chgData name="Irudhaya Jude" userId="94fb6c3c-9399-4256-bab9-69bc63c9daf4" providerId="ADAL" clId="{CC83623E-DD8D-5366-8404-F605F01E0DBF}" dt="2026-09-18T06:29:45.865" v="594" actId="1076"/>
          <ac:spMkLst>
            <pc:docMk/>
            <pc:sldMk cId="1870335399" sldId="2147483532"/>
            <ac:spMk id="14" creationId="{00000000-0000-0000-0000-000000000000}"/>
          </ac:spMkLst>
        </pc:spChg>
        <pc:spChg chg="mod">
          <ac:chgData name="Irudhaya Jude" userId="94fb6c3c-9399-4256-bab9-69bc63c9daf4" providerId="ADAL" clId="{CC83623E-DD8D-5366-8404-F605F01E0DBF}" dt="2026-09-18T06:29:45.865" v="594" actId="1076"/>
          <ac:spMkLst>
            <pc:docMk/>
            <pc:sldMk cId="1870335399" sldId="2147483532"/>
            <ac:spMk id="17" creationId="{00000000-0000-0000-0000-000000000000}"/>
          </ac:spMkLst>
        </pc:spChg>
        <pc:spChg chg="mod">
          <ac:chgData name="Irudhaya Jude" userId="94fb6c3c-9399-4256-bab9-69bc63c9daf4" providerId="ADAL" clId="{CC83623E-DD8D-5366-8404-F605F01E0DBF}" dt="2026-09-18T06:29:45.865" v="594" actId="1076"/>
          <ac:spMkLst>
            <pc:docMk/>
            <pc:sldMk cId="1870335399" sldId="2147483532"/>
            <ac:spMk id="19" creationId="{00000000-0000-0000-0000-000000000000}"/>
          </ac:spMkLst>
        </pc:spChg>
        <pc:spChg chg="mod">
          <ac:chgData name="Irudhaya Jude" userId="94fb6c3c-9399-4256-bab9-69bc63c9daf4" providerId="ADAL" clId="{CC83623E-DD8D-5366-8404-F605F01E0DBF}" dt="2026-09-18T06:29:45.865" v="594" actId="1076"/>
          <ac:spMkLst>
            <pc:docMk/>
            <pc:sldMk cId="1870335399" sldId="2147483532"/>
            <ac:spMk id="22" creationId="{00000000-0000-0000-0000-000000000000}"/>
          </ac:spMkLst>
        </pc:spChg>
        <pc:spChg chg="mod">
          <ac:chgData name="Irudhaya Jude" userId="94fb6c3c-9399-4256-bab9-69bc63c9daf4" providerId="ADAL" clId="{CC83623E-DD8D-5366-8404-F605F01E0DBF}" dt="2026-09-18T06:29:45.865" v="594" actId="1076"/>
          <ac:spMkLst>
            <pc:docMk/>
            <pc:sldMk cId="1870335399" sldId="2147483532"/>
            <ac:spMk id="24" creationId="{00000000-0000-0000-0000-000000000000}"/>
          </ac:spMkLst>
        </pc:spChg>
        <pc:spChg chg="mod">
          <ac:chgData name="Irudhaya Jude" userId="94fb6c3c-9399-4256-bab9-69bc63c9daf4" providerId="ADAL" clId="{CC83623E-DD8D-5366-8404-F605F01E0DBF}" dt="2026-09-18T06:29:45.865" v="594" actId="1076"/>
          <ac:spMkLst>
            <pc:docMk/>
            <pc:sldMk cId="1870335399" sldId="2147483532"/>
            <ac:spMk id="33" creationId="{9273AEA9-81D0-D550-0E02-DE60247B0283}"/>
          </ac:spMkLst>
        </pc:spChg>
        <pc:spChg chg="mod">
          <ac:chgData name="Irudhaya Jude" userId="94fb6c3c-9399-4256-bab9-69bc63c9daf4" providerId="ADAL" clId="{CC83623E-DD8D-5366-8404-F605F01E0DBF}" dt="2026-09-18T06:29:45.865" v="594" actId="1076"/>
          <ac:spMkLst>
            <pc:docMk/>
            <pc:sldMk cId="1870335399" sldId="2147483532"/>
            <ac:spMk id="37" creationId="{FA505E9B-85F1-2A52-2399-0A8C8E901185}"/>
          </ac:spMkLst>
        </pc:spChg>
        <pc:spChg chg="mod">
          <ac:chgData name="Irudhaya Jude" userId="94fb6c3c-9399-4256-bab9-69bc63c9daf4" providerId="ADAL" clId="{CC83623E-DD8D-5366-8404-F605F01E0DBF}" dt="2026-09-18T06:29:45.865" v="594" actId="1076"/>
          <ac:spMkLst>
            <pc:docMk/>
            <pc:sldMk cId="1870335399" sldId="2147483532"/>
            <ac:spMk id="38" creationId="{F97E7B71-A7B8-2590-C164-6BCF1BC8DE38}"/>
          </ac:spMkLst>
        </pc:spChg>
        <pc:spChg chg="mod">
          <ac:chgData name="Irudhaya Jude" userId="94fb6c3c-9399-4256-bab9-69bc63c9daf4" providerId="ADAL" clId="{CC83623E-DD8D-5366-8404-F605F01E0DBF}" dt="2026-09-18T06:29:45.865" v="594" actId="1076"/>
          <ac:spMkLst>
            <pc:docMk/>
            <pc:sldMk cId="1870335399" sldId="2147483532"/>
            <ac:spMk id="39" creationId="{C3A8FD58-E943-2710-A2B8-A1DC47AA881F}"/>
          </ac:spMkLst>
        </pc:spChg>
        <pc:spChg chg="mod">
          <ac:chgData name="Irudhaya Jude" userId="94fb6c3c-9399-4256-bab9-69bc63c9daf4" providerId="ADAL" clId="{CC83623E-DD8D-5366-8404-F605F01E0DBF}" dt="2026-09-18T06:28:50.616" v="581" actId="12788"/>
          <ac:spMkLst>
            <pc:docMk/>
            <pc:sldMk cId="1870335399" sldId="2147483532"/>
            <ac:spMk id="41" creationId="{0A224C4E-C8AB-9199-9946-2C80514B0DD3}"/>
          </ac:spMkLst>
        </pc:spChg>
      </pc:sldChg>
      <pc:sldChg chg="modSp mod">
        <pc:chgData name="Irudhaya Jude" userId="94fb6c3c-9399-4256-bab9-69bc63c9daf4" providerId="ADAL" clId="{CC83623E-DD8D-5366-8404-F605F01E0DBF}" dt="2026-09-16T09:48:02.332" v="3" actId="27636"/>
        <pc:sldMkLst>
          <pc:docMk/>
          <pc:sldMk cId="1793961645" sldId="2147483533"/>
        </pc:sldMkLst>
      </pc:sldChg>
      <pc:sldChg chg="modSp mod">
        <pc:chgData name="Irudhaya Jude" userId="94fb6c3c-9399-4256-bab9-69bc63c9daf4" providerId="ADAL" clId="{CC83623E-DD8D-5366-8404-F605F01E0DBF}" dt="2026-09-16T09:48:02.336" v="6" actId="27636"/>
        <pc:sldMkLst>
          <pc:docMk/>
          <pc:sldMk cId="1405224791" sldId="2147483537"/>
        </pc:sldMkLst>
      </pc:sldChg>
      <pc:sldChg chg="addSp delSp modSp mod">
        <pc:chgData name="Irudhaya Jude" userId="94fb6c3c-9399-4256-bab9-69bc63c9daf4" providerId="ADAL" clId="{CC83623E-DD8D-5366-8404-F605F01E0DBF}" dt="2026-09-18T06:37:36.489" v="686" actId="478"/>
        <pc:sldMkLst>
          <pc:docMk/>
          <pc:sldMk cId="508088217" sldId="2147483550"/>
        </pc:sldMkLst>
        <pc:spChg chg="add mod">
          <ac:chgData name="Irudhaya Jude" userId="94fb6c3c-9399-4256-bab9-69bc63c9daf4" providerId="ADAL" clId="{CC83623E-DD8D-5366-8404-F605F01E0DBF}" dt="2026-09-18T06:33:22.302" v="633" actId="1076"/>
          <ac:spMkLst>
            <pc:docMk/>
            <pc:sldMk cId="508088217" sldId="2147483550"/>
            <ac:spMk id="2" creationId="{EB4B0834-CFA6-31F1-CA48-F2960702BD68}"/>
          </ac:spMkLst>
        </pc:spChg>
        <pc:spChg chg="add mod">
          <ac:chgData name="Irudhaya Jude" userId="94fb6c3c-9399-4256-bab9-69bc63c9daf4" providerId="ADAL" clId="{CC83623E-DD8D-5366-8404-F605F01E0DBF}" dt="2026-09-18T06:34:02.161" v="640" actId="20577"/>
          <ac:spMkLst>
            <pc:docMk/>
            <pc:sldMk cId="508088217" sldId="2147483550"/>
            <ac:spMk id="3" creationId="{969B2948-2D2E-5FE2-AFF4-F8704BECEE6B}"/>
          </ac:spMkLst>
        </pc:spChg>
        <pc:spChg chg="del">
          <ac:chgData name="Irudhaya Jude" userId="94fb6c3c-9399-4256-bab9-69bc63c9daf4" providerId="ADAL" clId="{CC83623E-DD8D-5366-8404-F605F01E0DBF}" dt="2026-09-18T06:37:36.489" v="686" actId="478"/>
          <ac:spMkLst>
            <pc:docMk/>
            <pc:sldMk cId="508088217" sldId="2147483550"/>
            <ac:spMk id="4" creationId="{00000000-0000-0000-0000-000000000000}"/>
          </ac:spMkLst>
        </pc:spChg>
        <pc:spChg chg="mod">
          <ac:chgData name="Irudhaya Jude" userId="94fb6c3c-9399-4256-bab9-69bc63c9daf4" providerId="ADAL" clId="{CC83623E-DD8D-5366-8404-F605F01E0DBF}" dt="2026-09-18T06:31:34.552" v="614" actId="552"/>
          <ac:spMkLst>
            <pc:docMk/>
            <pc:sldMk cId="508088217" sldId="2147483550"/>
            <ac:spMk id="6" creationId="{5884C5F0-CA3F-5254-66C3-56DD249E475D}"/>
          </ac:spMkLst>
        </pc:spChg>
        <pc:spChg chg="mod">
          <ac:chgData name="Irudhaya Jude" userId="94fb6c3c-9399-4256-bab9-69bc63c9daf4" providerId="ADAL" clId="{CC83623E-DD8D-5366-8404-F605F01E0DBF}" dt="2026-09-18T06:33:19.044" v="632" actId="1076"/>
          <ac:spMkLst>
            <pc:docMk/>
            <pc:sldMk cId="508088217" sldId="2147483550"/>
            <ac:spMk id="7" creationId="{00000000-0000-0000-0000-000000000000}"/>
          </ac:spMkLst>
        </pc:spChg>
        <pc:spChg chg="mod">
          <ac:chgData name="Irudhaya Jude" userId="94fb6c3c-9399-4256-bab9-69bc63c9daf4" providerId="ADAL" clId="{CC83623E-DD8D-5366-8404-F605F01E0DBF}" dt="2026-09-18T06:33:19.044" v="632" actId="1076"/>
          <ac:spMkLst>
            <pc:docMk/>
            <pc:sldMk cId="508088217" sldId="2147483550"/>
            <ac:spMk id="8" creationId="{00000000-0000-0000-0000-000000000000}"/>
          </ac:spMkLst>
        </pc:spChg>
        <pc:spChg chg="add mod">
          <ac:chgData name="Irudhaya Jude" userId="94fb6c3c-9399-4256-bab9-69bc63c9daf4" providerId="ADAL" clId="{CC83623E-DD8D-5366-8404-F605F01E0DBF}" dt="2026-09-18T06:34:04.226" v="642" actId="20577"/>
          <ac:spMkLst>
            <pc:docMk/>
            <pc:sldMk cId="508088217" sldId="2147483550"/>
            <ac:spMk id="9" creationId="{39E573A8-03AF-5F68-8368-F9E01FEBACE0}"/>
          </ac:spMkLst>
        </pc:spChg>
        <pc:spChg chg="mod">
          <ac:chgData name="Irudhaya Jude" userId="94fb6c3c-9399-4256-bab9-69bc63c9daf4" providerId="ADAL" clId="{CC83623E-DD8D-5366-8404-F605F01E0DBF}" dt="2026-09-18T06:32:51.547" v="627" actId="1076"/>
          <ac:spMkLst>
            <pc:docMk/>
            <pc:sldMk cId="508088217" sldId="2147483550"/>
            <ac:spMk id="10" creationId="{00000000-0000-0000-0000-000000000000}"/>
          </ac:spMkLst>
        </pc:spChg>
        <pc:spChg chg="mod">
          <ac:chgData name="Irudhaya Jude" userId="94fb6c3c-9399-4256-bab9-69bc63c9daf4" providerId="ADAL" clId="{CC83623E-DD8D-5366-8404-F605F01E0DBF}" dt="2026-09-18T06:32:51.547" v="627" actId="1076"/>
          <ac:spMkLst>
            <pc:docMk/>
            <pc:sldMk cId="508088217" sldId="2147483550"/>
            <ac:spMk id="11" creationId="{00000000-0000-0000-0000-000000000000}"/>
          </ac:spMkLst>
        </pc:spChg>
        <pc:spChg chg="add mod">
          <ac:chgData name="Irudhaya Jude" userId="94fb6c3c-9399-4256-bab9-69bc63c9daf4" providerId="ADAL" clId="{CC83623E-DD8D-5366-8404-F605F01E0DBF}" dt="2026-09-18T06:34:06.381" v="644" actId="20577"/>
          <ac:spMkLst>
            <pc:docMk/>
            <pc:sldMk cId="508088217" sldId="2147483550"/>
            <ac:spMk id="12" creationId="{E8FB45BE-14A9-4FDD-5602-F21E9D0ECF7C}"/>
          </ac:spMkLst>
        </pc:spChg>
        <pc:spChg chg="mod">
          <ac:chgData name="Irudhaya Jude" userId="94fb6c3c-9399-4256-bab9-69bc63c9daf4" providerId="ADAL" clId="{CC83623E-DD8D-5366-8404-F605F01E0DBF}" dt="2026-09-18T06:33:19.044" v="632" actId="1076"/>
          <ac:spMkLst>
            <pc:docMk/>
            <pc:sldMk cId="508088217" sldId="2147483550"/>
            <ac:spMk id="13" creationId="{00000000-0000-0000-0000-000000000000}"/>
          </ac:spMkLst>
        </pc:spChg>
        <pc:spChg chg="mod">
          <ac:chgData name="Irudhaya Jude" userId="94fb6c3c-9399-4256-bab9-69bc63c9daf4" providerId="ADAL" clId="{CC83623E-DD8D-5366-8404-F605F01E0DBF}" dt="2026-09-18T06:33:19.044" v="632" actId="1076"/>
          <ac:spMkLst>
            <pc:docMk/>
            <pc:sldMk cId="508088217" sldId="2147483550"/>
            <ac:spMk id="14" creationId="{00000000-0000-0000-0000-000000000000}"/>
          </ac:spMkLst>
        </pc:spChg>
        <pc:spChg chg="add mod">
          <ac:chgData name="Irudhaya Jude" userId="94fb6c3c-9399-4256-bab9-69bc63c9daf4" providerId="ADAL" clId="{CC83623E-DD8D-5366-8404-F605F01E0DBF}" dt="2026-09-18T06:34:08.585" v="646" actId="20577"/>
          <ac:spMkLst>
            <pc:docMk/>
            <pc:sldMk cId="508088217" sldId="2147483550"/>
            <ac:spMk id="15" creationId="{2AAC8421-FC49-8989-2914-AEA7DA76B016}"/>
          </ac:spMkLst>
        </pc:spChg>
        <pc:spChg chg="mod">
          <ac:chgData name="Irudhaya Jude" userId="94fb6c3c-9399-4256-bab9-69bc63c9daf4" providerId="ADAL" clId="{CC83623E-DD8D-5366-8404-F605F01E0DBF}" dt="2026-09-18T06:32:26.657" v="623" actId="12789"/>
          <ac:spMkLst>
            <pc:docMk/>
            <pc:sldMk cId="508088217" sldId="2147483550"/>
            <ac:spMk id="16" creationId="{00000000-0000-0000-0000-000000000000}"/>
          </ac:spMkLst>
        </pc:spChg>
        <pc:spChg chg="mod">
          <ac:chgData name="Irudhaya Jude" userId="94fb6c3c-9399-4256-bab9-69bc63c9daf4" providerId="ADAL" clId="{CC83623E-DD8D-5366-8404-F605F01E0DBF}" dt="2026-09-18T06:32:30.297" v="624" actId="12789"/>
          <ac:spMkLst>
            <pc:docMk/>
            <pc:sldMk cId="508088217" sldId="2147483550"/>
            <ac:spMk id="17" creationId="{00000000-0000-0000-0000-000000000000}"/>
          </ac:spMkLst>
        </pc:spChg>
        <pc:spChg chg="add mod">
          <ac:chgData name="Irudhaya Jude" userId="94fb6c3c-9399-4256-bab9-69bc63c9daf4" providerId="ADAL" clId="{CC83623E-DD8D-5366-8404-F605F01E0DBF}" dt="2026-09-18T06:34:10.829" v="648" actId="20577"/>
          <ac:spMkLst>
            <pc:docMk/>
            <pc:sldMk cId="508088217" sldId="2147483550"/>
            <ac:spMk id="18" creationId="{63695685-B74B-0B0F-98B3-817DCD5B367D}"/>
          </ac:spMkLst>
        </pc:spChg>
        <pc:spChg chg="mod">
          <ac:chgData name="Irudhaya Jude" userId="94fb6c3c-9399-4256-bab9-69bc63c9daf4" providerId="ADAL" clId="{CC83623E-DD8D-5366-8404-F605F01E0DBF}" dt="2026-09-18T06:33:19.044" v="632" actId="1076"/>
          <ac:spMkLst>
            <pc:docMk/>
            <pc:sldMk cId="508088217" sldId="2147483550"/>
            <ac:spMk id="19" creationId="{00000000-0000-0000-0000-000000000000}"/>
          </ac:spMkLst>
        </pc:spChg>
        <pc:spChg chg="mod">
          <ac:chgData name="Irudhaya Jude" userId="94fb6c3c-9399-4256-bab9-69bc63c9daf4" providerId="ADAL" clId="{CC83623E-DD8D-5366-8404-F605F01E0DBF}" dt="2026-09-18T06:33:19.044" v="632" actId="1076"/>
          <ac:spMkLst>
            <pc:docMk/>
            <pc:sldMk cId="508088217" sldId="2147483550"/>
            <ac:spMk id="20" creationId="{00000000-0000-0000-0000-000000000000}"/>
          </ac:spMkLst>
        </pc:spChg>
        <pc:spChg chg="mod">
          <ac:chgData name="Irudhaya Jude" userId="94fb6c3c-9399-4256-bab9-69bc63c9daf4" providerId="ADAL" clId="{CC83623E-DD8D-5366-8404-F605F01E0DBF}" dt="2026-09-18T06:32:17.338" v="621" actId="1076"/>
          <ac:spMkLst>
            <pc:docMk/>
            <pc:sldMk cId="508088217" sldId="2147483550"/>
            <ac:spMk id="21" creationId="{00000000-0000-0000-0000-000000000000}"/>
          </ac:spMkLst>
        </pc:spChg>
        <pc:spChg chg="mod">
          <ac:chgData name="Irudhaya Jude" userId="94fb6c3c-9399-4256-bab9-69bc63c9daf4" providerId="ADAL" clId="{CC83623E-DD8D-5366-8404-F605F01E0DBF}" dt="2026-09-18T06:32:17.338" v="621" actId="1076"/>
          <ac:spMkLst>
            <pc:docMk/>
            <pc:sldMk cId="508088217" sldId="2147483550"/>
            <ac:spMk id="22" creationId="{00000000-0000-0000-0000-000000000000}"/>
          </ac:spMkLst>
        </pc:spChg>
        <pc:spChg chg="mod">
          <ac:chgData name="Irudhaya Jude" userId="94fb6c3c-9399-4256-bab9-69bc63c9daf4" providerId="ADAL" clId="{CC83623E-DD8D-5366-8404-F605F01E0DBF}" dt="2026-09-18T06:31:39.295" v="615" actId="552"/>
          <ac:spMkLst>
            <pc:docMk/>
            <pc:sldMk cId="508088217" sldId="2147483550"/>
            <ac:spMk id="25" creationId="{1DA42C83-FAFC-68D7-2F72-51A080CFE93F}"/>
          </ac:spMkLst>
        </pc:spChg>
        <pc:spChg chg="mod">
          <ac:chgData name="Irudhaya Jude" userId="94fb6c3c-9399-4256-bab9-69bc63c9daf4" providerId="ADAL" clId="{CC83623E-DD8D-5366-8404-F605F01E0DBF}" dt="2026-09-18T06:31:34.552" v="614" actId="552"/>
          <ac:spMkLst>
            <pc:docMk/>
            <pc:sldMk cId="508088217" sldId="2147483550"/>
            <ac:spMk id="26" creationId="{B75F462D-596A-5A49-27ED-EC4BCD78D4DF}"/>
          </ac:spMkLst>
        </pc:spChg>
        <pc:spChg chg="mod">
          <ac:chgData name="Irudhaya Jude" userId="94fb6c3c-9399-4256-bab9-69bc63c9daf4" providerId="ADAL" clId="{CC83623E-DD8D-5366-8404-F605F01E0DBF}" dt="2026-09-18T06:31:39.295" v="615" actId="552"/>
          <ac:spMkLst>
            <pc:docMk/>
            <pc:sldMk cId="508088217" sldId="2147483550"/>
            <ac:spMk id="27" creationId="{D66D5C5B-72AA-AB70-5DEE-ED8C42DFD9D3}"/>
          </ac:spMkLst>
        </pc:spChg>
        <pc:spChg chg="mod">
          <ac:chgData name="Irudhaya Jude" userId="94fb6c3c-9399-4256-bab9-69bc63c9daf4" providerId="ADAL" clId="{CC83623E-DD8D-5366-8404-F605F01E0DBF}" dt="2026-09-18T06:33:58.332" v="638" actId="12789"/>
          <ac:spMkLst>
            <pc:docMk/>
            <pc:sldMk cId="508088217" sldId="2147483550"/>
            <ac:spMk id="28" creationId="{CC8A1BB1-0382-0133-507A-B50005950518}"/>
          </ac:spMkLst>
        </pc:spChg>
        <pc:spChg chg="mod">
          <ac:chgData name="Irudhaya Jude" userId="94fb6c3c-9399-4256-bab9-69bc63c9daf4" providerId="ADAL" clId="{CC83623E-DD8D-5366-8404-F605F01E0DBF}" dt="2026-09-18T06:33:58.332" v="638" actId="12789"/>
          <ac:spMkLst>
            <pc:docMk/>
            <pc:sldMk cId="508088217" sldId="2147483550"/>
            <ac:spMk id="29" creationId="{586A7298-6C73-5B37-9ABC-CF41731E5BF7}"/>
          </ac:spMkLst>
        </pc:spChg>
        <pc:spChg chg="mod">
          <ac:chgData name="Irudhaya Jude" userId="94fb6c3c-9399-4256-bab9-69bc63c9daf4" providerId="ADAL" clId="{CC83623E-DD8D-5366-8404-F605F01E0DBF}" dt="2026-09-18T06:32:57.635" v="628" actId="1582"/>
          <ac:spMkLst>
            <pc:docMk/>
            <pc:sldMk cId="508088217" sldId="2147483550"/>
            <ac:spMk id="30" creationId="{EE5E0A0F-9E79-173A-A3C5-9A97537B3ADF}"/>
          </ac:spMkLst>
        </pc:spChg>
      </pc:sldChg>
      <pc:sldChg chg="modSp mod setBg">
        <pc:chgData name="Irudhaya Jude" userId="94fb6c3c-9399-4256-bab9-69bc63c9daf4" providerId="ADAL" clId="{CC83623E-DD8D-5366-8404-F605F01E0DBF}" dt="2026-09-18T05:57:16.709" v="135" actId="1076"/>
        <pc:sldMkLst>
          <pc:docMk/>
          <pc:sldMk cId="1023246488" sldId="2147483552"/>
        </pc:sldMkLst>
        <pc:spChg chg="mod">
          <ac:chgData name="Irudhaya Jude" userId="94fb6c3c-9399-4256-bab9-69bc63c9daf4" providerId="ADAL" clId="{CC83623E-DD8D-5366-8404-F605F01E0DBF}" dt="2026-09-18T05:57:07.296" v="131" actId="1076"/>
          <ac:spMkLst>
            <pc:docMk/>
            <pc:sldMk cId="1023246488" sldId="2147483552"/>
            <ac:spMk id="3" creationId="{3BA60164-008C-3901-5571-A2F3247437AE}"/>
          </ac:spMkLst>
        </pc:spChg>
        <pc:spChg chg="mod">
          <ac:chgData name="Irudhaya Jude" userId="94fb6c3c-9399-4256-bab9-69bc63c9daf4" providerId="ADAL" clId="{CC83623E-DD8D-5366-8404-F605F01E0DBF}" dt="2026-09-18T05:57:16.709" v="135" actId="1076"/>
          <ac:spMkLst>
            <pc:docMk/>
            <pc:sldMk cId="1023246488" sldId="2147483552"/>
            <ac:spMk id="8" creationId="{C7C027F8-54AB-F48E-A81B-9F04882743BD}"/>
          </ac:spMkLst>
        </pc:spChg>
        <pc:spChg chg="mod">
          <ac:chgData name="Irudhaya Jude" userId="94fb6c3c-9399-4256-bab9-69bc63c9daf4" providerId="ADAL" clId="{CC83623E-DD8D-5366-8404-F605F01E0DBF}" dt="2026-09-18T05:56:27.284" v="109" actId="1035"/>
          <ac:spMkLst>
            <pc:docMk/>
            <pc:sldMk cId="1023246488" sldId="2147483552"/>
            <ac:spMk id="10" creationId="{7CF76951-C17B-B440-173A-13729D65534D}"/>
          </ac:spMkLst>
        </pc:spChg>
        <pc:spChg chg="mod">
          <ac:chgData name="Irudhaya Jude" userId="94fb6c3c-9399-4256-bab9-69bc63c9daf4" providerId="ADAL" clId="{CC83623E-DD8D-5366-8404-F605F01E0DBF}" dt="2026-09-18T05:56:27.284" v="109" actId="1035"/>
          <ac:spMkLst>
            <pc:docMk/>
            <pc:sldMk cId="1023246488" sldId="2147483552"/>
            <ac:spMk id="11" creationId="{4C7347FC-5F96-D56B-1511-B565F8A3947F}"/>
          </ac:spMkLst>
        </pc:spChg>
        <pc:spChg chg="mod">
          <ac:chgData name="Irudhaya Jude" userId="94fb6c3c-9399-4256-bab9-69bc63c9daf4" providerId="ADAL" clId="{CC83623E-DD8D-5366-8404-F605F01E0DBF}" dt="2026-09-18T05:56:27.284" v="109" actId="1035"/>
          <ac:spMkLst>
            <pc:docMk/>
            <pc:sldMk cId="1023246488" sldId="2147483552"/>
            <ac:spMk id="12" creationId="{8758F29A-322B-C12D-56E8-82B64390FD94}"/>
          </ac:spMkLst>
        </pc:spChg>
        <pc:spChg chg="mod">
          <ac:chgData name="Irudhaya Jude" userId="94fb6c3c-9399-4256-bab9-69bc63c9daf4" providerId="ADAL" clId="{CC83623E-DD8D-5366-8404-F605F01E0DBF}" dt="2026-09-18T05:56:27.284" v="109" actId="1035"/>
          <ac:spMkLst>
            <pc:docMk/>
            <pc:sldMk cId="1023246488" sldId="2147483552"/>
            <ac:spMk id="13" creationId="{AC5EA90A-2823-CAD1-E9DE-6A9BCAE691C4}"/>
          </ac:spMkLst>
        </pc:spChg>
        <pc:spChg chg="mod">
          <ac:chgData name="Irudhaya Jude" userId="94fb6c3c-9399-4256-bab9-69bc63c9daf4" providerId="ADAL" clId="{CC83623E-DD8D-5366-8404-F605F01E0DBF}" dt="2026-09-18T05:56:27.284" v="109" actId="1035"/>
          <ac:spMkLst>
            <pc:docMk/>
            <pc:sldMk cId="1023246488" sldId="2147483552"/>
            <ac:spMk id="14" creationId="{6FF0421B-9626-5A7C-2DC2-48E2704C041E}"/>
          </ac:spMkLst>
        </pc:spChg>
        <pc:spChg chg="mod">
          <ac:chgData name="Irudhaya Jude" userId="94fb6c3c-9399-4256-bab9-69bc63c9daf4" providerId="ADAL" clId="{CC83623E-DD8D-5366-8404-F605F01E0DBF}" dt="2026-09-18T05:56:27.284" v="109" actId="1035"/>
          <ac:spMkLst>
            <pc:docMk/>
            <pc:sldMk cId="1023246488" sldId="2147483552"/>
            <ac:spMk id="15" creationId="{D6F24975-97AD-D2E4-5D71-55ED370910D6}"/>
          </ac:spMkLst>
        </pc:spChg>
        <pc:spChg chg="mod">
          <ac:chgData name="Irudhaya Jude" userId="94fb6c3c-9399-4256-bab9-69bc63c9daf4" providerId="ADAL" clId="{CC83623E-DD8D-5366-8404-F605F01E0DBF}" dt="2026-09-18T05:56:27.284" v="109" actId="1035"/>
          <ac:spMkLst>
            <pc:docMk/>
            <pc:sldMk cId="1023246488" sldId="2147483552"/>
            <ac:spMk id="17" creationId="{94311732-CAD2-BCB4-3C17-D5867C05891C}"/>
          </ac:spMkLst>
        </pc:spChg>
        <pc:spChg chg="mod">
          <ac:chgData name="Irudhaya Jude" userId="94fb6c3c-9399-4256-bab9-69bc63c9daf4" providerId="ADAL" clId="{CC83623E-DD8D-5366-8404-F605F01E0DBF}" dt="2026-09-18T05:56:27.284" v="109" actId="1035"/>
          <ac:spMkLst>
            <pc:docMk/>
            <pc:sldMk cId="1023246488" sldId="2147483552"/>
            <ac:spMk id="18" creationId="{A73AB5CC-1E7C-BBF6-477E-3D53B9DE594C}"/>
          </ac:spMkLst>
        </pc:spChg>
        <pc:spChg chg="mod">
          <ac:chgData name="Irudhaya Jude" userId="94fb6c3c-9399-4256-bab9-69bc63c9daf4" providerId="ADAL" clId="{CC83623E-DD8D-5366-8404-F605F01E0DBF}" dt="2026-09-18T05:56:27.284" v="109" actId="1035"/>
          <ac:spMkLst>
            <pc:docMk/>
            <pc:sldMk cId="1023246488" sldId="2147483552"/>
            <ac:spMk id="19" creationId="{6D709D34-7DA3-814B-0ECE-C7961266566B}"/>
          </ac:spMkLst>
        </pc:spChg>
        <pc:spChg chg="mod">
          <ac:chgData name="Irudhaya Jude" userId="94fb6c3c-9399-4256-bab9-69bc63c9daf4" providerId="ADAL" clId="{CC83623E-DD8D-5366-8404-F605F01E0DBF}" dt="2026-09-18T05:57:01.807" v="129" actId="1038"/>
          <ac:spMkLst>
            <pc:docMk/>
            <pc:sldMk cId="1023246488" sldId="2147483552"/>
            <ac:spMk id="21" creationId="{81AFF2CD-A29A-7059-4DD9-C461B395CD06}"/>
          </ac:spMkLst>
        </pc:spChg>
        <pc:spChg chg="mod">
          <ac:chgData name="Irudhaya Jude" userId="94fb6c3c-9399-4256-bab9-69bc63c9daf4" providerId="ADAL" clId="{CC83623E-DD8D-5366-8404-F605F01E0DBF}" dt="2026-09-18T05:57:10.996" v="133" actId="1076"/>
          <ac:spMkLst>
            <pc:docMk/>
            <pc:sldMk cId="1023246488" sldId="2147483552"/>
            <ac:spMk id="28" creationId="{1DC57C67-8ACB-AE15-8A57-BD48DDCEA899}"/>
          </ac:spMkLst>
        </pc:spChg>
        <pc:cxnChg chg="mod">
          <ac:chgData name="Irudhaya Jude" userId="94fb6c3c-9399-4256-bab9-69bc63c9daf4" providerId="ADAL" clId="{CC83623E-DD8D-5366-8404-F605F01E0DBF}" dt="2026-09-18T05:57:16.709" v="135" actId="1076"/>
          <ac:cxnSpMkLst>
            <pc:docMk/>
            <pc:sldMk cId="1023246488" sldId="2147483552"/>
            <ac:cxnSpMk id="24" creationId="{C256630A-C3B1-7341-961D-D92C974065C3}"/>
          </ac:cxnSpMkLst>
        </pc:cxnChg>
      </pc:sldChg>
      <pc:sldChg chg="addSp delSp modSp mod modClrScheme chgLayout">
        <pc:chgData name="Irudhaya Jude" userId="94fb6c3c-9399-4256-bab9-69bc63c9daf4" providerId="ADAL" clId="{CC83623E-DD8D-5366-8404-F605F01E0DBF}" dt="2026-09-18T06:21:55.048" v="389" actId="14100"/>
        <pc:sldMkLst>
          <pc:docMk/>
          <pc:sldMk cId="3302339136" sldId="2147483554"/>
        </pc:sldMkLst>
        <pc:spChg chg="del mod">
          <ac:chgData name="Irudhaya Jude" userId="94fb6c3c-9399-4256-bab9-69bc63c9daf4" providerId="ADAL" clId="{CC83623E-DD8D-5366-8404-F605F01E0DBF}" dt="2026-09-18T06:20:53.685" v="373" actId="478"/>
          <ac:spMkLst>
            <pc:docMk/>
            <pc:sldMk cId="3302339136" sldId="2147483554"/>
            <ac:spMk id="2" creationId="{00000000-0000-0000-0000-000000000000}"/>
          </ac:spMkLst>
        </pc:spChg>
        <pc:spChg chg="del mod">
          <ac:chgData name="Irudhaya Jude" userId="94fb6c3c-9399-4256-bab9-69bc63c9daf4" providerId="ADAL" clId="{CC83623E-DD8D-5366-8404-F605F01E0DBF}" dt="2026-09-18T06:20:18.722" v="360" actId="478"/>
          <ac:spMkLst>
            <pc:docMk/>
            <pc:sldMk cId="3302339136" sldId="2147483554"/>
            <ac:spMk id="3" creationId="{00000000-0000-0000-0000-000000000000}"/>
          </ac:spMkLst>
        </pc:spChg>
        <pc:spChg chg="del mod">
          <ac:chgData name="Irudhaya Jude" userId="94fb6c3c-9399-4256-bab9-69bc63c9daf4" providerId="ADAL" clId="{CC83623E-DD8D-5366-8404-F605F01E0DBF}" dt="2026-09-18T06:20:19.408" v="361" actId="478"/>
          <ac:spMkLst>
            <pc:docMk/>
            <pc:sldMk cId="3302339136" sldId="2147483554"/>
            <ac:spMk id="4" creationId="{00000000-0000-0000-0000-000000000000}"/>
          </ac:spMkLst>
        </pc:spChg>
        <pc:spChg chg="mod">
          <ac:chgData name="Irudhaya Jude" userId="94fb6c3c-9399-4256-bab9-69bc63c9daf4" providerId="ADAL" clId="{CC83623E-DD8D-5366-8404-F605F01E0DBF}" dt="2026-09-18T06:20:47.605" v="370" actId="207"/>
          <ac:spMkLst>
            <pc:docMk/>
            <pc:sldMk cId="3302339136" sldId="2147483554"/>
            <ac:spMk id="5" creationId="{00000000-0000-0000-0000-000000000000}"/>
          </ac:spMkLst>
        </pc:spChg>
        <pc:spChg chg="mod">
          <ac:chgData name="Irudhaya Jude" userId="94fb6c3c-9399-4256-bab9-69bc63c9daf4" providerId="ADAL" clId="{CC83623E-DD8D-5366-8404-F605F01E0DBF}" dt="2026-09-18T06:21:19.644" v="380" actId="12788"/>
          <ac:spMkLst>
            <pc:docMk/>
            <pc:sldMk cId="3302339136" sldId="2147483554"/>
            <ac:spMk id="6" creationId="{00000000-0000-0000-0000-000000000000}"/>
          </ac:spMkLst>
        </pc:spChg>
        <pc:spChg chg="del mod">
          <ac:chgData name="Irudhaya Jude" userId="94fb6c3c-9399-4256-bab9-69bc63c9daf4" providerId="ADAL" clId="{CC83623E-DD8D-5366-8404-F605F01E0DBF}" dt="2026-09-18T06:20:20.468" v="363" actId="478"/>
          <ac:spMkLst>
            <pc:docMk/>
            <pc:sldMk cId="3302339136" sldId="2147483554"/>
            <ac:spMk id="7" creationId="{00000000-0000-0000-0000-000000000000}"/>
          </ac:spMkLst>
        </pc:spChg>
        <pc:spChg chg="del mod">
          <ac:chgData name="Irudhaya Jude" userId="94fb6c3c-9399-4256-bab9-69bc63c9daf4" providerId="ADAL" clId="{CC83623E-DD8D-5366-8404-F605F01E0DBF}" dt="2026-09-18T06:20:19.915" v="362" actId="478"/>
          <ac:spMkLst>
            <pc:docMk/>
            <pc:sldMk cId="3302339136" sldId="2147483554"/>
            <ac:spMk id="8" creationId="{00000000-0000-0000-0000-000000000000}"/>
          </ac:spMkLst>
        </pc:spChg>
        <pc:spChg chg="mod">
          <ac:chgData name="Irudhaya Jude" userId="94fb6c3c-9399-4256-bab9-69bc63c9daf4" providerId="ADAL" clId="{CC83623E-DD8D-5366-8404-F605F01E0DBF}" dt="2026-09-18T06:20:50.082" v="371" actId="207"/>
          <ac:spMkLst>
            <pc:docMk/>
            <pc:sldMk cId="3302339136" sldId="2147483554"/>
            <ac:spMk id="9" creationId="{00000000-0000-0000-0000-000000000000}"/>
          </ac:spMkLst>
        </pc:spChg>
        <pc:spChg chg="mod">
          <ac:chgData name="Irudhaya Jude" userId="94fb6c3c-9399-4256-bab9-69bc63c9daf4" providerId="ADAL" clId="{CC83623E-DD8D-5366-8404-F605F01E0DBF}" dt="2026-09-18T06:21:55.048" v="389" actId="14100"/>
          <ac:spMkLst>
            <pc:docMk/>
            <pc:sldMk cId="3302339136" sldId="2147483554"/>
            <ac:spMk id="10" creationId="{00000000-0000-0000-0000-000000000000}"/>
          </ac:spMkLst>
        </pc:spChg>
        <pc:spChg chg="add del mod">
          <ac:chgData name="Irudhaya Jude" userId="94fb6c3c-9399-4256-bab9-69bc63c9daf4" providerId="ADAL" clId="{CC83623E-DD8D-5366-8404-F605F01E0DBF}" dt="2026-09-18T06:18:50.818" v="332" actId="478"/>
          <ac:spMkLst>
            <pc:docMk/>
            <pc:sldMk cId="3302339136" sldId="2147483554"/>
            <ac:spMk id="11" creationId="{557E3C8E-D2F5-ADB5-C0B2-2D1BE782AA04}"/>
          </ac:spMkLst>
        </pc:spChg>
        <pc:spChg chg="add mod">
          <ac:chgData name="Irudhaya Jude" userId="94fb6c3c-9399-4256-bab9-69bc63c9daf4" providerId="ADAL" clId="{CC83623E-DD8D-5366-8404-F605F01E0DBF}" dt="2026-09-18T06:18:35.604" v="327"/>
          <ac:spMkLst>
            <pc:docMk/>
            <pc:sldMk cId="3302339136" sldId="2147483554"/>
            <ac:spMk id="12" creationId="{574D298A-1E35-CAA0-D154-2085394D3341}"/>
          </ac:spMkLst>
        </pc:spChg>
        <pc:spChg chg="add mod ord">
          <ac:chgData name="Irudhaya Jude" userId="94fb6c3c-9399-4256-bab9-69bc63c9daf4" providerId="ADAL" clId="{CC83623E-DD8D-5366-8404-F605F01E0DBF}" dt="2026-09-18T06:19:15.819" v="342" actId="255"/>
          <ac:spMkLst>
            <pc:docMk/>
            <pc:sldMk cId="3302339136" sldId="2147483554"/>
            <ac:spMk id="13" creationId="{2747701D-2D83-A4E8-FC61-FAAF9D44293A}"/>
          </ac:spMkLst>
        </pc:spChg>
        <pc:spChg chg="add mod">
          <ac:chgData name="Irudhaya Jude" userId="94fb6c3c-9399-4256-bab9-69bc63c9daf4" providerId="ADAL" clId="{CC83623E-DD8D-5366-8404-F605F01E0DBF}" dt="2026-09-18T06:21:19.644" v="380" actId="12788"/>
          <ac:spMkLst>
            <pc:docMk/>
            <pc:sldMk cId="3302339136" sldId="2147483554"/>
            <ac:spMk id="14" creationId="{26B6933A-599B-6178-6276-A822D9780B8E}"/>
          </ac:spMkLst>
        </pc:spChg>
        <pc:spChg chg="add mod">
          <ac:chgData name="Irudhaya Jude" userId="94fb6c3c-9399-4256-bab9-69bc63c9daf4" providerId="ADAL" clId="{CC83623E-DD8D-5366-8404-F605F01E0DBF}" dt="2026-09-18T06:21:35.783" v="386" actId="12788"/>
          <ac:spMkLst>
            <pc:docMk/>
            <pc:sldMk cId="3302339136" sldId="2147483554"/>
            <ac:spMk id="15" creationId="{37D04A4A-7308-694C-D02E-0F5D05234275}"/>
          </ac:spMkLst>
        </pc:spChg>
      </pc:sldChg>
      <pc:sldChg chg="addSp delSp modSp mod modClrScheme chgLayout">
        <pc:chgData name="Irudhaya Jude" userId="94fb6c3c-9399-4256-bab9-69bc63c9daf4" providerId="ADAL" clId="{CC83623E-DD8D-5366-8404-F605F01E0DBF}" dt="2026-09-18T06:36:39.858" v="683" actId="1076"/>
        <pc:sldMkLst>
          <pc:docMk/>
          <pc:sldMk cId="3091679074" sldId="2147483555"/>
        </pc:sldMkLst>
        <pc:spChg chg="del mod">
          <ac:chgData name="Irudhaya Jude" userId="94fb6c3c-9399-4256-bab9-69bc63c9daf4" providerId="ADAL" clId="{CC83623E-DD8D-5366-8404-F605F01E0DBF}" dt="2026-09-18T06:34:42.407" v="658" actId="478"/>
          <ac:spMkLst>
            <pc:docMk/>
            <pc:sldMk cId="3091679074" sldId="2147483555"/>
            <ac:spMk id="2" creationId="{00000000-0000-0000-0000-000000000000}"/>
          </ac:spMkLst>
        </pc:spChg>
        <pc:spChg chg="del">
          <ac:chgData name="Irudhaya Jude" userId="94fb6c3c-9399-4256-bab9-69bc63c9daf4" providerId="ADAL" clId="{CC83623E-DD8D-5366-8404-F605F01E0DBF}" dt="2026-09-18T06:35:21.138" v="661" actId="478"/>
          <ac:spMkLst>
            <pc:docMk/>
            <pc:sldMk cId="3091679074" sldId="2147483555"/>
            <ac:spMk id="3" creationId="{00000000-0000-0000-0000-000000000000}"/>
          </ac:spMkLst>
        </pc:spChg>
        <pc:spChg chg="del">
          <ac:chgData name="Irudhaya Jude" userId="94fb6c3c-9399-4256-bab9-69bc63c9daf4" providerId="ADAL" clId="{CC83623E-DD8D-5366-8404-F605F01E0DBF}" dt="2026-09-18T06:35:21.138" v="661" actId="478"/>
          <ac:spMkLst>
            <pc:docMk/>
            <pc:sldMk cId="3091679074" sldId="2147483555"/>
            <ac:spMk id="4" creationId="{00000000-0000-0000-0000-000000000000}"/>
          </ac:spMkLst>
        </pc:spChg>
        <pc:spChg chg="mod">
          <ac:chgData name="Irudhaya Jude" userId="94fb6c3c-9399-4256-bab9-69bc63c9daf4" providerId="ADAL" clId="{CC83623E-DD8D-5366-8404-F605F01E0DBF}" dt="2026-09-18T06:36:39.858" v="683" actId="1076"/>
          <ac:spMkLst>
            <pc:docMk/>
            <pc:sldMk cId="3091679074" sldId="2147483555"/>
            <ac:spMk id="5" creationId="{00000000-0000-0000-0000-000000000000}"/>
          </ac:spMkLst>
        </pc:spChg>
        <pc:spChg chg="mod">
          <ac:chgData name="Irudhaya Jude" userId="94fb6c3c-9399-4256-bab9-69bc63c9daf4" providerId="ADAL" clId="{CC83623E-DD8D-5366-8404-F605F01E0DBF}" dt="2026-09-18T06:36:17.619" v="677" actId="14100"/>
          <ac:spMkLst>
            <pc:docMk/>
            <pc:sldMk cId="3091679074" sldId="2147483555"/>
            <ac:spMk id="6" creationId="{00000000-0000-0000-0000-000000000000}"/>
          </ac:spMkLst>
        </pc:spChg>
        <pc:spChg chg="del mod">
          <ac:chgData name="Irudhaya Jude" userId="94fb6c3c-9399-4256-bab9-69bc63c9daf4" providerId="ADAL" clId="{CC83623E-DD8D-5366-8404-F605F01E0DBF}" dt="2026-09-18T06:35:21.138" v="661" actId="478"/>
          <ac:spMkLst>
            <pc:docMk/>
            <pc:sldMk cId="3091679074" sldId="2147483555"/>
            <ac:spMk id="7" creationId="{00000000-0000-0000-0000-000000000000}"/>
          </ac:spMkLst>
        </pc:spChg>
        <pc:spChg chg="del mod">
          <ac:chgData name="Irudhaya Jude" userId="94fb6c3c-9399-4256-bab9-69bc63c9daf4" providerId="ADAL" clId="{CC83623E-DD8D-5366-8404-F605F01E0DBF}" dt="2026-09-18T06:35:21.138" v="661" actId="478"/>
          <ac:spMkLst>
            <pc:docMk/>
            <pc:sldMk cId="3091679074" sldId="2147483555"/>
            <ac:spMk id="8" creationId="{00000000-0000-0000-0000-000000000000}"/>
          </ac:spMkLst>
        </pc:spChg>
        <pc:spChg chg="mod">
          <ac:chgData name="Irudhaya Jude" userId="94fb6c3c-9399-4256-bab9-69bc63c9daf4" providerId="ADAL" clId="{CC83623E-DD8D-5366-8404-F605F01E0DBF}" dt="2026-09-18T06:36:39.858" v="683" actId="1076"/>
          <ac:spMkLst>
            <pc:docMk/>
            <pc:sldMk cId="3091679074" sldId="2147483555"/>
            <ac:spMk id="9" creationId="{00000000-0000-0000-0000-000000000000}"/>
          </ac:spMkLst>
        </pc:spChg>
        <pc:spChg chg="mod">
          <ac:chgData name="Irudhaya Jude" userId="94fb6c3c-9399-4256-bab9-69bc63c9daf4" providerId="ADAL" clId="{CC83623E-DD8D-5366-8404-F605F01E0DBF}" dt="2026-09-18T06:36:24.848" v="679" actId="14100"/>
          <ac:spMkLst>
            <pc:docMk/>
            <pc:sldMk cId="3091679074" sldId="2147483555"/>
            <ac:spMk id="10" creationId="{00000000-0000-0000-0000-000000000000}"/>
          </ac:spMkLst>
        </pc:spChg>
        <pc:spChg chg="del mod">
          <ac:chgData name="Irudhaya Jude" userId="94fb6c3c-9399-4256-bab9-69bc63c9daf4" providerId="ADAL" clId="{CC83623E-DD8D-5366-8404-F605F01E0DBF}" dt="2026-09-18T06:35:21.138" v="661" actId="478"/>
          <ac:spMkLst>
            <pc:docMk/>
            <pc:sldMk cId="3091679074" sldId="2147483555"/>
            <ac:spMk id="11" creationId="{00000000-0000-0000-0000-000000000000}"/>
          </ac:spMkLst>
        </pc:spChg>
        <pc:spChg chg="del mod">
          <ac:chgData name="Irudhaya Jude" userId="94fb6c3c-9399-4256-bab9-69bc63c9daf4" providerId="ADAL" clId="{CC83623E-DD8D-5366-8404-F605F01E0DBF}" dt="2026-09-18T06:35:21.138" v="661" actId="478"/>
          <ac:spMkLst>
            <pc:docMk/>
            <pc:sldMk cId="3091679074" sldId="2147483555"/>
            <ac:spMk id="12" creationId="{00000000-0000-0000-0000-000000000000}"/>
          </ac:spMkLst>
        </pc:spChg>
        <pc:spChg chg="mod">
          <ac:chgData name="Irudhaya Jude" userId="94fb6c3c-9399-4256-bab9-69bc63c9daf4" providerId="ADAL" clId="{CC83623E-DD8D-5366-8404-F605F01E0DBF}" dt="2026-09-18T06:36:39.858" v="683" actId="1076"/>
          <ac:spMkLst>
            <pc:docMk/>
            <pc:sldMk cId="3091679074" sldId="2147483555"/>
            <ac:spMk id="13" creationId="{00000000-0000-0000-0000-000000000000}"/>
          </ac:spMkLst>
        </pc:spChg>
        <pc:spChg chg="mod">
          <ac:chgData name="Irudhaya Jude" userId="94fb6c3c-9399-4256-bab9-69bc63c9daf4" providerId="ADAL" clId="{CC83623E-DD8D-5366-8404-F605F01E0DBF}" dt="2026-09-18T06:36:29.451" v="681" actId="14100"/>
          <ac:spMkLst>
            <pc:docMk/>
            <pc:sldMk cId="3091679074" sldId="2147483555"/>
            <ac:spMk id="14" creationId="{00000000-0000-0000-0000-000000000000}"/>
          </ac:spMkLst>
        </pc:spChg>
        <pc:spChg chg="add mod ord">
          <ac:chgData name="Irudhaya Jude" userId="94fb6c3c-9399-4256-bab9-69bc63c9daf4" providerId="ADAL" clId="{CC83623E-DD8D-5366-8404-F605F01E0DBF}" dt="2026-09-18T06:34:31.758" v="655" actId="207"/>
          <ac:spMkLst>
            <pc:docMk/>
            <pc:sldMk cId="3091679074" sldId="2147483555"/>
            <ac:spMk id="15" creationId="{083DA871-63EC-4F8D-E4EA-5A30F0C89912}"/>
          </ac:spMkLst>
        </pc:spChg>
        <pc:spChg chg="add mod">
          <ac:chgData name="Irudhaya Jude" userId="94fb6c3c-9399-4256-bab9-69bc63c9daf4" providerId="ADAL" clId="{CC83623E-DD8D-5366-8404-F605F01E0DBF}" dt="2026-09-18T06:34:39.951" v="656"/>
          <ac:spMkLst>
            <pc:docMk/>
            <pc:sldMk cId="3091679074" sldId="2147483555"/>
            <ac:spMk id="16" creationId="{DCBC67AB-49D9-9939-FD5E-8FA17DA6B8C2}"/>
          </ac:spMkLst>
        </pc:spChg>
        <pc:spChg chg="add mod">
          <ac:chgData name="Irudhaya Jude" userId="94fb6c3c-9399-4256-bab9-69bc63c9daf4" providerId="ADAL" clId="{CC83623E-DD8D-5366-8404-F605F01E0DBF}" dt="2026-09-18T06:36:11.403" v="675" actId="12789"/>
          <ac:spMkLst>
            <pc:docMk/>
            <pc:sldMk cId="3091679074" sldId="2147483555"/>
            <ac:spMk id="17" creationId="{7A8B0589-49AC-D5E0-772D-73CF28DBC7A8}"/>
          </ac:spMkLst>
        </pc:spChg>
        <pc:spChg chg="add mod">
          <ac:chgData name="Irudhaya Jude" userId="94fb6c3c-9399-4256-bab9-69bc63c9daf4" providerId="ADAL" clId="{CC83623E-DD8D-5366-8404-F605F01E0DBF}" dt="2026-09-18T06:36:03.978" v="673"/>
          <ac:spMkLst>
            <pc:docMk/>
            <pc:sldMk cId="3091679074" sldId="2147483555"/>
            <ac:spMk id="18" creationId="{EED7712B-99D2-6B2F-E6DD-507B0BE7DB38}"/>
          </ac:spMkLst>
        </pc:spChg>
        <pc:spChg chg="add mod">
          <ac:chgData name="Irudhaya Jude" userId="94fb6c3c-9399-4256-bab9-69bc63c9daf4" providerId="ADAL" clId="{CC83623E-DD8D-5366-8404-F605F01E0DBF}" dt="2026-09-18T06:35:56.226" v="670" actId="1076"/>
          <ac:spMkLst>
            <pc:docMk/>
            <pc:sldMk cId="3091679074" sldId="2147483555"/>
            <ac:spMk id="19" creationId="{07B8D035-48E8-6F9C-F522-DC658A0027A0}"/>
          </ac:spMkLst>
        </pc:spChg>
      </pc:sldChg>
      <pc:sldChg chg="addSp modSp mod">
        <pc:chgData name="Irudhaya Jude" userId="94fb6c3c-9399-4256-bab9-69bc63c9daf4" providerId="ADAL" clId="{CC83623E-DD8D-5366-8404-F605F01E0DBF}" dt="2026-09-18T06:03:49.671" v="173" actId="1076"/>
        <pc:sldMkLst>
          <pc:docMk/>
          <pc:sldMk cId="2325229289" sldId="2147483556"/>
        </pc:sldMkLst>
        <pc:spChg chg="mod">
          <ac:chgData name="Irudhaya Jude" userId="94fb6c3c-9399-4256-bab9-69bc63c9daf4" providerId="ADAL" clId="{CC83623E-DD8D-5366-8404-F605F01E0DBF}" dt="2026-09-18T06:01:33.760" v="148" actId="1076"/>
          <ac:spMkLst>
            <pc:docMk/>
            <pc:sldMk cId="2325229289" sldId="2147483556"/>
            <ac:spMk id="9" creationId="{92D94BAD-8C17-CEC9-9E8B-8C9FA318308E}"/>
          </ac:spMkLst>
        </pc:spChg>
        <pc:spChg chg="mod">
          <ac:chgData name="Irudhaya Jude" userId="94fb6c3c-9399-4256-bab9-69bc63c9daf4" providerId="ADAL" clId="{CC83623E-DD8D-5366-8404-F605F01E0DBF}" dt="2026-09-18T06:03:43.609" v="171" actId="1076"/>
          <ac:spMkLst>
            <pc:docMk/>
            <pc:sldMk cId="2325229289" sldId="2147483556"/>
            <ac:spMk id="10" creationId="{B459227F-E123-64B2-E3D0-38150F7AD93C}"/>
          </ac:spMkLst>
        </pc:spChg>
        <pc:spChg chg="mod">
          <ac:chgData name="Irudhaya Jude" userId="94fb6c3c-9399-4256-bab9-69bc63c9daf4" providerId="ADAL" clId="{CC83623E-DD8D-5366-8404-F605F01E0DBF}" dt="2026-09-18T06:01:33.760" v="148" actId="1076"/>
          <ac:spMkLst>
            <pc:docMk/>
            <pc:sldMk cId="2325229289" sldId="2147483556"/>
            <ac:spMk id="11" creationId="{8C616C42-A85D-B731-1C93-00CCF5E5E200}"/>
          </ac:spMkLst>
        </pc:spChg>
        <pc:spChg chg="mod">
          <ac:chgData name="Irudhaya Jude" userId="94fb6c3c-9399-4256-bab9-69bc63c9daf4" providerId="ADAL" clId="{CC83623E-DD8D-5366-8404-F605F01E0DBF}" dt="2026-09-18T06:03:43.609" v="171" actId="1076"/>
          <ac:spMkLst>
            <pc:docMk/>
            <pc:sldMk cId="2325229289" sldId="2147483556"/>
            <ac:spMk id="12" creationId="{5031801E-C419-1BD4-EBE2-271813BC4DC9}"/>
          </ac:spMkLst>
        </pc:spChg>
        <pc:spChg chg="mod">
          <ac:chgData name="Irudhaya Jude" userId="94fb6c3c-9399-4256-bab9-69bc63c9daf4" providerId="ADAL" clId="{CC83623E-DD8D-5366-8404-F605F01E0DBF}" dt="2026-09-18T06:01:33.760" v="148" actId="1076"/>
          <ac:spMkLst>
            <pc:docMk/>
            <pc:sldMk cId="2325229289" sldId="2147483556"/>
            <ac:spMk id="13" creationId="{DF7366FA-378C-39D6-E310-212FF390323A}"/>
          </ac:spMkLst>
        </pc:spChg>
        <pc:spChg chg="mod">
          <ac:chgData name="Irudhaya Jude" userId="94fb6c3c-9399-4256-bab9-69bc63c9daf4" providerId="ADAL" clId="{CC83623E-DD8D-5366-8404-F605F01E0DBF}" dt="2026-09-18T06:03:43.609" v="171" actId="1076"/>
          <ac:spMkLst>
            <pc:docMk/>
            <pc:sldMk cId="2325229289" sldId="2147483556"/>
            <ac:spMk id="14" creationId="{5C42B811-1E25-CF8D-6EAE-09F722276040}"/>
          </ac:spMkLst>
        </pc:spChg>
        <pc:spChg chg="mod">
          <ac:chgData name="Irudhaya Jude" userId="94fb6c3c-9399-4256-bab9-69bc63c9daf4" providerId="ADAL" clId="{CC83623E-DD8D-5366-8404-F605F01E0DBF}" dt="2026-09-18T06:03:47.254" v="172" actId="14100"/>
          <ac:spMkLst>
            <pc:docMk/>
            <pc:sldMk cId="2325229289" sldId="2147483556"/>
            <ac:spMk id="21" creationId="{6E70D54E-20A1-D4E6-A4D7-222F42CD4A7D}"/>
          </ac:spMkLst>
        </pc:spChg>
        <pc:spChg chg="mod">
          <ac:chgData name="Irudhaya Jude" userId="94fb6c3c-9399-4256-bab9-69bc63c9daf4" providerId="ADAL" clId="{CC83623E-DD8D-5366-8404-F605F01E0DBF}" dt="2026-09-18T06:03:47.254" v="172" actId="14100"/>
          <ac:spMkLst>
            <pc:docMk/>
            <pc:sldMk cId="2325229289" sldId="2147483556"/>
            <ac:spMk id="22" creationId="{95B4F0E1-169D-9779-BBD8-DC452E2B2940}"/>
          </ac:spMkLst>
        </pc:spChg>
        <pc:spChg chg="mod">
          <ac:chgData name="Irudhaya Jude" userId="94fb6c3c-9399-4256-bab9-69bc63c9daf4" providerId="ADAL" clId="{CC83623E-DD8D-5366-8404-F605F01E0DBF}" dt="2026-09-18T06:03:47.254" v="172" actId="14100"/>
          <ac:spMkLst>
            <pc:docMk/>
            <pc:sldMk cId="2325229289" sldId="2147483556"/>
            <ac:spMk id="23" creationId="{3BDD9361-9E1E-041A-71DF-0C2C66967A5B}"/>
          </ac:spMkLst>
        </pc:spChg>
        <pc:spChg chg="mod">
          <ac:chgData name="Irudhaya Jude" userId="94fb6c3c-9399-4256-bab9-69bc63c9daf4" providerId="ADAL" clId="{CC83623E-DD8D-5366-8404-F605F01E0DBF}" dt="2026-09-18T06:03:49.671" v="173" actId="1076"/>
          <ac:spMkLst>
            <pc:docMk/>
            <pc:sldMk cId="2325229289" sldId="2147483556"/>
            <ac:spMk id="24" creationId="{8CD5EF78-2911-A7B5-8490-43C4E9DD07FA}"/>
          </ac:spMkLst>
        </pc:spChg>
        <pc:picChg chg="add mod">
          <ac:chgData name="Irudhaya Jude" userId="94fb6c3c-9399-4256-bab9-69bc63c9daf4" providerId="ADAL" clId="{CC83623E-DD8D-5366-8404-F605F01E0DBF}" dt="2026-09-18T06:02:54.805" v="154" actId="207"/>
          <ac:picMkLst>
            <pc:docMk/>
            <pc:sldMk cId="2325229289" sldId="2147483556"/>
            <ac:picMk id="3" creationId="{D94E4663-3027-65B4-A94A-295498CAA32E}"/>
          </ac:picMkLst>
        </pc:picChg>
        <pc:picChg chg="add mod">
          <ac:chgData name="Irudhaya Jude" userId="94fb6c3c-9399-4256-bab9-69bc63c9daf4" providerId="ADAL" clId="{CC83623E-DD8D-5366-8404-F605F01E0DBF}" dt="2026-09-18T06:03:24.844" v="163" actId="1076"/>
          <ac:picMkLst>
            <pc:docMk/>
            <pc:sldMk cId="2325229289" sldId="2147483556"/>
            <ac:picMk id="5" creationId="{682FF70F-4A36-9C51-B42B-D1DFDD68AD8F}"/>
          </ac:picMkLst>
        </pc:picChg>
        <pc:picChg chg="add mod">
          <ac:chgData name="Irudhaya Jude" userId="94fb6c3c-9399-4256-bab9-69bc63c9daf4" providerId="ADAL" clId="{CC83623E-DD8D-5366-8404-F605F01E0DBF}" dt="2026-09-18T06:03:39.386" v="170" actId="207"/>
          <ac:picMkLst>
            <pc:docMk/>
            <pc:sldMk cId="2325229289" sldId="2147483556"/>
            <ac:picMk id="7" creationId="{AD46AEF3-67A6-314A-1F74-994D01D9B4F4}"/>
          </ac:picMkLst>
        </pc:picChg>
      </pc:sldChg>
      <pc:sldChg chg="addSp delSp modSp mod">
        <pc:chgData name="Irudhaya Jude" userId="94fb6c3c-9399-4256-bab9-69bc63c9daf4" providerId="ADAL" clId="{CC83623E-DD8D-5366-8404-F605F01E0DBF}" dt="2026-09-18T06:10:35.766" v="255" actId="14100"/>
        <pc:sldMkLst>
          <pc:docMk/>
          <pc:sldMk cId="2725560981" sldId="2147483557"/>
        </pc:sldMkLst>
        <pc:spChg chg="mod">
          <ac:chgData name="Irudhaya Jude" userId="94fb6c3c-9399-4256-bab9-69bc63c9daf4" providerId="ADAL" clId="{CC83623E-DD8D-5366-8404-F605F01E0DBF}" dt="2026-09-18T06:10:10.724" v="250" actId="14100"/>
          <ac:spMkLst>
            <pc:docMk/>
            <pc:sldMk cId="2725560981" sldId="2147483557"/>
            <ac:spMk id="2" creationId="{3C277D06-2BC9-360A-06DB-7363936ED787}"/>
          </ac:spMkLst>
        </pc:spChg>
        <pc:spChg chg="add mod">
          <ac:chgData name="Irudhaya Jude" userId="94fb6c3c-9399-4256-bab9-69bc63c9daf4" providerId="ADAL" clId="{CC83623E-DD8D-5366-8404-F605F01E0DBF}" dt="2026-09-18T06:04:08.125" v="177"/>
          <ac:spMkLst>
            <pc:docMk/>
            <pc:sldMk cId="2725560981" sldId="2147483557"/>
            <ac:spMk id="3" creationId="{95AACC09-C44A-FA1C-C9C5-2C2CDF81E72F}"/>
          </ac:spMkLst>
        </pc:spChg>
        <pc:spChg chg="mod">
          <ac:chgData name="Irudhaya Jude" userId="94fb6c3c-9399-4256-bab9-69bc63c9daf4" providerId="ADAL" clId="{CC83623E-DD8D-5366-8404-F605F01E0DBF}" dt="2026-09-18T06:10:20.661" v="252" actId="1076"/>
          <ac:spMkLst>
            <pc:docMk/>
            <pc:sldMk cId="2725560981" sldId="2147483557"/>
            <ac:spMk id="4" creationId="{68093588-FFA7-69A8-E744-68E8D6A31DDB}"/>
          </ac:spMkLst>
        </pc:spChg>
        <pc:spChg chg="mod">
          <ac:chgData name="Irudhaya Jude" userId="94fb6c3c-9399-4256-bab9-69bc63c9daf4" providerId="ADAL" clId="{CC83623E-DD8D-5366-8404-F605F01E0DBF}" dt="2026-09-18T06:10:20.661" v="252" actId="1076"/>
          <ac:spMkLst>
            <pc:docMk/>
            <pc:sldMk cId="2725560981" sldId="2147483557"/>
            <ac:spMk id="5" creationId="{6B08E9A6-BD13-792C-EF88-80F28233D6DE}"/>
          </ac:spMkLst>
        </pc:spChg>
        <pc:spChg chg="mod">
          <ac:chgData name="Irudhaya Jude" userId="94fb6c3c-9399-4256-bab9-69bc63c9daf4" providerId="ADAL" clId="{CC83623E-DD8D-5366-8404-F605F01E0DBF}" dt="2026-09-18T06:09:37.979" v="247" actId="1076"/>
          <ac:spMkLst>
            <pc:docMk/>
            <pc:sldMk cId="2725560981" sldId="2147483557"/>
            <ac:spMk id="7" creationId="{3ACD7043-4C28-D76F-7E60-820B58FF6E58}"/>
          </ac:spMkLst>
        </pc:spChg>
        <pc:spChg chg="del mod">
          <ac:chgData name="Irudhaya Jude" userId="94fb6c3c-9399-4256-bab9-69bc63c9daf4" providerId="ADAL" clId="{CC83623E-DD8D-5366-8404-F605F01E0DBF}" dt="2026-09-18T06:09:12.661" v="242" actId="478"/>
          <ac:spMkLst>
            <pc:docMk/>
            <pc:sldMk cId="2725560981" sldId="2147483557"/>
            <ac:spMk id="8" creationId="{D614A9F0-4F47-F524-C8D6-79F90379D25B}"/>
          </ac:spMkLst>
        </pc:spChg>
        <pc:spChg chg="del mod">
          <ac:chgData name="Irudhaya Jude" userId="94fb6c3c-9399-4256-bab9-69bc63c9daf4" providerId="ADAL" clId="{CC83623E-DD8D-5366-8404-F605F01E0DBF}" dt="2026-09-18T06:09:12.661" v="242" actId="478"/>
          <ac:spMkLst>
            <pc:docMk/>
            <pc:sldMk cId="2725560981" sldId="2147483557"/>
            <ac:spMk id="9" creationId="{FA86D338-980F-A597-71F1-194E39112C72}"/>
          </ac:spMkLst>
        </pc:spChg>
        <pc:spChg chg="del mod">
          <ac:chgData name="Irudhaya Jude" userId="94fb6c3c-9399-4256-bab9-69bc63c9daf4" providerId="ADAL" clId="{CC83623E-DD8D-5366-8404-F605F01E0DBF}" dt="2026-09-18T06:09:12.661" v="242" actId="478"/>
          <ac:spMkLst>
            <pc:docMk/>
            <pc:sldMk cId="2725560981" sldId="2147483557"/>
            <ac:spMk id="10" creationId="{E26F0AD5-066A-504B-4D0E-21BE04C97A6E}"/>
          </ac:spMkLst>
        </pc:spChg>
        <pc:spChg chg="del mod">
          <ac:chgData name="Irudhaya Jude" userId="94fb6c3c-9399-4256-bab9-69bc63c9daf4" providerId="ADAL" clId="{CC83623E-DD8D-5366-8404-F605F01E0DBF}" dt="2026-09-18T06:09:12.661" v="242" actId="478"/>
          <ac:spMkLst>
            <pc:docMk/>
            <pc:sldMk cId="2725560981" sldId="2147483557"/>
            <ac:spMk id="11" creationId="{20D84B8F-2F78-1886-B87C-994A8B55D848}"/>
          </ac:spMkLst>
        </pc:spChg>
        <pc:spChg chg="del mod">
          <ac:chgData name="Irudhaya Jude" userId="94fb6c3c-9399-4256-bab9-69bc63c9daf4" providerId="ADAL" clId="{CC83623E-DD8D-5366-8404-F605F01E0DBF}" dt="2026-09-18T06:09:12.661" v="242" actId="478"/>
          <ac:spMkLst>
            <pc:docMk/>
            <pc:sldMk cId="2725560981" sldId="2147483557"/>
            <ac:spMk id="12" creationId="{D3B63D06-B535-CFC6-D46D-ECB49983F00D}"/>
          </ac:spMkLst>
        </pc:spChg>
        <pc:spChg chg="del mod">
          <ac:chgData name="Irudhaya Jude" userId="94fb6c3c-9399-4256-bab9-69bc63c9daf4" providerId="ADAL" clId="{CC83623E-DD8D-5366-8404-F605F01E0DBF}" dt="2026-09-18T06:09:12.661" v="242" actId="478"/>
          <ac:spMkLst>
            <pc:docMk/>
            <pc:sldMk cId="2725560981" sldId="2147483557"/>
            <ac:spMk id="13" creationId="{3F1B11B4-9A4E-1795-D831-0669AFEBA71B}"/>
          </ac:spMkLst>
        </pc:spChg>
        <pc:spChg chg="add del mod">
          <ac:chgData name="Irudhaya Jude" userId="94fb6c3c-9399-4256-bab9-69bc63c9daf4" providerId="ADAL" clId="{CC83623E-DD8D-5366-8404-F605F01E0DBF}" dt="2026-09-18T06:04:14.654" v="181" actId="478"/>
          <ac:spMkLst>
            <pc:docMk/>
            <pc:sldMk cId="2725560981" sldId="2147483557"/>
            <ac:spMk id="14" creationId="{3CEBC78B-6360-DA54-A0F5-0EAA06DA7C96}"/>
          </ac:spMkLst>
        </pc:spChg>
        <pc:spChg chg="mod">
          <ac:chgData name="Irudhaya Jude" userId="94fb6c3c-9399-4256-bab9-69bc63c9daf4" providerId="ADAL" clId="{CC83623E-DD8D-5366-8404-F605F01E0DBF}" dt="2026-09-18T06:10:16.026" v="251" actId="1076"/>
          <ac:spMkLst>
            <pc:docMk/>
            <pc:sldMk cId="2725560981" sldId="2147483557"/>
            <ac:spMk id="15" creationId="{41B20F10-159E-7061-D985-DD0CAF543FFA}"/>
          </ac:spMkLst>
        </pc:spChg>
        <pc:spChg chg="mod">
          <ac:chgData name="Irudhaya Jude" userId="94fb6c3c-9399-4256-bab9-69bc63c9daf4" providerId="ADAL" clId="{CC83623E-DD8D-5366-8404-F605F01E0DBF}" dt="2026-09-18T06:10:16.026" v="251" actId="1076"/>
          <ac:spMkLst>
            <pc:docMk/>
            <pc:sldMk cId="2725560981" sldId="2147483557"/>
            <ac:spMk id="16" creationId="{EC13FCBB-25F7-B05D-024D-8968DC8416F1}"/>
          </ac:spMkLst>
        </pc:spChg>
        <pc:spChg chg="add mod">
          <ac:chgData name="Irudhaya Jude" userId="94fb6c3c-9399-4256-bab9-69bc63c9daf4" providerId="ADAL" clId="{CC83623E-DD8D-5366-8404-F605F01E0DBF}" dt="2026-09-18T06:04:33.427" v="185"/>
          <ac:spMkLst>
            <pc:docMk/>
            <pc:sldMk cId="2725560981" sldId="2147483557"/>
            <ac:spMk id="17" creationId="{B23A11BF-43E7-6BE7-22E2-A7F6E86A7233}"/>
          </ac:spMkLst>
        </pc:spChg>
        <pc:spChg chg="add mod">
          <ac:chgData name="Irudhaya Jude" userId="94fb6c3c-9399-4256-bab9-69bc63c9daf4" providerId="ADAL" clId="{CC83623E-DD8D-5366-8404-F605F01E0DBF}" dt="2026-09-18T06:04:48.724" v="189" actId="571"/>
          <ac:spMkLst>
            <pc:docMk/>
            <pc:sldMk cId="2725560981" sldId="2147483557"/>
            <ac:spMk id="18" creationId="{32939AD8-2CDA-DBF1-BFF8-B4191138E550}"/>
          </ac:spMkLst>
        </pc:spChg>
        <pc:spChg chg="mod">
          <ac:chgData name="Irudhaya Jude" userId="94fb6c3c-9399-4256-bab9-69bc63c9daf4" providerId="ADAL" clId="{CC83623E-DD8D-5366-8404-F605F01E0DBF}" dt="2026-09-18T06:05:21.787" v="197" actId="1076"/>
          <ac:spMkLst>
            <pc:docMk/>
            <pc:sldMk cId="2725560981" sldId="2147483557"/>
            <ac:spMk id="19" creationId="{596A959A-3303-BF86-4E11-E1599E586C86}"/>
          </ac:spMkLst>
        </pc:spChg>
        <pc:spChg chg="mod">
          <ac:chgData name="Irudhaya Jude" userId="94fb6c3c-9399-4256-bab9-69bc63c9daf4" providerId="ADAL" clId="{CC83623E-DD8D-5366-8404-F605F01E0DBF}" dt="2026-09-18T06:10:35.766" v="255" actId="14100"/>
          <ac:spMkLst>
            <pc:docMk/>
            <pc:sldMk cId="2725560981" sldId="2147483557"/>
            <ac:spMk id="20" creationId="{9E7A62E0-676A-8A8D-5D53-602768371A00}"/>
          </ac:spMkLst>
        </pc:spChg>
        <pc:spChg chg="add del mod">
          <ac:chgData name="Irudhaya Jude" userId="94fb6c3c-9399-4256-bab9-69bc63c9daf4" providerId="ADAL" clId="{CC83623E-DD8D-5366-8404-F605F01E0DBF}" dt="2026-09-18T06:10:08.602" v="249" actId="14100"/>
          <ac:spMkLst>
            <pc:docMk/>
            <pc:sldMk cId="2725560981" sldId="2147483557"/>
            <ac:spMk id="21" creationId="{35040C8F-61A6-AC46-93BB-C2BF2201B296}"/>
          </ac:spMkLst>
        </pc:spChg>
        <pc:spChg chg="del mod">
          <ac:chgData name="Irudhaya Jude" userId="94fb6c3c-9399-4256-bab9-69bc63c9daf4" providerId="ADAL" clId="{CC83623E-DD8D-5366-8404-F605F01E0DBF}" dt="2026-09-18T06:04:11.314" v="179" actId="478"/>
          <ac:spMkLst>
            <pc:docMk/>
            <pc:sldMk cId="2725560981" sldId="2147483557"/>
            <ac:spMk id="22" creationId="{A53AAC26-095F-E9DF-B450-ED222705C676}"/>
          </ac:spMkLst>
        </pc:spChg>
        <pc:spChg chg="del">
          <ac:chgData name="Irudhaya Jude" userId="94fb6c3c-9399-4256-bab9-69bc63c9daf4" providerId="ADAL" clId="{CC83623E-DD8D-5366-8404-F605F01E0DBF}" dt="2026-09-18T06:04:30.006" v="184" actId="478"/>
          <ac:spMkLst>
            <pc:docMk/>
            <pc:sldMk cId="2725560981" sldId="2147483557"/>
            <ac:spMk id="24" creationId="{42197DAF-F84C-B350-28C7-6918FDA40668}"/>
          </ac:spMkLst>
        </pc:spChg>
        <pc:spChg chg="add mod">
          <ac:chgData name="Irudhaya Jude" userId="94fb6c3c-9399-4256-bab9-69bc63c9daf4" providerId="ADAL" clId="{CC83623E-DD8D-5366-8404-F605F01E0DBF}" dt="2026-09-18T06:05:55.616" v="205" actId="571"/>
          <ac:spMkLst>
            <pc:docMk/>
            <pc:sldMk cId="2725560981" sldId="2147483557"/>
            <ac:spMk id="25" creationId="{4B77718D-3B7D-4497-18A2-2D637AC85B82}"/>
          </ac:spMkLst>
        </pc:spChg>
        <pc:spChg chg="add del mod">
          <ac:chgData name="Irudhaya Jude" userId="94fb6c3c-9399-4256-bab9-69bc63c9daf4" providerId="ADAL" clId="{CC83623E-DD8D-5366-8404-F605F01E0DBF}" dt="2026-09-18T06:07:49.606" v="223" actId="478"/>
          <ac:spMkLst>
            <pc:docMk/>
            <pc:sldMk cId="2725560981" sldId="2147483557"/>
            <ac:spMk id="26" creationId="{B7BDF353-85B9-2107-93B6-4179811F16BB}"/>
          </ac:spMkLst>
        </pc:spChg>
        <pc:spChg chg="add mod">
          <ac:chgData name="Irudhaya Jude" userId="94fb6c3c-9399-4256-bab9-69bc63c9daf4" providerId="ADAL" clId="{CC83623E-DD8D-5366-8404-F605F01E0DBF}" dt="2026-09-18T06:09:33.756" v="246" actId="14100"/>
          <ac:spMkLst>
            <pc:docMk/>
            <pc:sldMk cId="2725560981" sldId="2147483557"/>
            <ac:spMk id="27" creationId="{4F1A5A90-9FDD-3275-2F59-CED3296B6A49}"/>
          </ac:spMkLst>
        </pc:spChg>
      </pc:sldChg>
      <pc:sldChg chg="addSp delSp modSp mod">
        <pc:chgData name="Irudhaya Jude" userId="94fb6c3c-9399-4256-bab9-69bc63c9daf4" providerId="ADAL" clId="{CC83623E-DD8D-5366-8404-F605F01E0DBF}" dt="2026-09-18T06:37:19.217" v="685" actId="12"/>
        <pc:sldMkLst>
          <pc:docMk/>
          <pc:sldMk cId="1842247616" sldId="2147483558"/>
        </pc:sldMkLst>
        <pc:spChg chg="mod">
          <ac:chgData name="Irudhaya Jude" userId="94fb6c3c-9399-4256-bab9-69bc63c9daf4" providerId="ADAL" clId="{CC83623E-DD8D-5366-8404-F605F01E0DBF}" dt="2026-09-18T06:18:06.101" v="325" actId="1076"/>
          <ac:spMkLst>
            <pc:docMk/>
            <pc:sldMk cId="1842247616" sldId="2147483558"/>
            <ac:spMk id="2" creationId="{327EEB12-79E5-9E8E-4F74-793A780473A3}"/>
          </ac:spMkLst>
        </pc:spChg>
        <pc:spChg chg="mod">
          <ac:chgData name="Irudhaya Jude" userId="94fb6c3c-9399-4256-bab9-69bc63c9daf4" providerId="ADAL" clId="{CC83623E-DD8D-5366-8404-F605F01E0DBF}" dt="2026-09-18T06:18:06.101" v="325" actId="1076"/>
          <ac:spMkLst>
            <pc:docMk/>
            <pc:sldMk cId="1842247616" sldId="2147483558"/>
            <ac:spMk id="3" creationId="{2BE44128-B2CD-EDF1-B9F6-79C827124195}"/>
          </ac:spMkLst>
        </pc:spChg>
        <pc:spChg chg="mod">
          <ac:chgData name="Irudhaya Jude" userId="94fb6c3c-9399-4256-bab9-69bc63c9daf4" providerId="ADAL" clId="{CC83623E-DD8D-5366-8404-F605F01E0DBF}" dt="2026-09-18T06:37:19.217" v="685" actId="12"/>
          <ac:spMkLst>
            <pc:docMk/>
            <pc:sldMk cId="1842247616" sldId="2147483558"/>
            <ac:spMk id="4" creationId="{F0C44B48-BC73-F9A0-DBD1-D0AF2A6164B8}"/>
          </ac:spMkLst>
        </pc:spChg>
        <pc:spChg chg="add mod">
          <ac:chgData name="Irudhaya Jude" userId="94fb6c3c-9399-4256-bab9-69bc63c9daf4" providerId="ADAL" clId="{CC83623E-DD8D-5366-8404-F605F01E0DBF}" dt="2026-09-18T06:13:25.655" v="283"/>
          <ac:spMkLst>
            <pc:docMk/>
            <pc:sldMk cId="1842247616" sldId="2147483558"/>
            <ac:spMk id="5" creationId="{965E312D-15E2-9BAA-B213-35F34CC93B97}"/>
          </ac:spMkLst>
        </pc:spChg>
        <pc:spChg chg="add mod">
          <ac:chgData name="Irudhaya Jude" userId="94fb6c3c-9399-4256-bab9-69bc63c9daf4" providerId="ADAL" clId="{CC83623E-DD8D-5366-8404-F605F01E0DBF}" dt="2026-09-18T06:13:19.090" v="282"/>
          <ac:spMkLst>
            <pc:docMk/>
            <pc:sldMk cId="1842247616" sldId="2147483558"/>
            <ac:spMk id="6" creationId="{647B596A-2880-AD00-60E4-925924E06411}"/>
          </ac:spMkLst>
        </pc:spChg>
        <pc:spChg chg="mod">
          <ac:chgData name="Irudhaya Jude" userId="94fb6c3c-9399-4256-bab9-69bc63c9daf4" providerId="ADAL" clId="{CC83623E-DD8D-5366-8404-F605F01E0DBF}" dt="2026-09-18T06:18:06.101" v="325" actId="1076"/>
          <ac:spMkLst>
            <pc:docMk/>
            <pc:sldMk cId="1842247616" sldId="2147483558"/>
            <ac:spMk id="7" creationId="{D4C328C5-A1DC-4F70-91E7-0A5DB7FDDE1A}"/>
          </ac:spMkLst>
        </pc:spChg>
        <pc:spChg chg="mod">
          <ac:chgData name="Irudhaya Jude" userId="94fb6c3c-9399-4256-bab9-69bc63c9daf4" providerId="ADAL" clId="{CC83623E-DD8D-5366-8404-F605F01E0DBF}" dt="2026-09-18T06:18:06.101" v="325" actId="1076"/>
          <ac:spMkLst>
            <pc:docMk/>
            <pc:sldMk cId="1842247616" sldId="2147483558"/>
            <ac:spMk id="8" creationId="{EB94FE89-F915-0167-F80E-12F21C7FD3F0}"/>
          </ac:spMkLst>
        </pc:spChg>
        <pc:spChg chg="mod">
          <ac:chgData name="Irudhaya Jude" userId="94fb6c3c-9399-4256-bab9-69bc63c9daf4" providerId="ADAL" clId="{CC83623E-DD8D-5366-8404-F605F01E0DBF}" dt="2026-09-18T06:18:06.101" v="325" actId="1076"/>
          <ac:spMkLst>
            <pc:docMk/>
            <pc:sldMk cId="1842247616" sldId="2147483558"/>
            <ac:spMk id="10" creationId="{22375D4D-92E4-2239-C6D8-C80FC31139AF}"/>
          </ac:spMkLst>
        </pc:spChg>
        <pc:spChg chg="mod">
          <ac:chgData name="Irudhaya Jude" userId="94fb6c3c-9399-4256-bab9-69bc63c9daf4" providerId="ADAL" clId="{CC83623E-DD8D-5366-8404-F605F01E0DBF}" dt="2026-09-18T06:18:06.101" v="325" actId="1076"/>
          <ac:spMkLst>
            <pc:docMk/>
            <pc:sldMk cId="1842247616" sldId="2147483558"/>
            <ac:spMk id="11" creationId="{CE06E915-70AC-F615-5D1A-295B44AA279F}"/>
          </ac:spMkLst>
        </pc:spChg>
        <pc:spChg chg="add del mod">
          <ac:chgData name="Irudhaya Jude" userId="94fb6c3c-9399-4256-bab9-69bc63c9daf4" providerId="ADAL" clId="{CC83623E-DD8D-5366-8404-F605F01E0DBF}" dt="2026-09-18T06:13:42.241" v="287" actId="478"/>
          <ac:spMkLst>
            <pc:docMk/>
            <pc:sldMk cId="1842247616" sldId="2147483558"/>
            <ac:spMk id="12" creationId="{EC2413BF-E6A8-74D0-5779-8E8FD939D82A}"/>
          </ac:spMkLst>
        </pc:spChg>
        <pc:spChg chg="del mod">
          <ac:chgData name="Irudhaya Jude" userId="94fb6c3c-9399-4256-bab9-69bc63c9daf4" providerId="ADAL" clId="{CC83623E-DD8D-5366-8404-F605F01E0DBF}" dt="2026-09-18T06:13:30.520" v="285" actId="478"/>
          <ac:spMkLst>
            <pc:docMk/>
            <pc:sldMk cId="1842247616" sldId="2147483558"/>
            <ac:spMk id="14" creationId="{F903009D-80A5-F0E8-2D10-9510AA64BB1C}"/>
          </ac:spMkLst>
        </pc:spChg>
        <pc:spChg chg="del">
          <ac:chgData name="Irudhaya Jude" userId="94fb6c3c-9399-4256-bab9-69bc63c9daf4" providerId="ADAL" clId="{CC83623E-DD8D-5366-8404-F605F01E0DBF}" dt="2026-09-18T06:13:12.296" v="280" actId="478"/>
          <ac:spMkLst>
            <pc:docMk/>
            <pc:sldMk cId="1842247616" sldId="2147483558"/>
            <ac:spMk id="15" creationId="{4024E82A-7124-33B6-7673-88B66C92E214}"/>
          </ac:spMkLst>
        </pc:spChg>
        <pc:spChg chg="mod">
          <ac:chgData name="Irudhaya Jude" userId="94fb6c3c-9399-4256-bab9-69bc63c9daf4" providerId="ADAL" clId="{CC83623E-DD8D-5366-8404-F605F01E0DBF}" dt="2026-09-18T06:18:06.101" v="325" actId="1076"/>
          <ac:spMkLst>
            <pc:docMk/>
            <pc:sldMk cId="1842247616" sldId="2147483558"/>
            <ac:spMk id="17" creationId="{8CE744F6-4C36-1B23-806C-181C71D5E0CE}"/>
          </ac:spMkLst>
        </pc:spChg>
        <pc:spChg chg="mod">
          <ac:chgData name="Irudhaya Jude" userId="94fb6c3c-9399-4256-bab9-69bc63c9daf4" providerId="ADAL" clId="{CC83623E-DD8D-5366-8404-F605F01E0DBF}" dt="2026-09-18T06:18:06.101" v="325" actId="1076"/>
          <ac:spMkLst>
            <pc:docMk/>
            <pc:sldMk cId="1842247616" sldId="2147483558"/>
            <ac:spMk id="18" creationId="{62969989-E5D3-3674-D489-668D4B671CE7}"/>
          </ac:spMkLst>
        </pc:spChg>
        <pc:spChg chg="mod">
          <ac:chgData name="Irudhaya Jude" userId="94fb6c3c-9399-4256-bab9-69bc63c9daf4" providerId="ADAL" clId="{CC83623E-DD8D-5366-8404-F605F01E0DBF}" dt="2026-09-18T06:18:00.276" v="324" actId="1076"/>
          <ac:spMkLst>
            <pc:docMk/>
            <pc:sldMk cId="1842247616" sldId="2147483558"/>
            <ac:spMk id="19" creationId="{CE5D20F6-A329-A038-A8A1-D07B38651772}"/>
          </ac:spMkLst>
        </pc:spChg>
      </pc:sldChg>
    </pc:docChg>
  </pc:docChgLst>
  <pc:docChgLst>
    <pc:chgData name="Harsheeta Bhatia" userId="S::harsheeta.bhatia@fractal.ai::9df20dfa-2faa-4137-840d-6b77a546b7c3" providerId="AD" clId="Web-{7AC19BD9-F724-E8E8-9DEA-049DE85F463C}"/>
    <pc:docChg chg="addSld delSld modSld sldOrd">
      <pc:chgData name="Harsheeta Bhatia" userId="S::harsheeta.bhatia@fractal.ai::9df20dfa-2faa-4137-840d-6b77a546b7c3" providerId="AD" clId="Web-{7AC19BD9-F724-E8E8-9DEA-049DE85F463C}" dt="2026-09-17T11:22:56.325" v="1055"/>
      <pc:docMkLst>
        <pc:docMk/>
      </pc:docMkLst>
      <pc:sldChg chg="modSp">
        <pc:chgData name="Harsheeta Bhatia" userId="S::harsheeta.bhatia@fractal.ai::9df20dfa-2faa-4137-840d-6b77a546b7c3" providerId="AD" clId="Web-{7AC19BD9-F724-E8E8-9DEA-049DE85F463C}" dt="2026-09-17T09:55:16.840" v="35" actId="20577"/>
        <pc:sldMkLst>
          <pc:docMk/>
          <pc:sldMk cId="1525923655" sldId="323"/>
        </pc:sldMkLst>
        <pc:spChg chg="mod">
          <ac:chgData name="Harsheeta Bhatia" userId="S::harsheeta.bhatia@fractal.ai::9df20dfa-2faa-4137-840d-6b77a546b7c3" providerId="AD" clId="Web-{7AC19BD9-F724-E8E8-9DEA-049DE85F463C}" dt="2026-09-17T09:55:16.840" v="35" actId="20577"/>
          <ac:spMkLst>
            <pc:docMk/>
            <pc:sldMk cId="1525923655" sldId="323"/>
            <ac:spMk id="3" creationId="{55B12FE4-3C51-7FCD-FEC1-87656189B5D1}"/>
          </ac:spMkLst>
        </pc:spChg>
        <pc:spChg chg="mod">
          <ac:chgData name="Harsheeta Bhatia" userId="S::harsheeta.bhatia@fractal.ai::9df20dfa-2faa-4137-840d-6b77a546b7c3" providerId="AD" clId="Web-{7AC19BD9-F724-E8E8-9DEA-049DE85F463C}" dt="2026-09-17T06:41:48.522" v="2" actId="1076"/>
          <ac:spMkLst>
            <pc:docMk/>
            <pc:sldMk cId="1525923655" sldId="323"/>
            <ac:spMk id="7" creationId="{8AECF469-C869-ED07-6C22-BA25DE59BDBA}"/>
          </ac:spMkLst>
        </pc:spChg>
        <pc:spChg chg="mod">
          <ac:chgData name="Harsheeta Bhatia" userId="S::harsheeta.bhatia@fractal.ai::9df20dfa-2faa-4137-840d-6b77a546b7c3" providerId="AD" clId="Web-{7AC19BD9-F724-E8E8-9DEA-049DE85F463C}" dt="2026-09-17T06:42:31.710" v="7" actId="20577"/>
          <ac:spMkLst>
            <pc:docMk/>
            <pc:sldMk cId="1525923655" sldId="323"/>
            <ac:spMk id="8" creationId="{7DF9377A-14A0-BB2C-BD27-201931A18CAF}"/>
          </ac:spMkLst>
        </pc:spChg>
        <pc:spChg chg="mod ord">
          <ac:chgData name="Harsheeta Bhatia" userId="S::harsheeta.bhatia@fractal.ai::9df20dfa-2faa-4137-840d-6b77a546b7c3" providerId="AD" clId="Web-{7AC19BD9-F724-E8E8-9DEA-049DE85F463C}" dt="2026-09-17T06:42:53.866" v="12" actId="1076"/>
          <ac:spMkLst>
            <pc:docMk/>
            <pc:sldMk cId="1525923655" sldId="323"/>
            <ac:spMk id="10" creationId="{D88E599A-AD1B-2CFE-AFAE-EAA2247FE4A0}"/>
          </ac:spMkLst>
        </pc:spChg>
        <pc:spChg chg="mod">
          <ac:chgData name="Harsheeta Bhatia" userId="S::harsheeta.bhatia@fractal.ai::9df20dfa-2faa-4137-840d-6b77a546b7c3" providerId="AD" clId="Web-{7AC19BD9-F724-E8E8-9DEA-049DE85F463C}" dt="2026-09-17T06:41:55.632" v="3" actId="20577"/>
          <ac:spMkLst>
            <pc:docMk/>
            <pc:sldMk cId="1525923655" sldId="323"/>
            <ac:spMk id="11" creationId="{C5816B0B-8960-65A4-C82B-3CD4752A1390}"/>
          </ac:spMkLst>
        </pc:spChg>
        <pc:cxnChg chg="mod">
          <ac:chgData name="Harsheeta Bhatia" userId="S::harsheeta.bhatia@fractal.ai::9df20dfa-2faa-4137-840d-6b77a546b7c3" providerId="AD" clId="Web-{7AC19BD9-F724-E8E8-9DEA-049DE85F463C}" dt="2026-09-17T06:42:42.288" v="9" actId="14100"/>
          <ac:cxnSpMkLst>
            <pc:docMk/>
            <pc:sldMk cId="1525923655" sldId="323"/>
            <ac:cxnSpMk id="81" creationId="{4BE8272E-E81B-819A-9254-4EE7793D0204}"/>
          </ac:cxnSpMkLst>
        </pc:cxnChg>
      </pc:sldChg>
      <pc:sldChg chg="ord">
        <pc:chgData name="Harsheeta Bhatia" userId="S::harsheeta.bhatia@fractal.ai::9df20dfa-2faa-4137-840d-6b77a546b7c3" providerId="AD" clId="Web-{7AC19BD9-F724-E8E8-9DEA-049DE85F463C}" dt="2026-09-17T11:22:56.325" v="1053"/>
        <pc:sldMkLst>
          <pc:docMk/>
          <pc:sldMk cId="218663445" sldId="2147483169"/>
        </pc:sldMkLst>
      </pc:sldChg>
      <pc:sldChg chg="mod ord modShow">
        <pc:chgData name="Harsheeta Bhatia" userId="S::harsheeta.bhatia@fractal.ai::9df20dfa-2faa-4137-840d-6b77a546b7c3" providerId="AD" clId="Web-{7AC19BD9-F724-E8E8-9DEA-049DE85F463C}" dt="2026-09-17T10:41:12.759" v="498"/>
        <pc:sldMkLst>
          <pc:docMk/>
          <pc:sldMk cId="3298756361" sldId="2147483525"/>
        </pc:sldMkLst>
      </pc:sldChg>
      <pc:sldChg chg="mod ord modShow">
        <pc:chgData name="Harsheeta Bhatia" userId="S::harsheeta.bhatia@fractal.ai::9df20dfa-2faa-4137-840d-6b77a546b7c3" providerId="AD" clId="Web-{7AC19BD9-F724-E8E8-9DEA-049DE85F463C}" dt="2026-09-17T11:07:12.466" v="788"/>
        <pc:sldMkLst>
          <pc:docMk/>
          <pc:sldMk cId="2182636506" sldId="2147483526"/>
        </pc:sldMkLst>
      </pc:sldChg>
      <pc:sldChg chg="modSp mod ord modShow">
        <pc:chgData name="Harsheeta Bhatia" userId="S::harsheeta.bhatia@fractal.ai::9df20dfa-2faa-4137-840d-6b77a546b7c3" providerId="AD" clId="Web-{7AC19BD9-F724-E8E8-9DEA-049DE85F463C}" dt="2026-09-17T10:41:12.759" v="499"/>
        <pc:sldMkLst>
          <pc:docMk/>
          <pc:sldMk cId="1647173848" sldId="2147483527"/>
        </pc:sldMkLst>
        <pc:spChg chg="mod">
          <ac:chgData name="Harsheeta Bhatia" userId="S::harsheeta.bhatia@fractal.ai::9df20dfa-2faa-4137-840d-6b77a546b7c3" providerId="AD" clId="Web-{7AC19BD9-F724-E8E8-9DEA-049DE85F463C}" dt="2026-09-17T10:22:19.737" v="182" actId="20577"/>
          <ac:spMkLst>
            <pc:docMk/>
            <pc:sldMk cId="1647173848" sldId="2147483527"/>
            <ac:spMk id="11" creationId="{00000000-0000-0000-0000-000000000000}"/>
          </ac:spMkLst>
        </pc:spChg>
        <pc:spChg chg="mod">
          <ac:chgData name="Harsheeta Bhatia" userId="S::harsheeta.bhatia@fractal.ai::9df20dfa-2faa-4137-840d-6b77a546b7c3" providerId="AD" clId="Web-{7AC19BD9-F724-E8E8-9DEA-049DE85F463C}" dt="2026-09-17T10:24:14.366" v="249" actId="20577"/>
          <ac:spMkLst>
            <pc:docMk/>
            <pc:sldMk cId="1647173848" sldId="2147483527"/>
            <ac:spMk id="12" creationId="{00000000-0000-0000-0000-000000000000}"/>
          </ac:spMkLst>
        </pc:spChg>
        <pc:spChg chg="mod">
          <ac:chgData name="Harsheeta Bhatia" userId="S::harsheeta.bhatia@fractal.ai::9df20dfa-2faa-4137-840d-6b77a546b7c3" providerId="AD" clId="Web-{7AC19BD9-F724-E8E8-9DEA-049DE85F463C}" dt="2026-09-17T10:24:07.553" v="247" actId="20577"/>
          <ac:spMkLst>
            <pc:docMk/>
            <pc:sldMk cId="1647173848" sldId="2147483527"/>
            <ac:spMk id="14" creationId="{00000000-0000-0000-0000-000000000000}"/>
          </ac:spMkLst>
        </pc:spChg>
        <pc:spChg chg="mod">
          <ac:chgData name="Harsheeta Bhatia" userId="S::harsheeta.bhatia@fractal.ai::9df20dfa-2faa-4137-840d-6b77a546b7c3" providerId="AD" clId="Web-{7AC19BD9-F724-E8E8-9DEA-049DE85F463C}" dt="2026-09-17T10:19:48.982" v="168" actId="14100"/>
          <ac:spMkLst>
            <pc:docMk/>
            <pc:sldMk cId="1647173848" sldId="2147483527"/>
            <ac:spMk id="17" creationId="{470359F8-250F-4A62-9B16-B9A23D2CAB8F}"/>
          </ac:spMkLst>
        </pc:spChg>
        <pc:spChg chg="mod">
          <ac:chgData name="Harsheeta Bhatia" userId="S::harsheeta.bhatia@fractal.ai::9df20dfa-2faa-4137-840d-6b77a546b7c3" providerId="AD" clId="Web-{7AC19BD9-F724-E8E8-9DEA-049DE85F463C}" dt="2026-09-17T10:22:06.955" v="170" actId="20577"/>
          <ac:spMkLst>
            <pc:docMk/>
            <pc:sldMk cId="1647173848" sldId="2147483527"/>
            <ac:spMk id="18" creationId="{9DFDCEF1-DAD6-86EA-6CF8-1693DCD86A5F}"/>
          </ac:spMkLst>
        </pc:spChg>
      </pc:sldChg>
      <pc:sldChg chg="modSp ord">
        <pc:chgData name="Harsheeta Bhatia" userId="S::harsheeta.bhatia@fractal.ai::9df20dfa-2faa-4137-840d-6b77a546b7c3" providerId="AD" clId="Web-{7AC19BD9-F724-E8E8-9DEA-049DE85F463C}" dt="2026-09-17T10:53:58.940" v="630" actId="20577"/>
        <pc:sldMkLst>
          <pc:docMk/>
          <pc:sldMk cId="671927568" sldId="2147483528"/>
        </pc:sldMkLst>
        <pc:spChg chg="mod">
          <ac:chgData name="Harsheeta Bhatia" userId="S::harsheeta.bhatia@fractal.ai::9df20dfa-2faa-4137-840d-6b77a546b7c3" providerId="AD" clId="Web-{7AC19BD9-F724-E8E8-9DEA-049DE85F463C}" dt="2026-09-17T10:53:58.940" v="630" actId="20577"/>
          <ac:spMkLst>
            <pc:docMk/>
            <pc:sldMk cId="671927568" sldId="2147483528"/>
            <ac:spMk id="5" creationId="{799F7FBF-DD74-4A98-E3FF-6CCB43E4B544}"/>
          </ac:spMkLst>
        </pc:spChg>
        <pc:spChg chg="mod">
          <ac:chgData name="Harsheeta Bhatia" userId="S::harsheeta.bhatia@fractal.ai::9df20dfa-2faa-4137-840d-6b77a546b7c3" providerId="AD" clId="Web-{7AC19BD9-F724-E8E8-9DEA-049DE85F463C}" dt="2026-09-17T10:43:45.717" v="519" actId="20577"/>
          <ac:spMkLst>
            <pc:docMk/>
            <pc:sldMk cId="671927568" sldId="2147483528"/>
            <ac:spMk id="8" creationId="{00000000-0000-0000-0000-000000000000}"/>
          </ac:spMkLst>
        </pc:spChg>
        <pc:spChg chg="mod">
          <ac:chgData name="Harsheeta Bhatia" userId="S::harsheeta.bhatia@fractal.ai::9df20dfa-2faa-4137-840d-6b77a546b7c3" providerId="AD" clId="Web-{7AC19BD9-F724-E8E8-9DEA-049DE85F463C}" dt="2026-09-17T10:51:18.529" v="549" actId="20577"/>
          <ac:spMkLst>
            <pc:docMk/>
            <pc:sldMk cId="671927568" sldId="2147483528"/>
            <ac:spMk id="14" creationId="{00000000-0000-0000-0000-000000000000}"/>
          </ac:spMkLst>
        </pc:spChg>
        <pc:spChg chg="mod">
          <ac:chgData name="Harsheeta Bhatia" userId="S::harsheeta.bhatia@fractal.ai::9df20dfa-2faa-4137-840d-6b77a546b7c3" providerId="AD" clId="Web-{7AC19BD9-F724-E8E8-9DEA-049DE85F463C}" dt="2026-09-17T10:53:39.846" v="621" actId="20577"/>
          <ac:spMkLst>
            <pc:docMk/>
            <pc:sldMk cId="671927568" sldId="2147483528"/>
            <ac:spMk id="16" creationId="{00000000-0000-0000-0000-000000000000}"/>
          </ac:spMkLst>
        </pc:spChg>
      </pc:sldChg>
      <pc:sldChg chg="delSp modSp ord">
        <pc:chgData name="Harsheeta Bhatia" userId="S::harsheeta.bhatia@fractal.ai::9df20dfa-2faa-4137-840d-6b77a546b7c3" providerId="AD" clId="Web-{7AC19BD9-F724-E8E8-9DEA-049DE85F463C}" dt="2026-09-17T11:18:57.223" v="914"/>
        <pc:sldMkLst>
          <pc:docMk/>
          <pc:sldMk cId="751605664" sldId="2147483529"/>
        </pc:sldMkLst>
        <pc:spChg chg="mod">
          <ac:chgData name="Harsheeta Bhatia" userId="S::harsheeta.bhatia@fractal.ai::9df20dfa-2faa-4137-840d-6b77a546b7c3" providerId="AD" clId="Web-{7AC19BD9-F724-E8E8-9DEA-049DE85F463C}" dt="2026-09-17T11:17:51.862" v="845" actId="20577"/>
          <ac:spMkLst>
            <pc:docMk/>
            <pc:sldMk cId="751605664" sldId="2147483529"/>
            <ac:spMk id="8" creationId="{00000000-0000-0000-0000-000000000000}"/>
          </ac:spMkLst>
        </pc:spChg>
        <pc:spChg chg="del">
          <ac:chgData name="Harsheeta Bhatia" userId="S::harsheeta.bhatia@fractal.ai::9df20dfa-2faa-4137-840d-6b77a546b7c3" providerId="AD" clId="Web-{7AC19BD9-F724-E8E8-9DEA-049DE85F463C}" dt="2026-09-17T11:18:25.597" v="892"/>
          <ac:spMkLst>
            <pc:docMk/>
            <pc:sldMk cId="751605664" sldId="2147483529"/>
            <ac:spMk id="10" creationId="{00000000-0000-0000-0000-000000000000}"/>
          </ac:spMkLst>
        </pc:spChg>
        <pc:spChg chg="mod">
          <ac:chgData name="Harsheeta Bhatia" userId="S::harsheeta.bhatia@fractal.ai::9df20dfa-2faa-4137-840d-6b77a546b7c3" providerId="AD" clId="Web-{7AC19BD9-F724-E8E8-9DEA-049DE85F463C}" dt="2026-09-17T11:17:57.971" v="854" actId="20577"/>
          <ac:spMkLst>
            <pc:docMk/>
            <pc:sldMk cId="751605664" sldId="2147483529"/>
            <ac:spMk id="12" creationId="{00000000-0000-0000-0000-000000000000}"/>
          </ac:spMkLst>
        </pc:spChg>
        <pc:spChg chg="del">
          <ac:chgData name="Harsheeta Bhatia" userId="S::harsheeta.bhatia@fractal.ai::9df20dfa-2faa-4137-840d-6b77a546b7c3" providerId="AD" clId="Web-{7AC19BD9-F724-E8E8-9DEA-049DE85F463C}" dt="2026-09-17T11:18:25.597" v="891"/>
          <ac:spMkLst>
            <pc:docMk/>
            <pc:sldMk cId="751605664" sldId="2147483529"/>
            <ac:spMk id="14" creationId="{00000000-0000-0000-0000-000000000000}"/>
          </ac:spMkLst>
        </pc:spChg>
        <pc:spChg chg="mod">
          <ac:chgData name="Harsheeta Bhatia" userId="S::harsheeta.bhatia@fractal.ai::9df20dfa-2faa-4137-840d-6b77a546b7c3" providerId="AD" clId="Web-{7AC19BD9-F724-E8E8-9DEA-049DE85F463C}" dt="2026-09-17T11:18:03.206" v="861" actId="20577"/>
          <ac:spMkLst>
            <pc:docMk/>
            <pc:sldMk cId="751605664" sldId="2147483529"/>
            <ac:spMk id="16" creationId="{00000000-0000-0000-0000-000000000000}"/>
          </ac:spMkLst>
        </pc:spChg>
        <pc:spChg chg="del">
          <ac:chgData name="Harsheeta Bhatia" userId="S::harsheeta.bhatia@fractal.ai::9df20dfa-2faa-4137-840d-6b77a546b7c3" providerId="AD" clId="Web-{7AC19BD9-F724-E8E8-9DEA-049DE85F463C}" dt="2026-09-17T11:18:25.597" v="890"/>
          <ac:spMkLst>
            <pc:docMk/>
            <pc:sldMk cId="751605664" sldId="2147483529"/>
            <ac:spMk id="18" creationId="{00000000-0000-0000-0000-000000000000}"/>
          </ac:spMkLst>
        </pc:spChg>
        <pc:spChg chg="mod">
          <ac:chgData name="Harsheeta Bhatia" userId="S::harsheeta.bhatia@fractal.ai::9df20dfa-2faa-4137-840d-6b77a546b7c3" providerId="AD" clId="Web-{7AC19BD9-F724-E8E8-9DEA-049DE85F463C}" dt="2026-09-17T11:18:10.456" v="871" actId="20577"/>
          <ac:spMkLst>
            <pc:docMk/>
            <pc:sldMk cId="751605664" sldId="2147483529"/>
            <ac:spMk id="20" creationId="{00000000-0000-0000-0000-000000000000}"/>
          </ac:spMkLst>
        </pc:spChg>
        <pc:spChg chg="del">
          <ac:chgData name="Harsheeta Bhatia" userId="S::harsheeta.bhatia@fractal.ai::9df20dfa-2faa-4137-840d-6b77a546b7c3" providerId="AD" clId="Web-{7AC19BD9-F724-E8E8-9DEA-049DE85F463C}" dt="2026-09-17T11:18:25.597" v="889"/>
          <ac:spMkLst>
            <pc:docMk/>
            <pc:sldMk cId="751605664" sldId="2147483529"/>
            <ac:spMk id="22" creationId="{00000000-0000-0000-0000-000000000000}"/>
          </ac:spMkLst>
        </pc:spChg>
        <pc:spChg chg="mod">
          <ac:chgData name="Harsheeta Bhatia" userId="S::harsheeta.bhatia@fractal.ai::9df20dfa-2faa-4137-840d-6b77a546b7c3" providerId="AD" clId="Web-{7AC19BD9-F724-E8E8-9DEA-049DE85F463C}" dt="2026-09-17T11:18:14.488" v="877" actId="20577"/>
          <ac:spMkLst>
            <pc:docMk/>
            <pc:sldMk cId="751605664" sldId="2147483529"/>
            <ac:spMk id="24" creationId="{00000000-0000-0000-0000-000000000000}"/>
          </ac:spMkLst>
        </pc:spChg>
        <pc:spChg chg="del">
          <ac:chgData name="Harsheeta Bhatia" userId="S::harsheeta.bhatia@fractal.ai::9df20dfa-2faa-4137-840d-6b77a546b7c3" providerId="AD" clId="Web-{7AC19BD9-F724-E8E8-9DEA-049DE85F463C}" dt="2026-09-17T11:18:25.597" v="888"/>
          <ac:spMkLst>
            <pc:docMk/>
            <pc:sldMk cId="751605664" sldId="2147483529"/>
            <ac:spMk id="26" creationId="{00000000-0000-0000-0000-000000000000}"/>
          </ac:spMkLst>
        </pc:spChg>
        <pc:spChg chg="mod">
          <ac:chgData name="Harsheeta Bhatia" userId="S::harsheeta.bhatia@fractal.ai::9df20dfa-2faa-4137-840d-6b77a546b7c3" providerId="AD" clId="Web-{7AC19BD9-F724-E8E8-9DEA-049DE85F463C}" dt="2026-09-17T11:18:20.410" v="886" actId="20577"/>
          <ac:spMkLst>
            <pc:docMk/>
            <pc:sldMk cId="751605664" sldId="2147483529"/>
            <ac:spMk id="28" creationId="{00000000-0000-0000-0000-000000000000}"/>
          </ac:spMkLst>
        </pc:spChg>
        <pc:spChg chg="del">
          <ac:chgData name="Harsheeta Bhatia" userId="S::harsheeta.bhatia@fractal.ai::9df20dfa-2faa-4137-840d-6b77a546b7c3" providerId="AD" clId="Web-{7AC19BD9-F724-E8E8-9DEA-049DE85F463C}" dt="2026-09-17T11:18:25.597" v="887"/>
          <ac:spMkLst>
            <pc:docMk/>
            <pc:sldMk cId="751605664" sldId="2147483529"/>
            <ac:spMk id="30" creationId="{00000000-0000-0000-0000-000000000000}"/>
          </ac:spMkLst>
        </pc:spChg>
        <pc:spChg chg="del">
          <ac:chgData name="Harsheeta Bhatia" userId="S::harsheeta.bhatia@fractal.ai::9df20dfa-2faa-4137-840d-6b77a546b7c3" providerId="AD" clId="Web-{7AC19BD9-F724-E8E8-9DEA-049DE85F463C}" dt="2026-09-17T11:18:54.114" v="912"/>
          <ac:spMkLst>
            <pc:docMk/>
            <pc:sldMk cId="751605664" sldId="2147483529"/>
            <ac:spMk id="31" creationId="{00000000-0000-0000-0000-000000000000}"/>
          </ac:spMkLst>
        </pc:spChg>
        <pc:spChg chg="del">
          <ac:chgData name="Harsheeta Bhatia" userId="S::harsheeta.bhatia@fractal.ai::9df20dfa-2faa-4137-840d-6b77a546b7c3" providerId="AD" clId="Web-{7AC19BD9-F724-E8E8-9DEA-049DE85F463C}" dt="2026-09-17T11:18:54.114" v="911"/>
          <ac:spMkLst>
            <pc:docMk/>
            <pc:sldMk cId="751605664" sldId="2147483529"/>
            <ac:spMk id="32" creationId="{00000000-0000-0000-0000-000000000000}"/>
          </ac:spMkLst>
        </pc:spChg>
        <pc:spChg chg="mod">
          <ac:chgData name="Harsheeta Bhatia" userId="S::harsheeta.bhatia@fractal.ai::9df20dfa-2faa-4137-840d-6b77a546b7c3" providerId="AD" clId="Web-{7AC19BD9-F724-E8E8-9DEA-049DE85F463C}" dt="2026-09-17T11:18:45.411" v="909" actId="20577"/>
          <ac:spMkLst>
            <pc:docMk/>
            <pc:sldMk cId="751605664" sldId="2147483529"/>
            <ac:spMk id="35" creationId="{1D769168-B975-14DF-BD53-753F05B0E4B9}"/>
          </ac:spMkLst>
        </pc:spChg>
        <pc:spChg chg="del">
          <ac:chgData name="Harsheeta Bhatia" userId="S::harsheeta.bhatia@fractal.ai::9df20dfa-2faa-4137-840d-6b77a546b7c3" providerId="AD" clId="Web-{7AC19BD9-F724-E8E8-9DEA-049DE85F463C}" dt="2026-09-17T11:18:54.114" v="913"/>
          <ac:spMkLst>
            <pc:docMk/>
            <pc:sldMk cId="751605664" sldId="2147483529"/>
            <ac:spMk id="44" creationId="{301E409A-A8D9-7279-1AE8-AD381DF3CB17}"/>
          </ac:spMkLst>
        </pc:spChg>
        <pc:spChg chg="del">
          <ac:chgData name="Harsheeta Bhatia" userId="S::harsheeta.bhatia@fractal.ai::9df20dfa-2faa-4137-840d-6b77a546b7c3" providerId="AD" clId="Web-{7AC19BD9-F724-E8E8-9DEA-049DE85F463C}" dt="2026-09-17T11:18:51.958" v="910"/>
          <ac:spMkLst>
            <pc:docMk/>
            <pc:sldMk cId="751605664" sldId="2147483529"/>
            <ac:spMk id="45" creationId="{2644D39A-C73D-9F9A-6AD1-65D8E64950C9}"/>
          </ac:spMkLst>
        </pc:spChg>
      </pc:sldChg>
      <pc:sldChg chg="mod ord modShow">
        <pc:chgData name="Harsheeta Bhatia" userId="S::harsheeta.bhatia@fractal.ai::9df20dfa-2faa-4137-840d-6b77a546b7c3" providerId="AD" clId="Web-{7AC19BD9-F724-E8E8-9DEA-049DE85F463C}" dt="2026-09-17T11:22:43.950" v="1052"/>
        <pc:sldMkLst>
          <pc:docMk/>
          <pc:sldMk cId="1747842636" sldId="2147483530"/>
        </pc:sldMkLst>
      </pc:sldChg>
      <pc:sldChg chg="mod ord modShow">
        <pc:chgData name="Harsheeta Bhatia" userId="S::harsheeta.bhatia@fractal.ai::9df20dfa-2faa-4137-840d-6b77a546b7c3" providerId="AD" clId="Web-{7AC19BD9-F724-E8E8-9DEA-049DE85F463C}" dt="2026-09-17T11:22:43.950" v="1051"/>
        <pc:sldMkLst>
          <pc:docMk/>
          <pc:sldMk cId="1398848814" sldId="2147483531"/>
        </pc:sldMkLst>
      </pc:sldChg>
      <pc:sldChg chg="delSp modSp ord">
        <pc:chgData name="Harsheeta Bhatia" userId="S::harsheeta.bhatia@fractal.ai::9df20dfa-2faa-4137-840d-6b77a546b7c3" providerId="AD" clId="Web-{7AC19BD9-F724-E8E8-9DEA-049DE85F463C}" dt="2026-09-17T11:21:48.854" v="1031" actId="1076"/>
        <pc:sldMkLst>
          <pc:docMk/>
          <pc:sldMk cId="1870335399" sldId="2147483532"/>
        </pc:sldMkLst>
        <pc:spChg chg="mod">
          <ac:chgData name="Harsheeta Bhatia" userId="S::harsheeta.bhatia@fractal.ai::9df20dfa-2faa-4137-840d-6b77a546b7c3" providerId="AD" clId="Web-{7AC19BD9-F724-E8E8-9DEA-049DE85F463C}" dt="2026-09-17T11:20:45.539" v="967" actId="20577"/>
          <ac:spMkLst>
            <pc:docMk/>
            <pc:sldMk cId="1870335399" sldId="2147483532"/>
            <ac:spMk id="9" creationId="{00000000-0000-0000-0000-000000000000}"/>
          </ac:spMkLst>
        </pc:spChg>
        <pc:spChg chg="del">
          <ac:chgData name="Harsheeta Bhatia" userId="S::harsheeta.bhatia@fractal.ai::9df20dfa-2faa-4137-840d-6b77a546b7c3" providerId="AD" clId="Web-{7AC19BD9-F724-E8E8-9DEA-049DE85F463C}" dt="2026-09-17T11:21:19.853" v="1020"/>
          <ac:spMkLst>
            <pc:docMk/>
            <pc:sldMk cId="1870335399" sldId="2147483532"/>
            <ac:spMk id="10" creationId="{00000000-0000-0000-0000-000000000000}"/>
          </ac:spMkLst>
        </pc:spChg>
        <pc:spChg chg="mod">
          <ac:chgData name="Harsheeta Bhatia" userId="S::harsheeta.bhatia@fractal.ai::9df20dfa-2faa-4137-840d-6b77a546b7c3" providerId="AD" clId="Web-{7AC19BD9-F724-E8E8-9DEA-049DE85F463C}" dt="2026-09-17T11:20:53.821" v="983" actId="20577"/>
          <ac:spMkLst>
            <pc:docMk/>
            <pc:sldMk cId="1870335399" sldId="2147483532"/>
            <ac:spMk id="14" creationId="{00000000-0000-0000-0000-000000000000}"/>
          </ac:spMkLst>
        </pc:spChg>
        <pc:spChg chg="del">
          <ac:chgData name="Harsheeta Bhatia" userId="S::harsheeta.bhatia@fractal.ai::9df20dfa-2faa-4137-840d-6b77a546b7c3" providerId="AD" clId="Web-{7AC19BD9-F724-E8E8-9DEA-049DE85F463C}" dt="2026-09-17T11:21:22.509" v="1021"/>
          <ac:spMkLst>
            <pc:docMk/>
            <pc:sldMk cId="1870335399" sldId="2147483532"/>
            <ac:spMk id="15" creationId="{00000000-0000-0000-0000-000000000000}"/>
          </ac:spMkLst>
        </pc:spChg>
        <pc:spChg chg="mod">
          <ac:chgData name="Harsheeta Bhatia" userId="S::harsheeta.bhatia@fractal.ai::9df20dfa-2faa-4137-840d-6b77a546b7c3" providerId="AD" clId="Web-{7AC19BD9-F724-E8E8-9DEA-049DE85F463C}" dt="2026-09-17T11:21:05.118" v="997" actId="20577"/>
          <ac:spMkLst>
            <pc:docMk/>
            <pc:sldMk cId="1870335399" sldId="2147483532"/>
            <ac:spMk id="19" creationId="{00000000-0000-0000-0000-000000000000}"/>
          </ac:spMkLst>
        </pc:spChg>
        <pc:spChg chg="del mod">
          <ac:chgData name="Harsheeta Bhatia" userId="S::harsheeta.bhatia@fractal.ai::9df20dfa-2faa-4137-840d-6b77a546b7c3" providerId="AD" clId="Web-{7AC19BD9-F724-E8E8-9DEA-049DE85F463C}" dt="2026-09-17T11:21:27.291" v="1023"/>
          <ac:spMkLst>
            <pc:docMk/>
            <pc:sldMk cId="1870335399" sldId="2147483532"/>
            <ac:spMk id="20" creationId="{00000000-0000-0000-0000-000000000000}"/>
          </ac:spMkLst>
        </pc:spChg>
        <pc:spChg chg="mod">
          <ac:chgData name="Harsheeta Bhatia" userId="S::harsheeta.bhatia@fractal.ai::9df20dfa-2faa-4137-840d-6b77a546b7c3" providerId="AD" clId="Web-{7AC19BD9-F724-E8E8-9DEA-049DE85F463C}" dt="2026-09-17T11:21:13.119" v="1015" actId="20577"/>
          <ac:spMkLst>
            <pc:docMk/>
            <pc:sldMk cId="1870335399" sldId="2147483532"/>
            <ac:spMk id="24" creationId="{00000000-0000-0000-0000-000000000000}"/>
          </ac:spMkLst>
        </pc:spChg>
        <pc:spChg chg="del">
          <ac:chgData name="Harsheeta Bhatia" userId="S::harsheeta.bhatia@fractal.ai::9df20dfa-2faa-4137-840d-6b77a546b7c3" providerId="AD" clId="Web-{7AC19BD9-F724-E8E8-9DEA-049DE85F463C}" dt="2026-09-17T11:21:29.338" v="1024"/>
          <ac:spMkLst>
            <pc:docMk/>
            <pc:sldMk cId="1870335399" sldId="2147483532"/>
            <ac:spMk id="25" creationId="{00000000-0000-0000-0000-000000000000}"/>
          </ac:spMkLst>
        </pc:spChg>
        <pc:spChg chg="del">
          <ac:chgData name="Harsheeta Bhatia" userId="S::harsheeta.bhatia@fractal.ai::9df20dfa-2faa-4137-840d-6b77a546b7c3" providerId="AD" clId="Web-{7AC19BD9-F724-E8E8-9DEA-049DE85F463C}" dt="2026-09-17T11:21:16.869" v="1018"/>
          <ac:spMkLst>
            <pc:docMk/>
            <pc:sldMk cId="1870335399" sldId="2147483532"/>
            <ac:spMk id="27" creationId="{00000000-0000-0000-0000-000000000000}"/>
          </ac:spMkLst>
        </pc:spChg>
        <pc:spChg chg="del">
          <ac:chgData name="Harsheeta Bhatia" userId="S::harsheeta.bhatia@fractal.ai::9df20dfa-2faa-4137-840d-6b77a546b7c3" providerId="AD" clId="Web-{7AC19BD9-F724-E8E8-9DEA-049DE85F463C}" dt="2026-09-17T11:21:16.869" v="1017"/>
          <ac:spMkLst>
            <pc:docMk/>
            <pc:sldMk cId="1870335399" sldId="2147483532"/>
            <ac:spMk id="29" creationId="{00000000-0000-0000-0000-000000000000}"/>
          </ac:spMkLst>
        </pc:spChg>
        <pc:spChg chg="del">
          <ac:chgData name="Harsheeta Bhatia" userId="S::harsheeta.bhatia@fractal.ai::9df20dfa-2faa-4137-840d-6b77a546b7c3" providerId="AD" clId="Web-{7AC19BD9-F724-E8E8-9DEA-049DE85F463C}" dt="2026-09-17T11:21:16.869" v="1016"/>
          <ac:spMkLst>
            <pc:docMk/>
            <pc:sldMk cId="1870335399" sldId="2147483532"/>
            <ac:spMk id="30" creationId="{00000000-0000-0000-0000-000000000000}"/>
          </ac:spMkLst>
        </pc:spChg>
        <pc:spChg chg="mod">
          <ac:chgData name="Harsheeta Bhatia" userId="S::harsheeta.bhatia@fractal.ai::9df20dfa-2faa-4137-840d-6b77a546b7c3" providerId="AD" clId="Web-{7AC19BD9-F724-E8E8-9DEA-049DE85F463C}" dt="2026-09-17T11:20:36.680" v="954" actId="20577"/>
          <ac:spMkLst>
            <pc:docMk/>
            <pc:sldMk cId="1870335399" sldId="2147483532"/>
            <ac:spMk id="34" creationId="{D3FFAF82-2BB3-7DF8-7E13-DDB986705AB9}"/>
          </ac:spMkLst>
        </pc:spChg>
        <pc:spChg chg="mod">
          <ac:chgData name="Harsheeta Bhatia" userId="S::harsheeta.bhatia@fractal.ai::9df20dfa-2faa-4137-840d-6b77a546b7c3" providerId="AD" clId="Web-{7AC19BD9-F724-E8E8-9DEA-049DE85F463C}" dt="2026-09-17T11:20:15.335" v="927" actId="20577"/>
          <ac:spMkLst>
            <pc:docMk/>
            <pc:sldMk cId="1870335399" sldId="2147483532"/>
            <ac:spMk id="35" creationId="{05E3FA9E-26A9-CA11-1418-0CBA8B76A711}"/>
          </ac:spMkLst>
        </pc:spChg>
        <pc:spChg chg="del">
          <ac:chgData name="Harsheeta Bhatia" userId="S::harsheeta.bhatia@fractal.ai::9df20dfa-2faa-4137-840d-6b77a546b7c3" providerId="AD" clId="Web-{7AC19BD9-F724-E8E8-9DEA-049DE85F463C}" dt="2026-09-17T11:21:16.869" v="1019"/>
          <ac:spMkLst>
            <pc:docMk/>
            <pc:sldMk cId="1870335399" sldId="2147483532"/>
            <ac:spMk id="40" creationId="{AECFBD92-0748-D47F-F30C-E9961F8B3BFF}"/>
          </ac:spMkLst>
        </pc:spChg>
        <pc:spChg chg="mod">
          <ac:chgData name="Harsheeta Bhatia" userId="S::harsheeta.bhatia@fractal.ai::9df20dfa-2faa-4137-840d-6b77a546b7c3" providerId="AD" clId="Web-{7AC19BD9-F724-E8E8-9DEA-049DE85F463C}" dt="2026-09-17T11:21:48.854" v="1031" actId="1076"/>
          <ac:spMkLst>
            <pc:docMk/>
            <pc:sldMk cId="1870335399" sldId="2147483532"/>
            <ac:spMk id="41" creationId="{0A224C4E-C8AB-9199-9946-2C80514B0DD3}"/>
          </ac:spMkLst>
        </pc:spChg>
      </pc:sldChg>
      <pc:sldChg chg="mod ord modShow">
        <pc:chgData name="Harsheeta Bhatia" userId="S::harsheeta.bhatia@fractal.ai::9df20dfa-2faa-4137-840d-6b77a546b7c3" providerId="AD" clId="Web-{7AC19BD9-F724-E8E8-9DEA-049DE85F463C}" dt="2026-09-17T11:22:43.950" v="1050"/>
        <pc:sldMkLst>
          <pc:docMk/>
          <pc:sldMk cId="1793961645" sldId="2147483533"/>
        </pc:sldMkLst>
      </pc:sldChg>
      <pc:sldChg chg="mod ord modShow">
        <pc:chgData name="Harsheeta Bhatia" userId="S::harsheeta.bhatia@fractal.ai::9df20dfa-2faa-4137-840d-6b77a546b7c3" providerId="AD" clId="Web-{7AC19BD9-F724-E8E8-9DEA-049DE85F463C}" dt="2026-09-17T11:22:43.950" v="1049"/>
        <pc:sldMkLst>
          <pc:docMk/>
          <pc:sldMk cId="706533982" sldId="2147483534"/>
        </pc:sldMkLst>
      </pc:sldChg>
      <pc:sldChg chg="mod ord modShow">
        <pc:chgData name="Harsheeta Bhatia" userId="S::harsheeta.bhatia@fractal.ai::9df20dfa-2faa-4137-840d-6b77a546b7c3" providerId="AD" clId="Web-{7AC19BD9-F724-E8E8-9DEA-049DE85F463C}" dt="2026-09-17T11:22:43.950" v="1048"/>
        <pc:sldMkLst>
          <pc:docMk/>
          <pc:sldMk cId="1679848520" sldId="2147483535"/>
        </pc:sldMkLst>
      </pc:sldChg>
      <pc:sldChg chg="mod ord modShow">
        <pc:chgData name="Harsheeta Bhatia" userId="S::harsheeta.bhatia@fractal.ai::9df20dfa-2faa-4137-840d-6b77a546b7c3" providerId="AD" clId="Web-{7AC19BD9-F724-E8E8-9DEA-049DE85F463C}" dt="2026-09-17T11:22:43.950" v="1047"/>
        <pc:sldMkLst>
          <pc:docMk/>
          <pc:sldMk cId="471586980" sldId="2147483536"/>
        </pc:sldMkLst>
      </pc:sldChg>
      <pc:sldChg chg="mod ord modShow">
        <pc:chgData name="Harsheeta Bhatia" userId="S::harsheeta.bhatia@fractal.ai::9df20dfa-2faa-4137-840d-6b77a546b7c3" providerId="AD" clId="Web-{7AC19BD9-F724-E8E8-9DEA-049DE85F463C}" dt="2026-09-17T11:22:43.950" v="1046"/>
        <pc:sldMkLst>
          <pc:docMk/>
          <pc:sldMk cId="1405224791" sldId="2147483537"/>
        </pc:sldMkLst>
      </pc:sldChg>
      <pc:sldChg chg="mod ord modShow">
        <pc:chgData name="Harsheeta Bhatia" userId="S::harsheeta.bhatia@fractal.ai::9df20dfa-2faa-4137-840d-6b77a546b7c3" providerId="AD" clId="Web-{7AC19BD9-F724-E8E8-9DEA-049DE85F463C}" dt="2026-09-17T11:22:43.950" v="1045"/>
        <pc:sldMkLst>
          <pc:docMk/>
          <pc:sldMk cId="1139653655" sldId="2147483538"/>
        </pc:sldMkLst>
      </pc:sldChg>
      <pc:sldChg chg="mod ord modShow">
        <pc:chgData name="Harsheeta Bhatia" userId="S::harsheeta.bhatia@fractal.ai::9df20dfa-2faa-4137-840d-6b77a546b7c3" providerId="AD" clId="Web-{7AC19BD9-F724-E8E8-9DEA-049DE85F463C}" dt="2026-09-17T11:22:43.950" v="1044"/>
        <pc:sldMkLst>
          <pc:docMk/>
          <pc:sldMk cId="995910998" sldId="2147483539"/>
        </pc:sldMkLst>
      </pc:sldChg>
      <pc:sldChg chg="mod modShow">
        <pc:chgData name="Harsheeta Bhatia" userId="S::harsheeta.bhatia@fractal.ai::9df20dfa-2faa-4137-840d-6b77a546b7c3" providerId="AD" clId="Web-{7AC19BD9-F724-E8E8-9DEA-049DE85F463C}" dt="2026-09-17T11:14:05.183" v="798"/>
        <pc:sldMkLst>
          <pc:docMk/>
          <pc:sldMk cId="840916372" sldId="2147483540"/>
        </pc:sldMkLst>
      </pc:sldChg>
      <pc:sldChg chg="mod ord modShow">
        <pc:chgData name="Harsheeta Bhatia" userId="S::harsheeta.bhatia@fractal.ai::9df20dfa-2faa-4137-840d-6b77a546b7c3" providerId="AD" clId="Web-{7AC19BD9-F724-E8E8-9DEA-049DE85F463C}" dt="2026-09-17T11:13:04.009" v="793"/>
        <pc:sldMkLst>
          <pc:docMk/>
          <pc:sldMk cId="3116598306" sldId="2147483541"/>
        </pc:sldMkLst>
      </pc:sldChg>
      <pc:sldChg chg="mod modShow">
        <pc:chgData name="Harsheeta Bhatia" userId="S::harsheeta.bhatia@fractal.ai::9df20dfa-2faa-4137-840d-6b77a546b7c3" providerId="AD" clId="Web-{7AC19BD9-F724-E8E8-9DEA-049DE85F463C}" dt="2026-09-17T11:14:11.105" v="799"/>
        <pc:sldMkLst>
          <pc:docMk/>
          <pc:sldMk cId="1720272645" sldId="2147483542"/>
        </pc:sldMkLst>
      </pc:sldChg>
      <pc:sldChg chg="mod modShow">
        <pc:chgData name="Harsheeta Bhatia" userId="S::harsheeta.bhatia@fractal.ai::9df20dfa-2faa-4137-840d-6b77a546b7c3" providerId="AD" clId="Web-{7AC19BD9-F724-E8E8-9DEA-049DE85F463C}" dt="2026-09-17T11:13:59.589" v="797"/>
        <pc:sldMkLst>
          <pc:docMk/>
          <pc:sldMk cId="3661146521" sldId="2147483543"/>
        </pc:sldMkLst>
      </pc:sldChg>
      <pc:sldChg chg="mod modShow">
        <pc:chgData name="Harsheeta Bhatia" userId="S::harsheeta.bhatia@fractal.ai::9df20dfa-2faa-4137-840d-6b77a546b7c3" providerId="AD" clId="Web-{7AC19BD9-F724-E8E8-9DEA-049DE85F463C}" dt="2026-09-17T11:13:47.948" v="795"/>
        <pc:sldMkLst>
          <pc:docMk/>
          <pc:sldMk cId="3135978525" sldId="2147483549"/>
        </pc:sldMkLst>
      </pc:sldChg>
      <pc:sldChg chg="ord">
        <pc:chgData name="Harsheeta Bhatia" userId="S::harsheeta.bhatia@fractal.ai::9df20dfa-2faa-4137-840d-6b77a546b7c3" providerId="AD" clId="Web-{7AC19BD9-F724-E8E8-9DEA-049DE85F463C}" dt="2026-09-17T11:22:56.325" v="1055"/>
        <pc:sldMkLst>
          <pc:docMk/>
          <pc:sldMk cId="508088217" sldId="2147483550"/>
        </pc:sldMkLst>
      </pc:sldChg>
      <pc:sldChg chg="mod modShow">
        <pc:chgData name="Harsheeta Bhatia" userId="S::harsheeta.bhatia@fractal.ai::9df20dfa-2faa-4137-840d-6b77a546b7c3" providerId="AD" clId="Web-{7AC19BD9-F724-E8E8-9DEA-049DE85F463C}" dt="2026-09-17T11:13:07.571" v="794"/>
        <pc:sldMkLst>
          <pc:docMk/>
          <pc:sldMk cId="4080300133" sldId="2147483551"/>
        </pc:sldMkLst>
      </pc:sldChg>
      <pc:sldChg chg="modSp">
        <pc:chgData name="Harsheeta Bhatia" userId="S::harsheeta.bhatia@fractal.ai::9df20dfa-2faa-4137-840d-6b77a546b7c3" providerId="AD" clId="Web-{7AC19BD9-F724-E8E8-9DEA-049DE85F463C}" dt="2026-09-17T10:14:17.784" v="164" actId="1076"/>
        <pc:sldMkLst>
          <pc:docMk/>
          <pc:sldMk cId="1023246488" sldId="2147483552"/>
        </pc:sldMkLst>
        <pc:spChg chg="mod">
          <ac:chgData name="Harsheeta Bhatia" userId="S::harsheeta.bhatia@fractal.ai::9df20dfa-2faa-4137-840d-6b77a546b7c3" providerId="AD" clId="Web-{7AC19BD9-F724-E8E8-9DEA-049DE85F463C}" dt="2026-09-17T09:56:27.858" v="41" actId="1076"/>
          <ac:spMkLst>
            <pc:docMk/>
            <pc:sldMk cId="1023246488" sldId="2147483552"/>
            <ac:spMk id="3" creationId="{3BA60164-008C-3901-5571-A2F3247437AE}"/>
          </ac:spMkLst>
        </pc:spChg>
        <pc:spChg chg="mod">
          <ac:chgData name="Harsheeta Bhatia" userId="S::harsheeta.bhatia@fractal.ai::9df20dfa-2faa-4137-840d-6b77a546b7c3" providerId="AD" clId="Web-{7AC19BD9-F724-E8E8-9DEA-049DE85F463C}" dt="2026-09-17T10:14:17.784" v="164" actId="1076"/>
          <ac:spMkLst>
            <pc:docMk/>
            <pc:sldMk cId="1023246488" sldId="2147483552"/>
            <ac:spMk id="8" creationId="{C7C027F8-54AB-F48E-A81B-9F04882743BD}"/>
          </ac:spMkLst>
        </pc:spChg>
        <pc:spChg chg="mod">
          <ac:chgData name="Harsheeta Bhatia" userId="S::harsheeta.bhatia@fractal.ai::9df20dfa-2faa-4137-840d-6b77a546b7c3" providerId="AD" clId="Web-{7AC19BD9-F724-E8E8-9DEA-049DE85F463C}" dt="2026-09-17T10:13:58.361" v="161" actId="20577"/>
          <ac:spMkLst>
            <pc:docMk/>
            <pc:sldMk cId="1023246488" sldId="2147483552"/>
            <ac:spMk id="11" creationId="{4C7347FC-5F96-D56B-1511-B565F8A3947F}"/>
          </ac:spMkLst>
        </pc:spChg>
        <pc:spChg chg="mod">
          <ac:chgData name="Harsheeta Bhatia" userId="S::harsheeta.bhatia@fractal.ai::9df20dfa-2faa-4137-840d-6b77a546b7c3" providerId="AD" clId="Web-{7AC19BD9-F724-E8E8-9DEA-049DE85F463C}" dt="2026-09-17T10:11:56.451" v="150" actId="20577"/>
          <ac:spMkLst>
            <pc:docMk/>
            <pc:sldMk cId="1023246488" sldId="2147483552"/>
            <ac:spMk id="13" creationId="{AC5EA90A-2823-CAD1-E9DE-6A9BCAE691C4}"/>
          </ac:spMkLst>
        </pc:spChg>
        <pc:spChg chg="mod">
          <ac:chgData name="Harsheeta Bhatia" userId="S::harsheeta.bhatia@fractal.ai::9df20dfa-2faa-4137-840d-6b77a546b7c3" providerId="AD" clId="Web-{7AC19BD9-F724-E8E8-9DEA-049DE85F463C}" dt="2026-09-17T09:56:34.717" v="42" actId="1076"/>
          <ac:spMkLst>
            <pc:docMk/>
            <pc:sldMk cId="1023246488" sldId="2147483552"/>
            <ac:spMk id="28" creationId="{1DC57C67-8ACB-AE15-8A57-BD48DDCEA899}"/>
          </ac:spMkLst>
        </pc:spChg>
        <pc:cxnChg chg="mod">
          <ac:chgData name="Harsheeta Bhatia" userId="S::harsheeta.bhatia@fractal.ai::9df20dfa-2faa-4137-840d-6b77a546b7c3" providerId="AD" clId="Web-{7AC19BD9-F724-E8E8-9DEA-049DE85F463C}" dt="2026-09-17T10:14:14.096" v="163" actId="1076"/>
          <ac:cxnSpMkLst>
            <pc:docMk/>
            <pc:sldMk cId="1023246488" sldId="2147483552"/>
            <ac:cxnSpMk id="24" creationId="{C256630A-C3B1-7341-961D-D92C974065C3}"/>
          </ac:cxnSpMkLst>
        </pc:cxnChg>
      </pc:sldChg>
      <pc:sldChg chg="add mod ord modShow">
        <pc:chgData name="Harsheeta Bhatia" userId="S::harsheeta.bhatia@fractal.ai::9df20dfa-2faa-4137-840d-6b77a546b7c3" providerId="AD" clId="Web-{7AC19BD9-F724-E8E8-9DEA-049DE85F463C}" dt="2026-09-17T11:11:26.818" v="789"/>
        <pc:sldMkLst>
          <pc:docMk/>
          <pc:sldMk cId="3810203079" sldId="2147483553"/>
        </pc:sldMkLst>
      </pc:sldChg>
      <pc:sldChg chg="add ord">
        <pc:chgData name="Harsheeta Bhatia" userId="S::harsheeta.bhatia@fractal.ai::9df20dfa-2faa-4137-840d-6b77a546b7c3" providerId="AD" clId="Web-{7AC19BD9-F724-E8E8-9DEA-049DE85F463C}" dt="2026-09-17T11:11:37.115" v="791"/>
        <pc:sldMkLst>
          <pc:docMk/>
          <pc:sldMk cId="3302339136" sldId="2147483554"/>
        </pc:sldMkLst>
      </pc:sldChg>
      <pc:sldChg chg="add ord">
        <pc:chgData name="Harsheeta Bhatia" userId="S::harsheeta.bhatia@fractal.ai::9df20dfa-2faa-4137-840d-6b77a546b7c3" providerId="AD" clId="Web-{7AC19BD9-F724-E8E8-9DEA-049DE85F463C}" dt="2026-09-17T11:22:56.325" v="1054"/>
        <pc:sldMkLst>
          <pc:docMk/>
          <pc:sldMk cId="3091679074" sldId="2147483555"/>
        </pc:sldMkLst>
      </pc:sldChg>
      <pc:sldChg chg="add del replId">
        <pc:chgData name="Harsheeta Bhatia" userId="S::harsheeta.bhatia@fractal.ai::9df20dfa-2faa-4137-840d-6b77a546b7c3" providerId="AD" clId="Web-{7AC19BD9-F724-E8E8-9DEA-049DE85F463C}" dt="2026-09-17T10:23:58.193" v="224"/>
        <pc:sldMkLst>
          <pc:docMk/>
          <pc:sldMk cId="1781745400" sldId="2147483556"/>
        </pc:sldMkLst>
      </pc:sldChg>
      <pc:sldChg chg="modSp add ord replId">
        <pc:chgData name="Harsheeta Bhatia" userId="S::harsheeta.bhatia@fractal.ai::9df20dfa-2faa-4137-840d-6b77a546b7c3" providerId="AD" clId="Web-{7AC19BD9-F724-E8E8-9DEA-049DE85F463C}" dt="2026-09-17T10:26:01.541" v="305"/>
        <pc:sldMkLst>
          <pc:docMk/>
          <pc:sldMk cId="2325229289" sldId="2147483556"/>
        </pc:sldMkLst>
        <pc:spChg chg="mod">
          <ac:chgData name="Harsheeta Bhatia" userId="S::harsheeta.bhatia@fractal.ai::9df20dfa-2faa-4137-840d-6b77a546b7c3" providerId="AD" clId="Web-{7AC19BD9-F724-E8E8-9DEA-049DE85F463C}" dt="2026-09-17T10:25:28.071" v="301" actId="20577"/>
          <ac:spMkLst>
            <pc:docMk/>
            <pc:sldMk cId="2325229289" sldId="2147483556"/>
            <ac:spMk id="14" creationId="{5C42B811-1E25-CF8D-6EAE-09F722276040}"/>
          </ac:spMkLst>
        </pc:spChg>
        <pc:spChg chg="mod">
          <ac:chgData name="Harsheeta Bhatia" userId="S::harsheeta.bhatia@fractal.ai::9df20dfa-2faa-4137-840d-6b77a546b7c3" providerId="AD" clId="Web-{7AC19BD9-F724-E8E8-9DEA-049DE85F463C}" dt="2026-09-17T10:26:01.369" v="304" actId="20577"/>
          <ac:spMkLst>
            <pc:docMk/>
            <pc:sldMk cId="2325229289" sldId="2147483556"/>
            <ac:spMk id="24" creationId="{8CD5EF78-2911-A7B5-8490-43C4E9DD07FA}"/>
          </ac:spMkLst>
        </pc:spChg>
      </pc:sldChg>
      <pc:sldChg chg="addSp delSp modSp add ord replId">
        <pc:chgData name="Harsheeta Bhatia" userId="S::harsheeta.bhatia@fractal.ai::9df20dfa-2faa-4137-840d-6b77a546b7c3" providerId="AD" clId="Web-{7AC19BD9-F724-E8E8-9DEA-049DE85F463C}" dt="2026-09-17T10:40:41.586" v="496"/>
        <pc:sldMkLst>
          <pc:docMk/>
          <pc:sldMk cId="2725560981" sldId="2147483557"/>
        </pc:sldMkLst>
        <pc:spChg chg="add mod">
          <ac:chgData name="Harsheeta Bhatia" userId="S::harsheeta.bhatia@fractal.ai::9df20dfa-2faa-4137-840d-6b77a546b7c3" providerId="AD" clId="Web-{7AC19BD9-F724-E8E8-9DEA-049DE85F463C}" dt="2026-09-17T10:35:09.091" v="440" actId="14100"/>
          <ac:spMkLst>
            <pc:docMk/>
            <pc:sldMk cId="2725560981" sldId="2147483557"/>
            <ac:spMk id="2" creationId="{3C277D06-2BC9-360A-06DB-7363936ED787}"/>
          </ac:spMkLst>
        </pc:spChg>
        <pc:spChg chg="add del">
          <ac:chgData name="Harsheeta Bhatia" userId="S::harsheeta.bhatia@fractal.ai::9df20dfa-2faa-4137-840d-6b77a546b7c3" providerId="AD" clId="Web-{7AC19BD9-F724-E8E8-9DEA-049DE85F463C}" dt="2026-09-17T10:35:16.216" v="442"/>
          <ac:spMkLst>
            <pc:docMk/>
            <pc:sldMk cId="2725560981" sldId="2147483557"/>
            <ac:spMk id="3" creationId="{DCC19F06-5CD9-F0C9-B905-8D9D608409A2}"/>
          </ac:spMkLst>
        </pc:spChg>
        <pc:spChg chg="add mod">
          <ac:chgData name="Harsheeta Bhatia" userId="S::harsheeta.bhatia@fractal.ai::9df20dfa-2faa-4137-840d-6b77a546b7c3" providerId="AD" clId="Web-{7AC19BD9-F724-E8E8-9DEA-049DE85F463C}" dt="2026-09-17T10:40:36.476" v="495" actId="20577"/>
          <ac:spMkLst>
            <pc:docMk/>
            <pc:sldMk cId="2725560981" sldId="2147483557"/>
            <ac:spMk id="4" creationId="{68093588-FFA7-69A8-E744-68E8D6A31DDB}"/>
          </ac:spMkLst>
        </pc:spChg>
        <pc:spChg chg="add mod">
          <ac:chgData name="Harsheeta Bhatia" userId="S::harsheeta.bhatia@fractal.ai::9df20dfa-2faa-4137-840d-6b77a546b7c3" providerId="AD" clId="Web-{7AC19BD9-F724-E8E8-9DEA-049DE85F463C}" dt="2026-09-17T10:35:35.982" v="448" actId="20577"/>
          <ac:spMkLst>
            <pc:docMk/>
            <pc:sldMk cId="2725560981" sldId="2147483557"/>
            <ac:spMk id="5" creationId="{6B08E9A6-BD13-792C-EF88-80F28233D6DE}"/>
          </ac:spMkLst>
        </pc:spChg>
        <pc:spChg chg="mod">
          <ac:chgData name="Harsheeta Bhatia" userId="S::harsheeta.bhatia@fractal.ai::9df20dfa-2faa-4137-840d-6b77a546b7c3" providerId="AD" clId="Web-{7AC19BD9-F724-E8E8-9DEA-049DE85F463C}" dt="2026-09-17T10:31:18.224" v="318" actId="1076"/>
          <ac:spMkLst>
            <pc:docMk/>
            <pc:sldMk cId="2725560981" sldId="2147483557"/>
            <ac:spMk id="7" creationId="{3ACD7043-4C28-D76F-7E60-820B58FF6E58}"/>
          </ac:spMkLst>
        </pc:spChg>
        <pc:spChg chg="mod">
          <ac:chgData name="Harsheeta Bhatia" userId="S::harsheeta.bhatia@fractal.ai::9df20dfa-2faa-4137-840d-6b77a546b7c3" providerId="AD" clId="Web-{7AC19BD9-F724-E8E8-9DEA-049DE85F463C}" dt="2026-09-17T10:31:18.239" v="319" actId="1076"/>
          <ac:spMkLst>
            <pc:docMk/>
            <pc:sldMk cId="2725560981" sldId="2147483557"/>
            <ac:spMk id="8" creationId="{D614A9F0-4F47-F524-C8D6-79F90379D25B}"/>
          </ac:spMkLst>
        </pc:spChg>
        <pc:spChg chg="mod">
          <ac:chgData name="Harsheeta Bhatia" userId="S::harsheeta.bhatia@fractal.ai::9df20dfa-2faa-4137-840d-6b77a546b7c3" providerId="AD" clId="Web-{7AC19BD9-F724-E8E8-9DEA-049DE85F463C}" dt="2026-09-17T10:31:18.255" v="320" actId="1076"/>
          <ac:spMkLst>
            <pc:docMk/>
            <pc:sldMk cId="2725560981" sldId="2147483557"/>
            <ac:spMk id="9" creationId="{FA86D338-980F-A597-71F1-194E39112C72}"/>
          </ac:spMkLst>
        </pc:spChg>
        <pc:spChg chg="mod">
          <ac:chgData name="Harsheeta Bhatia" userId="S::harsheeta.bhatia@fractal.ai::9df20dfa-2faa-4137-840d-6b77a546b7c3" providerId="AD" clId="Web-{7AC19BD9-F724-E8E8-9DEA-049DE85F463C}" dt="2026-09-17T10:31:18.255" v="321" actId="1076"/>
          <ac:spMkLst>
            <pc:docMk/>
            <pc:sldMk cId="2725560981" sldId="2147483557"/>
            <ac:spMk id="10" creationId="{E26F0AD5-066A-504B-4D0E-21BE04C97A6E}"/>
          </ac:spMkLst>
        </pc:spChg>
        <pc:spChg chg="mod">
          <ac:chgData name="Harsheeta Bhatia" userId="S::harsheeta.bhatia@fractal.ai::9df20dfa-2faa-4137-840d-6b77a546b7c3" providerId="AD" clId="Web-{7AC19BD9-F724-E8E8-9DEA-049DE85F463C}" dt="2026-09-17T10:31:18.270" v="322" actId="1076"/>
          <ac:spMkLst>
            <pc:docMk/>
            <pc:sldMk cId="2725560981" sldId="2147483557"/>
            <ac:spMk id="11" creationId="{20D84B8F-2F78-1886-B87C-994A8B55D848}"/>
          </ac:spMkLst>
        </pc:spChg>
        <pc:spChg chg="mod">
          <ac:chgData name="Harsheeta Bhatia" userId="S::harsheeta.bhatia@fractal.ai::9df20dfa-2faa-4137-840d-6b77a546b7c3" providerId="AD" clId="Web-{7AC19BD9-F724-E8E8-9DEA-049DE85F463C}" dt="2026-09-17T10:31:18.286" v="323" actId="1076"/>
          <ac:spMkLst>
            <pc:docMk/>
            <pc:sldMk cId="2725560981" sldId="2147483557"/>
            <ac:spMk id="12" creationId="{D3B63D06-B535-CFC6-D46D-ECB49983F00D}"/>
          </ac:spMkLst>
        </pc:spChg>
        <pc:spChg chg="mod">
          <ac:chgData name="Harsheeta Bhatia" userId="S::harsheeta.bhatia@fractal.ai::9df20dfa-2faa-4137-840d-6b77a546b7c3" providerId="AD" clId="Web-{7AC19BD9-F724-E8E8-9DEA-049DE85F463C}" dt="2026-09-17T10:31:18.302" v="324" actId="1076"/>
          <ac:spMkLst>
            <pc:docMk/>
            <pc:sldMk cId="2725560981" sldId="2147483557"/>
            <ac:spMk id="13" creationId="{3F1B11B4-9A4E-1795-D831-0669AFEBA71B}"/>
          </ac:spMkLst>
        </pc:spChg>
        <pc:spChg chg="mod">
          <ac:chgData name="Harsheeta Bhatia" userId="S::harsheeta.bhatia@fractal.ai::9df20dfa-2faa-4137-840d-6b77a546b7c3" providerId="AD" clId="Web-{7AC19BD9-F724-E8E8-9DEA-049DE85F463C}" dt="2026-09-17T10:34:57.715" v="436" actId="1076"/>
          <ac:spMkLst>
            <pc:docMk/>
            <pc:sldMk cId="2725560981" sldId="2147483557"/>
            <ac:spMk id="15" creationId="{41B20F10-159E-7061-D985-DD0CAF543FFA}"/>
          </ac:spMkLst>
        </pc:spChg>
        <pc:spChg chg="mod">
          <ac:chgData name="Harsheeta Bhatia" userId="S::harsheeta.bhatia@fractal.ai::9df20dfa-2faa-4137-840d-6b77a546b7c3" providerId="AD" clId="Web-{7AC19BD9-F724-E8E8-9DEA-049DE85F463C}" dt="2026-09-17T10:35:21.107" v="443" actId="1076"/>
          <ac:spMkLst>
            <pc:docMk/>
            <pc:sldMk cId="2725560981" sldId="2147483557"/>
            <ac:spMk id="16" creationId="{EC13FCBB-25F7-B05D-024D-8968DC8416F1}"/>
          </ac:spMkLst>
        </pc:spChg>
        <pc:spChg chg="mod">
          <ac:chgData name="Harsheeta Bhatia" userId="S::harsheeta.bhatia@fractal.ai::9df20dfa-2faa-4137-840d-6b77a546b7c3" providerId="AD" clId="Web-{7AC19BD9-F724-E8E8-9DEA-049DE85F463C}" dt="2026-09-17T10:31:18.349" v="327" actId="1076"/>
          <ac:spMkLst>
            <pc:docMk/>
            <pc:sldMk cId="2725560981" sldId="2147483557"/>
            <ac:spMk id="19" creationId="{596A959A-3303-BF86-4E11-E1599E586C86}"/>
          </ac:spMkLst>
        </pc:spChg>
        <pc:spChg chg="mod">
          <ac:chgData name="Harsheeta Bhatia" userId="S::harsheeta.bhatia@fractal.ai::9df20dfa-2faa-4137-840d-6b77a546b7c3" providerId="AD" clId="Web-{7AC19BD9-F724-E8E8-9DEA-049DE85F463C}" dt="2026-09-17T10:34:50.762" v="434" actId="14100"/>
          <ac:spMkLst>
            <pc:docMk/>
            <pc:sldMk cId="2725560981" sldId="2147483557"/>
            <ac:spMk id="20" creationId="{9E7A62E0-676A-8A8D-5D53-602768371A00}"/>
          </ac:spMkLst>
        </pc:spChg>
        <pc:spChg chg="mod">
          <ac:chgData name="Harsheeta Bhatia" userId="S::harsheeta.bhatia@fractal.ai::9df20dfa-2faa-4137-840d-6b77a546b7c3" providerId="AD" clId="Web-{7AC19BD9-F724-E8E8-9DEA-049DE85F463C}" dt="2026-09-17T10:34:57.700" v="435" actId="1076"/>
          <ac:spMkLst>
            <pc:docMk/>
            <pc:sldMk cId="2725560981" sldId="2147483557"/>
            <ac:spMk id="21" creationId="{35040C8F-61A6-AC46-93BB-C2BF2201B296}"/>
          </ac:spMkLst>
        </pc:spChg>
        <pc:spChg chg="mod">
          <ac:chgData name="Harsheeta Bhatia" userId="S::harsheeta.bhatia@fractal.ai::9df20dfa-2faa-4137-840d-6b77a546b7c3" providerId="AD" clId="Web-{7AC19BD9-F724-E8E8-9DEA-049DE85F463C}" dt="2026-09-17T10:33:13.555" v="404" actId="20577"/>
          <ac:spMkLst>
            <pc:docMk/>
            <pc:sldMk cId="2725560981" sldId="2147483557"/>
            <ac:spMk id="22" creationId="{A53AAC26-095F-E9DF-B450-ED222705C676}"/>
          </ac:spMkLst>
        </pc:spChg>
        <pc:spChg chg="mod">
          <ac:chgData name="Harsheeta Bhatia" userId="S::harsheeta.bhatia@fractal.ai::9df20dfa-2faa-4137-840d-6b77a546b7c3" providerId="AD" clId="Web-{7AC19BD9-F724-E8E8-9DEA-049DE85F463C}" dt="2026-09-17T10:31:30.302" v="328" actId="1076"/>
          <ac:spMkLst>
            <pc:docMk/>
            <pc:sldMk cId="2725560981" sldId="2147483557"/>
            <ac:spMk id="24" creationId="{42197DAF-F84C-B350-28C7-6918FDA40668}"/>
          </ac:spMkLst>
        </pc:spChg>
      </pc:sldChg>
      <pc:sldChg chg="addSp modSp add ord replId">
        <pc:chgData name="Harsheeta Bhatia" userId="S::harsheeta.bhatia@fractal.ai::9df20dfa-2faa-4137-840d-6b77a546b7c3" providerId="AD" clId="Web-{7AC19BD9-F724-E8E8-9DEA-049DE85F463C}" dt="2026-09-17T11:11:31.302" v="790"/>
        <pc:sldMkLst>
          <pc:docMk/>
          <pc:sldMk cId="1842247616" sldId="2147483558"/>
        </pc:sldMkLst>
        <pc:spChg chg="add mod">
          <ac:chgData name="Harsheeta Bhatia" userId="S::harsheeta.bhatia@fractal.ai::9df20dfa-2faa-4137-840d-6b77a546b7c3" providerId="AD" clId="Web-{7AC19BD9-F724-E8E8-9DEA-049DE85F463C}" dt="2026-09-17T11:04:30.195" v="713" actId="1076"/>
          <ac:spMkLst>
            <pc:docMk/>
            <pc:sldMk cId="1842247616" sldId="2147483558"/>
            <ac:spMk id="2" creationId="{327EEB12-79E5-9E8E-4F74-793A780473A3}"/>
          </ac:spMkLst>
        </pc:spChg>
        <pc:spChg chg="add mod">
          <ac:chgData name="Harsheeta Bhatia" userId="S::harsheeta.bhatia@fractal.ai::9df20dfa-2faa-4137-840d-6b77a546b7c3" providerId="AD" clId="Web-{7AC19BD9-F724-E8E8-9DEA-049DE85F463C}" dt="2026-09-17T11:05:05.009" v="734" actId="20577"/>
          <ac:spMkLst>
            <pc:docMk/>
            <pc:sldMk cId="1842247616" sldId="2147483558"/>
            <ac:spMk id="3" creationId="{2BE44128-B2CD-EDF1-B9F6-79C827124195}"/>
          </ac:spMkLst>
        </pc:spChg>
        <pc:spChg chg="add mod">
          <ac:chgData name="Harsheeta Bhatia" userId="S::harsheeta.bhatia@fractal.ai::9df20dfa-2faa-4137-840d-6b77a546b7c3" providerId="AD" clId="Web-{7AC19BD9-F724-E8E8-9DEA-049DE85F463C}" dt="2026-09-17T11:05:57.354" v="761" actId="20577"/>
          <ac:spMkLst>
            <pc:docMk/>
            <pc:sldMk cId="1842247616" sldId="2147483558"/>
            <ac:spMk id="4" creationId="{F0C44B48-BC73-F9A0-DBD1-D0AF2A6164B8}"/>
          </ac:spMkLst>
        </pc:spChg>
        <pc:spChg chg="mod">
          <ac:chgData name="Harsheeta Bhatia" userId="S::harsheeta.bhatia@fractal.ai::9df20dfa-2faa-4137-840d-6b77a546b7c3" providerId="AD" clId="Web-{7AC19BD9-F724-E8E8-9DEA-049DE85F463C}" dt="2026-09-17T11:01:09.657" v="652" actId="20577"/>
          <ac:spMkLst>
            <pc:docMk/>
            <pc:sldMk cId="1842247616" sldId="2147483558"/>
            <ac:spMk id="7" creationId="{D4C328C5-A1DC-4F70-91E7-0A5DB7FDDE1A}"/>
          </ac:spMkLst>
        </pc:spChg>
        <pc:spChg chg="mod">
          <ac:chgData name="Harsheeta Bhatia" userId="S::harsheeta.bhatia@fractal.ai::9df20dfa-2faa-4137-840d-6b77a546b7c3" providerId="AD" clId="Web-{7AC19BD9-F724-E8E8-9DEA-049DE85F463C}" dt="2026-09-17T11:04:51.414" v="725" actId="20577"/>
          <ac:spMkLst>
            <pc:docMk/>
            <pc:sldMk cId="1842247616" sldId="2147483558"/>
            <ac:spMk id="8" creationId="{EB94FE89-F915-0167-F80E-12F21C7FD3F0}"/>
          </ac:spMkLst>
        </pc:spChg>
        <pc:spChg chg="mod">
          <ac:chgData name="Harsheeta Bhatia" userId="S::harsheeta.bhatia@fractal.ai::9df20dfa-2faa-4137-840d-6b77a546b7c3" providerId="AD" clId="Web-{7AC19BD9-F724-E8E8-9DEA-049DE85F463C}" dt="2026-09-17T11:03:38.693" v="708" actId="14100"/>
          <ac:spMkLst>
            <pc:docMk/>
            <pc:sldMk cId="1842247616" sldId="2147483558"/>
            <ac:spMk id="10" creationId="{22375D4D-92E4-2239-C6D8-C80FC31139AF}"/>
          </ac:spMkLst>
        </pc:spChg>
        <pc:spChg chg="mod">
          <ac:chgData name="Harsheeta Bhatia" userId="S::harsheeta.bhatia@fractal.ai::9df20dfa-2faa-4137-840d-6b77a546b7c3" providerId="AD" clId="Web-{7AC19BD9-F724-E8E8-9DEA-049DE85F463C}" dt="2026-09-17T11:04:56.040" v="726" actId="20577"/>
          <ac:spMkLst>
            <pc:docMk/>
            <pc:sldMk cId="1842247616" sldId="2147483558"/>
            <ac:spMk id="11" creationId="{CE06E915-70AC-F615-5D1A-295B44AA279F}"/>
          </ac:spMkLst>
        </pc:spChg>
        <pc:spChg chg="mod">
          <ac:chgData name="Harsheeta Bhatia" userId="S::harsheeta.bhatia@fractal.ai::9df20dfa-2faa-4137-840d-6b77a546b7c3" providerId="AD" clId="Web-{7AC19BD9-F724-E8E8-9DEA-049DE85F463C}" dt="2026-09-17T11:00:59.938" v="646" actId="20577"/>
          <ac:spMkLst>
            <pc:docMk/>
            <pc:sldMk cId="1842247616" sldId="2147483558"/>
            <ac:spMk id="14" creationId="{F903009D-80A5-F0E8-2D10-9510AA64BB1C}"/>
          </ac:spMkLst>
        </pc:spChg>
        <pc:spChg chg="mod">
          <ac:chgData name="Harsheeta Bhatia" userId="S::harsheeta.bhatia@fractal.ai::9df20dfa-2faa-4137-840d-6b77a546b7c3" providerId="AD" clId="Web-{7AC19BD9-F724-E8E8-9DEA-049DE85F463C}" dt="2026-09-17T11:03:15.864" v="699" actId="14100"/>
          <ac:spMkLst>
            <pc:docMk/>
            <pc:sldMk cId="1842247616" sldId="2147483558"/>
            <ac:spMk id="17" creationId="{8CE744F6-4C36-1B23-806C-181C71D5E0CE}"/>
          </ac:spMkLst>
        </pc:spChg>
        <pc:spChg chg="mod">
          <ac:chgData name="Harsheeta Bhatia" userId="S::harsheeta.bhatia@fractal.ai::9df20dfa-2faa-4137-840d-6b77a546b7c3" providerId="AD" clId="Web-{7AC19BD9-F724-E8E8-9DEA-049DE85F463C}" dt="2026-09-17T11:03:38.678" v="707" actId="14100"/>
          <ac:spMkLst>
            <pc:docMk/>
            <pc:sldMk cId="1842247616" sldId="2147483558"/>
            <ac:spMk id="18" creationId="{62969989-E5D3-3674-D489-668D4B671CE7}"/>
          </ac:spMkLst>
        </pc:spChg>
        <pc:spChg chg="mod">
          <ac:chgData name="Harsheeta Bhatia" userId="S::harsheeta.bhatia@fractal.ai::9df20dfa-2faa-4137-840d-6b77a546b7c3" providerId="AD" clId="Web-{7AC19BD9-F724-E8E8-9DEA-049DE85F463C}" dt="2026-09-17T11:06:57.872" v="786" actId="20577"/>
          <ac:spMkLst>
            <pc:docMk/>
            <pc:sldMk cId="1842247616" sldId="2147483558"/>
            <ac:spMk id="19" creationId="{CE5D20F6-A329-A038-A8A1-D07B38651772}"/>
          </ac:spMkLst>
        </pc:spChg>
      </pc:sldChg>
      <pc:sldChg chg="addSp modSp add del">
        <pc:chgData name="Harsheeta Bhatia" userId="S::harsheeta.bhatia@fractal.ai::9df20dfa-2faa-4137-840d-6b77a546b7c3" providerId="AD" clId="Web-{7AC19BD9-F724-E8E8-9DEA-049DE85F463C}" dt="2026-09-17T11:18:58.567" v="915"/>
        <pc:sldMkLst>
          <pc:docMk/>
          <pc:sldMk cId="3801927416" sldId="2147483559"/>
        </pc:sldMkLst>
        <pc:spChg chg="add mod">
          <ac:chgData name="Harsheeta Bhatia" userId="S::harsheeta.bhatia@fractal.ai::9df20dfa-2faa-4137-840d-6b77a546b7c3" providerId="AD" clId="Web-{7AC19BD9-F724-E8E8-9DEA-049DE85F463C}" dt="2026-09-17T11:16:21.328" v="821" actId="20577"/>
          <ac:spMkLst>
            <pc:docMk/>
            <pc:sldMk cId="3801927416" sldId="2147483559"/>
            <ac:spMk id="4" creationId="{198DC15F-C5F8-E54A-BD1E-FF10798CCB69}"/>
          </ac:spMkLst>
        </pc:spChg>
        <pc:graphicFrameChg chg="mod modGraphic">
          <ac:chgData name="Harsheeta Bhatia" userId="S::harsheeta.bhatia@fractal.ai::9df20dfa-2faa-4137-840d-6b77a546b7c3" providerId="AD" clId="Web-{7AC19BD9-F724-E8E8-9DEA-049DE85F463C}" dt="2026-09-17T11:17:14.642" v="839"/>
          <ac:graphicFrameMkLst>
            <pc:docMk/>
            <pc:sldMk cId="3801927416" sldId="2147483559"/>
            <ac:graphicFrameMk id="3" creationId="{00000000-0000-0000-0000-000000000000}"/>
          </ac:graphicFrameMkLst>
        </pc:graphicFrameChg>
      </pc:sldChg>
    </pc:docChg>
  </pc:docChgLst>
  <pc:docChgLst>
    <pc:chgData name="Harsheeta Bhatia" userId="S::harsheeta.bhatia@fractal.ai::9df20dfa-2faa-4137-840d-6b77a546b7c3" providerId="AD" clId="Web-{C9164FD6-FA2C-B488-AD34-18625C033A07}"/>
    <pc:docChg chg="modSld">
      <pc:chgData name="Harsheeta Bhatia" userId="S::harsheeta.bhatia@fractal.ai::9df20dfa-2faa-4137-840d-6b77a546b7c3" providerId="AD" clId="Web-{C9164FD6-FA2C-B488-AD34-18625C033A07}" dt="2026-09-13T08:34:49.163" v="0" actId="1076"/>
      <pc:docMkLst>
        <pc:docMk/>
      </pc:docMkLst>
    </pc:docChg>
  </pc:docChgLst>
</pc:chgInfo>
</file>

<file path=ppt/comments/modernComment_7FFFFF9E_1E48CF99.xml><?xml version="1.0" encoding="utf-8"?>
<p188:cmLst xmlns:a="http://schemas.openxmlformats.org/drawingml/2006/main" xmlns:r="http://schemas.openxmlformats.org/officeDocument/2006/relationships" xmlns:p188="http://schemas.microsoft.com/office/powerpoint/2018/8/main">
  <p188:cm id="{79918EF1-D7E9-44AA-8D88-4554D3B3B564}" authorId="{65591A98-B781-88ED-1499-FA218C5E7353}" created="2026-09-17T11:13:36.947">
    <pc:sldMkLst xmlns:pc="http://schemas.microsoft.com/office/powerpoint/2013/main/command">
      <pc:docMk/>
      <pc:sldMk cId="508088217" sldId="2147483550"/>
    </pc:sldMkLst>
    <p188:txBody>
      <a:bodyPr/>
      <a:lstStyle/>
      <a:p>
        <a:r>
          <a:rPr lang="en-US"/>
          <a:t>Can be retained in Mini Project 3 deck as it is. </a:t>
        </a:r>
      </a:p>
    </p188:txBody>
  </p188:cm>
</p188:cmLst>
</file>

<file path=ppt/comments/modernComment_7FFFFF85_C49F0709.xml><?xml version="1.0" encoding="utf-8"?>
<p188:cmLst xmlns:a="http://schemas.openxmlformats.org/drawingml/2006/main" xmlns:r="http://schemas.openxmlformats.org/officeDocument/2006/relationships" xmlns:p188="http://schemas.microsoft.com/office/powerpoint/2018/8/main">
  <p188:cm id="{B3BA91B7-5C67-443A-A314-738E33DDF103}" authorId="{65591A98-B781-88ED-1499-FA218C5E7353}" created="2026-09-17T06:53:07.959">
    <pc:sldMkLst xmlns:pc="http://schemas.microsoft.com/office/powerpoint/2013/main/command">
      <pc:docMk/>
      <pc:sldMk cId="3298756361" sldId="2147483525"/>
    </pc:sldMkLst>
    <p188:txBody>
      <a:bodyPr/>
      <a:lstStyle/>
      <a:p>
        <a:r>
          <a:rPr lang="en-US"/>
          <a:t>add the bridge </a:t>
        </a:r>
      </a:p>
    </p188:txBody>
  </p188:cm>
</p188:cmLst>
</file>

<file path=ppt/comments/modernComment_7FFFFF88_280CCD10.xml><?xml version="1.0" encoding="utf-8"?>
<p188:cmLst xmlns:a="http://schemas.openxmlformats.org/drawingml/2006/main" xmlns:r="http://schemas.openxmlformats.org/officeDocument/2006/relationships" xmlns:p188="http://schemas.microsoft.com/office/powerpoint/2018/8/main">
  <p188:cm id="{BD8EE6B1-9E0B-4D5A-8718-3D69EA47B374}" authorId="{65591A98-B781-88ED-1499-FA218C5E7353}" created="2026-09-17T06:53:24.381">
    <pc:sldMkLst xmlns:pc="http://schemas.microsoft.com/office/powerpoint/2013/main/command">
      <pc:docMk/>
      <pc:sldMk cId="671927568" sldId="2147483528"/>
    </pc:sldMkLst>
    <p188:txBody>
      <a:bodyPr/>
      <a:lstStyle/>
      <a:p>
        <a:r>
          <a:rPr lang="en-US"/>
          <a:t>add problem statament </a:t>
        </a:r>
      </a:p>
    </p188:txBody>
  </p188:cm>
</p188:cmLst>
</file>

<file path=ppt/comments/modernComment_7FFFFFA5_A274C295.xml><?xml version="1.0" encoding="utf-8"?>
<p188:cmLst xmlns:a="http://schemas.openxmlformats.org/drawingml/2006/main" xmlns:r="http://schemas.openxmlformats.org/officeDocument/2006/relationships" xmlns:p188="http://schemas.microsoft.com/office/powerpoint/2018/8/main">
  <p188:cm id="{C884509B-0AB7-4B65-807E-9F8C524E877D}" authorId="{65591A98-B781-88ED-1499-FA218C5E7353}" created="2026-09-17T10:33:48.541">
    <ac:deMkLst xmlns:ac="http://schemas.microsoft.com/office/drawing/2013/main/command">
      <pc:docMk xmlns:pc="http://schemas.microsoft.com/office/powerpoint/2013/main/command"/>
      <pc:sldMk xmlns:pc="http://schemas.microsoft.com/office/powerpoint/2013/main/command" cId="2725560981" sldId="2147483557"/>
      <ac:spMk id="20" creationId="{9E7A62E0-676A-8A8D-5D53-602768371A00}"/>
    </ac:deMkLst>
    <p188:txBody>
      <a:bodyPr/>
      <a:lstStyle/>
      <a:p>
        <a:r>
          <a:rPr lang="en-US"/>
          <a:t>Shorten these 2 boxes and keep the 3rd one bigger </a:t>
        </a:r>
      </a:p>
    </p188:txBody>
  </p188:cm>
</p188:cmLst>
</file>

<file path=ppt/comments/modernComment_143_5AF3BF47.xml><?xml version="1.0" encoding="utf-8"?>
<p188:cmLst xmlns:a="http://schemas.openxmlformats.org/drawingml/2006/main" xmlns:r="http://schemas.openxmlformats.org/officeDocument/2006/relationships" xmlns:p188="http://schemas.microsoft.com/office/powerpoint/2018/8/main">
  <p188:cm id="{8367D543-6878-4B58-88F9-014E1996A871}" authorId="{65591A98-B781-88ED-1499-FA218C5E7353}" created="2026-09-17T06:51:55.006">
    <pc:sldMkLst xmlns:pc="http://schemas.microsoft.com/office/powerpoint/2013/main/command">
      <pc:docMk/>
      <pc:sldMk cId="1525923655" sldId="323"/>
    </pc:sldMkLst>
    <p188:txBody>
      <a:bodyPr/>
      <a:lstStyle/>
      <a:p>
        <a:r>
          <a:rPr lang="en-US"/>
          <a:t>Edit as per Mini Project 3</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3037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6" name="Google Shape;756;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a:p>
        </p:txBody>
      </p:sp>
      <p:sp>
        <p:nvSpPr>
          <p:cNvPr id="757" name="Google Shape;757;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rgbClr val="000000"/>
                </a:solidFill>
                <a:latin typeface="Arial"/>
                <a:ea typeface="Arial"/>
                <a:cs typeface="Arial"/>
                <a:sym typeface="Arial"/>
              </a:rPr>
              <a:t>1</a:t>
            </a:fld>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296E5-D05C-2A02-58DE-267DE975F773}"/>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D75F9940-532D-4114-8928-A549B9ECEAEC}"/>
              </a:ext>
            </a:extLst>
          </p:cNvPr>
          <p:cNvSpPr>
            <a:spLocks noGrp="1"/>
          </p:cNvSpPr>
          <p:nvPr>
            <p:ph type="body" idx="4294967295"/>
          </p:nvPr>
        </p:nvSpPr>
        <p:spPr/>
        <p:txBody>
          <a:bodyPr/>
          <a:lstStyle/>
          <a:p>
            <a:r>
              <a:rPr lang="en-US"/>
              <a:t>Narration: Use this roadmap to orient learners to the full FDE journey. Sessions 1 through 10 are marked complete, Session 11 is shown as the current workshop, and Sessions 12 through 13 remain to be delivered. Call out the Mini Project milestones after Sessions 4, 8 and 12, then connect the final capstone to production readiness.</a:t>
            </a:r>
          </a:p>
          <a:p>
            <a:r>
              <a:rPr lang="en-US"/>
              <a:t>Program overview: This program guides FDE learners from ambiguous client discovery to governed, production-ready AI systems. Learners first frame business problems and ship deterministic rule engines, then design, test and release ML services with reliability, monitoring and security. The journey advances into agentic architecture, context engineering and RAG, followed by controlled tool use, human review, evaluation, governance and stakeholder adoption. Each checkpoint turns concepts into defensible delivery decisions for real client environments and safe operational scale outcomes.</a:t>
            </a:r>
          </a:p>
          <a:p>
            <a:r>
              <a:rPr lang="en-US"/>
              <a:t>Curriculum details:</a:t>
            </a:r>
          </a:p>
          <a:p>
            <a:r>
              <a:rPr lang="en-US"/>
              <a:t>1. FDE Role, Domain &amp; Discovery — Introduces the FDE role, domain understanding, customer discovery and how to identify the actual business problem.</a:t>
            </a:r>
          </a:p>
          <a:p>
            <a:r>
              <a:rPr lang="en-US"/>
              <a:t>2. Problem Framing, Readiness &amp; Platform Foundations — Helps learners assess the workflow, data readiness, users, constraints and decide whether the problem requires rules, ML, LLMs or no AI.</a:t>
            </a:r>
          </a:p>
          <a:p>
            <a:r>
              <a:rPr lang="en-US"/>
              <a:t>3. Coding-Agent Foundations &amp; Spec-Driven Rule Engine — Introduces specification-driven development, clear acceptance criteria and the use of coding agents to support implementation.</a:t>
            </a:r>
          </a:p>
          <a:p>
            <a:r>
              <a:rPr lang="en-US"/>
              <a:t>4. P1 Rule Engine — Complete Build &amp; Ship — Learners complete and deploy a deterministic rule-based solution, reinforcing that not every problem requires AI. Mini Project follows this session.</a:t>
            </a:r>
          </a:p>
          <a:p>
            <a:r>
              <a:rPr lang="en-US"/>
              <a:t>5. Architecture Decisions, ML Foundations, TDD &amp; P2 Design — Introduces basic ML concepts, architecture decisions, testing strategy, evaluation metrics and safe solution design before the ML build.</a:t>
            </a:r>
          </a:p>
          <a:p>
            <a:r>
              <a:rPr lang="en-US"/>
              <a:t>6. P2 ML Service Build, Validation &amp; Safe Release — Learners build the ML service, validate its performance and release it through a controlled and safe deployment approach.</a:t>
            </a:r>
          </a:p>
          <a:p>
            <a:r>
              <a:rPr lang="en-US"/>
              <a:t>7. P2 Reliability, ML Monitoring &amp; Security Baseline — Covers production reliability, data and model drift, observability, access controls, logging and rollback mechanisms.</a:t>
            </a:r>
          </a:p>
          <a:p>
            <a:r>
              <a:rPr lang="en-US"/>
              <a:t>8. Agentic Architecture, Context Engineering &amp; RAG — Current workshop; covers agentic architecture, context engineering and RAG as the bridge from grounded retrieval to governed agent design. Mini Project follows this session.</a:t>
            </a:r>
          </a:p>
          <a:p>
            <a:r>
              <a:rPr lang="en-US"/>
              <a:t>9. P3 Controlled Agent Workflow, Tool Use &amp; Verification — Focuses on controlled agent execution, tool calling, structured outputs, verification, fallback handling and human escalation.</a:t>
            </a:r>
          </a:p>
          <a:p>
            <a:r>
              <a:rPr lang="en-US"/>
              <a:t>10. Human-in-the-Loop Workflow, Integration &amp; Production Operations — Covers review interfaces, approvals, workflow integration, operational ownership, scaling and production deployment.</a:t>
            </a:r>
          </a:p>
          <a:p>
            <a:r>
              <a:rPr lang="en-US"/>
              <a:t>11. Agent Evaluation, Observability, Cost &amp; Risk Assessment — Learners evaluate quality, grounding, task success, latency, token usage, cost, safety and business risk.</a:t>
            </a:r>
          </a:p>
          <a:p>
            <a:r>
              <a:rPr lang="en-US"/>
              <a:t>12. Governance, Feedback Loops, Adoption &amp; Stakeholder Influence — Covers compliance, feedback collection, user adoption, operational ownership and communicating technical trade-offs to stakeholders. Mini Project follows this session.</a:t>
            </a:r>
          </a:p>
          <a:p>
            <a:r>
              <a:rPr lang="en-US"/>
              <a:t>13. Capstone Demonstration, Architecture Defense &amp; Production Readiness — Learners demonstrate the solution and defend their decisions around architecture, security, evaluation, cost, failure handling and adoption. Final Capstone follows this session.</a:t>
            </a:r>
            <a:endParaRPr lang="en-US">
              <a:ea typeface="Calibri"/>
              <a:cs typeface="Calibri"/>
            </a:endParaRPr>
          </a:p>
        </p:txBody>
      </p:sp>
      <p:sp>
        <p:nvSpPr>
          <p:cNvPr id="4" name="Slide Number Placeholder 3">
            <a:extLst>
              <a:ext uri="{FF2B5EF4-FFF2-40B4-BE49-F238E27FC236}">
                <a16:creationId xmlns:a16="http://schemas.microsoft.com/office/drawing/2014/main" id="{37A0C96F-A2A7-7FC5-5848-88CD1DDB12B5}"/>
              </a:ext>
            </a:extLst>
          </p:cNvPr>
          <p:cNvSpPr>
            <a:spLocks noGrp="1"/>
          </p:cNvSpPr>
          <p:nvPr>
            <p:ph type="sldNum" sz="quarter" idx="4294967295"/>
          </p:nvPr>
        </p:nvSpPr>
        <p:spPr/>
        <p:txBody>
          <a:bodyPr/>
          <a:lstStyle/>
          <a:p>
            <a:fld id="{B3CFBD58-1B83-419C-8E32-6BA6C5CC5A12}" type="slidenum">
              <a:rPr lang="en-US"/>
              <a:t>2</a:t>
            </a:fld>
            <a:endParaRPr lang="en-US"/>
          </a:p>
        </p:txBody>
      </p:sp>
    </p:spTree>
    <p:extLst>
      <p:ext uri="{BB962C8B-B14F-4D97-AF65-F5344CB8AC3E}">
        <p14:creationId xmlns:p14="http://schemas.microsoft.com/office/powerpoint/2010/main" val="1513235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59B89-4D47-E155-3532-285789E33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94A95-037A-C34B-4222-E247B2DC2D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1D2773-55FB-81C7-AAF5-09FCBF6716DD}"/>
              </a:ext>
            </a:extLst>
          </p:cNvPr>
          <p:cNvSpPr>
            <a:spLocks noGrp="1"/>
          </p:cNvSpPr>
          <p:nvPr>
            <p:ph type="body" idx="1"/>
          </p:nvPr>
        </p:nvSpPr>
        <p:spPr/>
        <p:txBody>
          <a:bodyPr/>
          <a:lstStyle/>
          <a:p>
            <a:r>
              <a:rPr lang="en-IN"/>
              <a:t>Open by naming the boundary: this project does not automate prior authorization. It builds evidence for a bounded operations review workflow.</a:t>
            </a:r>
          </a:p>
        </p:txBody>
      </p:sp>
      <p:sp>
        <p:nvSpPr>
          <p:cNvPr id="4" name="Slide Number Placeholder 3">
            <a:extLst>
              <a:ext uri="{FF2B5EF4-FFF2-40B4-BE49-F238E27FC236}">
                <a16:creationId xmlns:a16="http://schemas.microsoft.com/office/drawing/2014/main" id="{2B37C875-7639-3F69-A7A3-167A6AE5DD1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28695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89003-F731-BCEA-9B7F-751AF9D510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DA106-3B02-C741-3527-0FE413C0B6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211BE2-2ED5-3E70-9C4A-BBD7717A6EB4}"/>
              </a:ext>
            </a:extLst>
          </p:cNvPr>
          <p:cNvSpPr>
            <a:spLocks noGrp="1"/>
          </p:cNvSpPr>
          <p:nvPr>
            <p:ph type="body" idx="1"/>
          </p:nvPr>
        </p:nvSpPr>
        <p:spPr/>
        <p:txBody>
          <a:bodyPr/>
          <a:lstStyle/>
          <a:p>
            <a:r>
              <a:t>Ask learners what happens if upstream_status is omitted. The correct answer is schema rejection or a blocked state, never a ready default.</a:t>
            </a:r>
          </a:p>
        </p:txBody>
      </p:sp>
      <p:sp>
        <p:nvSpPr>
          <p:cNvPr id="4" name="Slide Number Placeholder 3">
            <a:extLst>
              <a:ext uri="{FF2B5EF4-FFF2-40B4-BE49-F238E27FC236}">
                <a16:creationId xmlns:a16="http://schemas.microsoft.com/office/drawing/2014/main" id="{CE2BE96A-EFFA-5874-313A-4147840A1D7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67107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DA94A-5458-5628-E44B-832D0A723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BACC8-2E31-D15D-1EBB-691BDCEEB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79B3CF-5C32-2805-7E26-EA39DCCF33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470D1B-55F6-BF53-F80F-F556514E931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72307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11CED-DE6B-4566-BCBB-95F972ACA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1630E-714D-61FC-48B0-64DFD24F2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44D567-9ECC-EF1E-D2A0-87E0FF9DF7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21BE3F-387D-A9D9-0F22-725D172F4C3C}"/>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61696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0.83 example to separate a number from permission. The policy owner and qualified reviewer own 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central label-quality lesson. Do not turn it into a broad responsible-AI lecture; keep it tied to whether the evidence supports this bounded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Pause for Activity 1. Learners should name the consumer, allowed action, prohibited action, failure state, and policy owner.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left to right. Emphasize that urgency is not just another model feature; policy can stop the pipeline first.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learners why a future record for the same patient would contaminate evaluation. Connect the split to the intended next-request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Contrast this with manually mapping diagnosis groups to integers. The pipeline owns fitted preprocessing, and the manifest identifies the exact bytes.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numbers come from the verified instructor reference. The learner release contains no trained artifact; learners reproduce and record their own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the distinction explicitly: the service state says what the caller may do next; the band describes model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is intentionally incomplete. Learners use the prompts in order and save failing and passing evidence at each boundary.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Have learners use sample_prior_auth_requests.json and compare stable fragments from expected_response_fragments.json.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who owns each version and which changes force reevaluation. Threshold changes create a new policy version.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B59F5-2800-A5B1-6EB3-F804ED3E0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749AD-00D9-A22C-665D-8EBBCF8DC5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1FB61-8DCA-17D9-743F-948390089C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9F3AFB-8C0B-B300-67AB-F46DB20A7A7A}"/>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2987049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with the operational handoff question. The next discussion should focus on what the learner must submit as evidence, not on a thank-you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learners what happens if upstream_status is omitted. The correct answer is schema rejection or a blocked state, never a ready default.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1A636-02F0-2611-A579-1DBCE0666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256D4-59A0-88C3-F228-3E4019AFC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FD519-7674-41C9-4655-E09FDC6A60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24B925-B9C4-E1EE-AF01-25B89574B349}"/>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6428080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twitter.com/fractalites" TargetMode="External"/><Relationship Id="rId7"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www.linkedin.com/company/fractal-analytics?trk=company_name" TargetMode="Externa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637" y="2272209"/>
            <a:ext cx="8967225"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03" y="5503862"/>
            <a:ext cx="38369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627601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634" y="2272209"/>
            <a:ext cx="8967219"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03" y="5503862"/>
            <a:ext cx="38369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692649" y="530519"/>
            <a:ext cx="0" cy="858252"/>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925152" y="777240"/>
            <a:ext cx="2083008" cy="512211"/>
          </a:xfrm>
          <a:prstGeom prst="rect">
            <a:avLst/>
          </a:prstGeom>
        </p:spPr>
        <p:txBody>
          <a:bodyPr anchor="b">
            <a:noAutofit/>
          </a:bodyPr>
          <a:lstStyle>
            <a:lvl1pPr marL="0" indent="0">
              <a:lnSpc>
                <a:spcPct val="100000"/>
              </a:lnSpc>
              <a:buNone/>
              <a:defRPr sz="1400">
                <a:solidFill>
                  <a:schemeClr val="bg1">
                    <a:lumMod val="65000"/>
                  </a:schemeClr>
                </a:solidFill>
              </a:defRPr>
            </a:lvl1pPr>
            <a:lvl5pPr marL="1828754" indent="0">
              <a:buNone/>
              <a:defRPr sz="1100"/>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3442822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605364" y="498666"/>
            <a:ext cx="10854797" cy="646331"/>
          </a:xfrm>
          <a:prstGeom prst="rect">
            <a:avLst/>
          </a:prstGeom>
        </p:spPr>
        <p:txBody>
          <a:bodyPr wrap="square">
            <a:spAutoFit/>
          </a:bodyPr>
          <a:lstStyle>
            <a:lvl1pPr>
              <a:lnSpc>
                <a:spcPct val="100000"/>
              </a:lnSpc>
              <a:defRPr lang="en-IN" sz="3600" b="1" i="0">
                <a:solidFill>
                  <a:schemeClr val="tx1"/>
                </a:solidFill>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413493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605364" y="498666"/>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125065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734044" y="1341439"/>
            <a:ext cx="10726119"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604800" y="500401"/>
            <a:ext cx="10854000" cy="738664"/>
          </a:xfrm>
          <a:prstGeom prst="rect">
            <a:avLst/>
          </a:prstGeom>
        </p:spPr>
        <p:txBody>
          <a:bodyPr>
            <a:spAutoFit/>
          </a:bodyPr>
          <a:lstStyle>
            <a:lvl1pPr>
              <a:lnSpc>
                <a:spcPct val="100000"/>
              </a:lnSpc>
              <a:defRPr sz="4200" b="1">
                <a:latin typeface="+mj-lt"/>
              </a:defRPr>
            </a:lvl1pPr>
          </a:lstStyle>
          <a:p>
            <a:r>
              <a:rPr lang="en-GB"/>
              <a:t>Click to edit Master title style</a:t>
            </a:r>
            <a:endParaRPr lang="en-IN"/>
          </a:p>
        </p:txBody>
      </p:sp>
      <p:sp>
        <p:nvSpPr>
          <p:cNvPr id="2" name="Rounded Rectangle 1">
            <a:extLst>
              <a:ext uri="{FF2B5EF4-FFF2-40B4-BE49-F238E27FC236}">
                <a16:creationId xmlns:a16="http://schemas.microsoft.com/office/drawing/2014/main" id="{E696ABCB-38C5-4757-1AC6-42D5C3E00EB5}"/>
              </a:ext>
            </a:extLst>
          </p:cNvPr>
          <p:cNvSpPr/>
          <p:nvPr userDrawn="1"/>
        </p:nvSpPr>
        <p:spPr>
          <a:xfrm>
            <a:off x="734044" y="1341439"/>
            <a:ext cx="10726119"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Tree>
    <p:extLst>
      <p:ext uri="{BB962C8B-B14F-4D97-AF65-F5344CB8AC3E}">
        <p14:creationId xmlns:p14="http://schemas.microsoft.com/office/powerpoint/2010/main" val="3329573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Title + Grey bkgd.+grid">
    <p:bg>
      <p:bgPr>
        <a:solidFill>
          <a:schemeClr val="bg2">
            <a:alpha val="4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604800" y="500401"/>
            <a:ext cx="10854000" cy="738664"/>
          </a:xfrm>
          <a:prstGeom prst="rect">
            <a:avLst/>
          </a:prstGeom>
        </p:spPr>
        <p:txBody>
          <a:bodyPr>
            <a:spAutoFit/>
          </a:bodyPr>
          <a:lstStyle>
            <a:lvl1pPr>
              <a:lnSpc>
                <a:spcPct val="100000"/>
              </a:lnSpc>
              <a:defRPr sz="4200" b="1">
                <a:latin typeface="+mj-lt"/>
              </a:defRPr>
            </a:lvl1pPr>
          </a:lstStyle>
          <a:p>
            <a:r>
              <a:rPr lang="en-GB"/>
              <a:t>Click to edit Master title style</a:t>
            </a:r>
            <a:endParaRPr lang="en-IN"/>
          </a:p>
        </p:txBody>
      </p:sp>
      <p:pic>
        <p:nvPicPr>
          <p:cNvPr id="4" name="Graphic 3">
            <a:extLst>
              <a:ext uri="{FF2B5EF4-FFF2-40B4-BE49-F238E27FC236}">
                <a16:creationId xmlns:a16="http://schemas.microsoft.com/office/drawing/2014/main" id="{150FC115-50C9-314C-A766-9B8B69B08C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15972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01" y="1465553"/>
            <a:ext cx="464697" cy="4335547"/>
          </a:xfrm>
          <a:prstGeom prst="rect">
            <a:avLst/>
          </a:prstGeom>
        </p:spPr>
        <p:txBody>
          <a:bodyPr vert="horz" lIns="0" tIns="0" rIns="0" bIns="93600" anchor="t" anchorCtr="0">
            <a:spAutoFit/>
          </a:bodyPr>
          <a:lstStyle>
            <a:lvl1pPr marL="0" indent="0">
              <a:lnSpc>
                <a:spcPts val="4800"/>
              </a:lnSpc>
              <a:spcBef>
                <a:spcPts val="0"/>
              </a:spcBef>
              <a:buNone/>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499869" y="1465553"/>
            <a:ext cx="9960293" cy="4335547"/>
          </a:xfrm>
          <a:prstGeom prst="rect">
            <a:avLst/>
          </a:prstGeom>
        </p:spPr>
        <p:txBody>
          <a:bodyPr vert="horz" lIns="0" tIns="0" rIns="0" bIns="93600" anchor="t" anchorCtr="0">
            <a:spAutoFit/>
          </a:bodyPr>
          <a:lstStyle>
            <a:lvl1pPr marL="0" marR="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4" name="Title 3">
            <a:extLst>
              <a:ext uri="{FF2B5EF4-FFF2-40B4-BE49-F238E27FC236}">
                <a16:creationId xmlns:a16="http://schemas.microsoft.com/office/drawing/2014/main" id="{2E0149FA-9A01-4DA3-AC47-C5D005EB841B}"/>
              </a:ext>
            </a:extLst>
          </p:cNvPr>
          <p:cNvSpPr>
            <a:spLocks noGrp="1"/>
          </p:cNvSpPr>
          <p:nvPr>
            <p:ph type="title"/>
          </p:nvPr>
        </p:nvSpPr>
        <p:spPr>
          <a:xfrm>
            <a:off x="604800" y="500401"/>
            <a:ext cx="10854000" cy="738664"/>
          </a:xfrm>
          <a:prstGeom prst="rect">
            <a:avLst/>
          </a:prstGeom>
          <a:noFill/>
        </p:spPr>
        <p:txBody>
          <a:bodyPr>
            <a:spAutoFit/>
          </a:bodyPr>
          <a:lstStyle>
            <a:lvl1pPr>
              <a:lnSpc>
                <a:spcPct val="100000"/>
              </a:lnSpc>
              <a:defRPr sz="4200" b="1">
                <a:latin typeface="+mn-lt"/>
              </a:defRPr>
            </a:lvl1pPr>
          </a:lstStyle>
          <a:p>
            <a:r>
              <a:rPr lang="en-GB"/>
              <a:t>Click to edit Master title style</a:t>
            </a:r>
            <a:endParaRPr lang="en-IN"/>
          </a:p>
        </p:txBody>
      </p:sp>
    </p:spTree>
    <p:extLst>
      <p:ext uri="{BB962C8B-B14F-4D97-AF65-F5344CB8AC3E}">
        <p14:creationId xmlns:p14="http://schemas.microsoft.com/office/powerpoint/2010/main" val="2789273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with Time">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01" y="1465553"/>
            <a:ext cx="1076036" cy="4335547"/>
          </a:xfrm>
          <a:prstGeom prst="rect">
            <a:avLst/>
          </a:prstGeom>
        </p:spPr>
        <p:txBody>
          <a:bodyPr vert="horz" lIns="0" tIns="0" rIns="0" bIns="93600" anchor="t" anchorCtr="0">
            <a:spAutoFit/>
          </a:bodyPr>
          <a:lstStyle>
            <a:lvl1pPr marL="0" marR="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00.00</a:t>
            </a:r>
          </a:p>
          <a:p>
            <a:pPr lvl="0"/>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p:txBody>
      </p:sp>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2017106" y="1465553"/>
            <a:ext cx="9463695" cy="4335547"/>
          </a:xfrm>
          <a:prstGeom prst="rect">
            <a:avLst/>
          </a:prstGeom>
        </p:spPr>
        <p:txBody>
          <a:bodyPr vert="horz" wrap="square" lIns="0" tIns="0" rIns="0" bIns="93600" anchor="t" anchorCtr="0">
            <a:spAutoFit/>
          </a:bodyPr>
          <a:lstStyle>
            <a:lvl1pPr marL="0" marR="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2" name="Title 1">
            <a:extLst>
              <a:ext uri="{FF2B5EF4-FFF2-40B4-BE49-F238E27FC236}">
                <a16:creationId xmlns:a16="http://schemas.microsoft.com/office/drawing/2014/main" id="{3C00D4FC-75AD-41AC-9F2F-072B1ABBFC8E}"/>
              </a:ext>
            </a:extLst>
          </p:cNvPr>
          <p:cNvSpPr>
            <a:spLocks noGrp="1"/>
          </p:cNvSpPr>
          <p:nvPr>
            <p:ph type="title"/>
          </p:nvPr>
        </p:nvSpPr>
        <p:spPr>
          <a:xfrm>
            <a:off x="604800" y="500401"/>
            <a:ext cx="10876000" cy="738664"/>
          </a:xfrm>
          <a:prstGeom prst="rect">
            <a:avLst/>
          </a:prstGeom>
        </p:spPr>
        <p:txBody>
          <a:bodyPr wrap="square">
            <a:spAutoFit/>
          </a:bodyPr>
          <a:lstStyle>
            <a:lvl1pPr>
              <a:lnSpc>
                <a:spcPct val="100000"/>
              </a:lnSpc>
              <a:defRPr sz="4200" b="1">
                <a:latin typeface="+mn-lt"/>
              </a:defRPr>
            </a:lvl1pPr>
          </a:lstStyle>
          <a:p>
            <a:r>
              <a:rPr lang="en-GB"/>
              <a:t>Click to edit Master title style</a:t>
            </a:r>
            <a:endParaRPr lang="en-IN"/>
          </a:p>
        </p:txBody>
      </p:sp>
    </p:spTree>
    <p:extLst>
      <p:ext uri="{BB962C8B-B14F-4D97-AF65-F5344CB8AC3E}">
        <p14:creationId xmlns:p14="http://schemas.microsoft.com/office/powerpoint/2010/main" val="160797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hort content + title + body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730385" y="4370387"/>
            <a:ext cx="10088563" cy="246221"/>
          </a:xfrm>
          <a:prstGeom prst="rect">
            <a:avLst/>
          </a:prstGeom>
        </p:spPr>
        <p:txBody>
          <a:bodyPr lIns="0" tIns="0" rIns="0" bIns="0" anchor="t" anchorCtr="0">
            <a:spAutoFit/>
          </a:bodyPr>
          <a:lstStyle>
            <a:lvl1pPr marL="0" indent="0">
              <a:buNone/>
              <a:defRPr lang="en-US" sz="1600" b="0" spc="0" baseline="0" dirty="0">
                <a:latin typeface="+mn-lt"/>
                <a:ea typeface="Open Sans" panose="020B0606030504020204" pitchFamily="34" charset="0"/>
                <a:cs typeface="Open Sans" panose="020B0606030504020204" pitchFamily="34" charset="0"/>
              </a:defRPr>
            </a:lvl1pPr>
          </a:lstStyle>
          <a:p>
            <a:pPr marL="228594" lvl="0" indent="-228594">
              <a:lnSpc>
                <a:spcPct val="100000"/>
              </a:lnSpc>
              <a:spcBef>
                <a:spcPct val="0"/>
              </a:spcBef>
            </a:pPr>
            <a:r>
              <a:rPr lang="en-GB"/>
              <a:t>Short description in three of four lines maximum. Any highlighting to be done in bold or blue</a:t>
            </a:r>
            <a:endParaRPr lang="en-US"/>
          </a:p>
        </p:txBody>
      </p:sp>
      <p:sp>
        <p:nvSpPr>
          <p:cNvPr id="11" name="Text Placeholder 14">
            <a:extLst>
              <a:ext uri="{FF2B5EF4-FFF2-40B4-BE49-F238E27FC236}">
                <a16:creationId xmlns:a16="http://schemas.microsoft.com/office/drawing/2014/main" id="{FC81E2E5-E3CC-D749-8B2B-49ABC850A674}"/>
              </a:ext>
            </a:extLst>
          </p:cNvPr>
          <p:cNvSpPr>
            <a:spLocks noGrp="1"/>
          </p:cNvSpPr>
          <p:nvPr>
            <p:ph type="body" sz="quarter" idx="15" hasCustomPrompt="1"/>
          </p:nvPr>
        </p:nvSpPr>
        <p:spPr>
          <a:xfrm>
            <a:off x="730385" y="644691"/>
            <a:ext cx="9974128" cy="494624"/>
          </a:xfrm>
          <a:prstGeom prst="rect">
            <a:avLst/>
          </a:prstGeom>
        </p:spPr>
        <p:txBody>
          <a:bodyPr vert="horz" lIns="0" tIns="0" rIns="0" bIns="93600" anchor="t" anchorCtr="0">
            <a:spAutoFit/>
          </a:bodyPr>
          <a:lstStyle>
            <a:lvl1pPr marL="0" marR="0" indent="0" algn="l" defTabSz="609570" rtl="0" eaLnBrk="1" fontAlgn="auto" latinLnBrk="0" hangingPunct="1">
              <a:lnSpc>
                <a:spcPct val="100000"/>
              </a:lnSpc>
              <a:spcBef>
                <a:spcPts val="0"/>
              </a:spcBef>
              <a:spcAft>
                <a:spcPts val="0"/>
              </a:spcAft>
              <a:buClrTx/>
              <a:buSzTx/>
              <a:buFont typeface="Arial"/>
              <a:buNone/>
              <a:tabLst/>
              <a:defRPr sz="2600" b="0" i="0" baseline="0">
                <a:solidFill>
                  <a:schemeClr val="tx1"/>
                </a:solidFill>
                <a:latin typeface="+mn-lt"/>
                <a:ea typeface="Open Sans" panose="020B0606030504020204" pitchFamily="34" charset="0"/>
                <a:cs typeface="Open Sans" panose="020B0606030504020204" pitchFamily="34" charset="0"/>
              </a:defRPr>
            </a:lvl1pPr>
          </a:lstStyle>
          <a:p>
            <a:pPr lvl="0"/>
            <a:r>
              <a:rPr lang="en-US"/>
              <a:t>01 | Short content description</a:t>
            </a:r>
          </a:p>
        </p:txBody>
      </p:sp>
      <p:sp>
        <p:nvSpPr>
          <p:cNvPr id="15" name="Titel 7">
            <a:extLst>
              <a:ext uri="{FF2B5EF4-FFF2-40B4-BE49-F238E27FC236}">
                <a16:creationId xmlns:a16="http://schemas.microsoft.com/office/drawing/2014/main" id="{33509BAD-7366-6C49-9E01-5F193794089A}"/>
              </a:ext>
            </a:extLst>
          </p:cNvPr>
          <p:cNvSpPr>
            <a:spLocks noGrp="1"/>
          </p:cNvSpPr>
          <p:nvPr>
            <p:ph type="title" hasCustomPrompt="1"/>
          </p:nvPr>
        </p:nvSpPr>
        <p:spPr>
          <a:xfrm>
            <a:off x="730385" y="2236147"/>
            <a:ext cx="9974128" cy="1938992"/>
          </a:xfrm>
          <a:prstGeom prst="rect">
            <a:avLst/>
          </a:prstGeom>
        </p:spPr>
        <p:txBody>
          <a:bodyPr lIns="0" tIns="0" rIns="0" bIns="0" anchor="t" anchorCtr="0">
            <a:spAutoFit/>
          </a:bodyPr>
          <a:lstStyle>
            <a:lvl1pPr algn="l">
              <a:lnSpc>
                <a:spcPct val="100000"/>
              </a:lnSpc>
              <a:defRPr sz="4200" b="1" i="0" spc="0" baseline="0">
                <a:solidFill>
                  <a:schemeClr val="tx1"/>
                </a:solidFill>
                <a:latin typeface="+mn-lt"/>
                <a:ea typeface="Open Sans" panose="020B0606030504020204" pitchFamily="34" charset="0"/>
                <a:cs typeface="Open Sans" panose="020B0606030504020204" pitchFamily="34" charset="0"/>
              </a:defRPr>
            </a:lvl1pPr>
          </a:lstStyle>
          <a:p>
            <a:pPr lvl="0"/>
            <a:r>
              <a:rPr lang="en-GB"/>
              <a:t>A Long Title that fits in maximum three lines. This can have insights or call-outs </a:t>
            </a:r>
          </a:p>
        </p:txBody>
      </p:sp>
    </p:spTree>
    <p:extLst>
      <p:ext uri="{BB962C8B-B14F-4D97-AF65-F5344CB8AC3E}">
        <p14:creationId xmlns:p14="http://schemas.microsoft.com/office/powerpoint/2010/main" val="3537441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13300-E9A2-F949-9B8E-8CA529315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601133" y="4161475"/>
            <a:ext cx="1794933" cy="1785104"/>
          </a:xfrm>
          <a:prstGeom prst="rect">
            <a:avLst/>
          </a:prstGeom>
        </p:spPr>
        <p:txBody>
          <a:bodyPr anchor="b">
            <a:spAutoFit/>
          </a:bodyPr>
          <a:lstStyle>
            <a:lvl1pPr marL="0" indent="0">
              <a:lnSpc>
                <a:spcPct val="100000"/>
              </a:lnSpc>
              <a:buNone/>
              <a:defRPr sz="11000" b="1">
                <a:solidFill>
                  <a:schemeClr val="bg1"/>
                </a:solidFill>
                <a:latin typeface="+mn-lt"/>
              </a:defRPr>
            </a:lvl1pPr>
            <a:lvl2pPr>
              <a:defRPr sz="11000" b="1"/>
            </a:lvl2pPr>
            <a:lvl3pPr>
              <a:defRPr sz="11000" b="1"/>
            </a:lvl3pPr>
            <a:lvl4pPr>
              <a:defRPr sz="11000" b="1"/>
            </a:lvl4pPr>
            <a:lvl5pPr>
              <a:defRPr sz="1100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2396067" y="4342482"/>
            <a:ext cx="9064096" cy="1384995"/>
          </a:xfrm>
          <a:prstGeom prst="rect">
            <a:avLst/>
          </a:prstGeom>
        </p:spPr>
        <p:txBody>
          <a:bodyPr wrap="square" anchor="b">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4282090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01" y="1633929"/>
            <a:ext cx="10737849" cy="3496872"/>
          </a:xfrm>
          <a:prstGeom prst="rect">
            <a:avLst/>
          </a:prstGeom>
        </p:spPr>
        <p:txBody>
          <a:bodyPr/>
          <a:lstStyle>
            <a:lvl1pPr>
              <a:lnSpc>
                <a:spcPct val="100000"/>
              </a:lnSpc>
              <a:spcBef>
                <a:spcPts val="600"/>
              </a:spcBef>
              <a:defRPr sz="1600"/>
            </a:lvl1pPr>
            <a:lvl2pPr marL="481001" indent="-228594">
              <a:lnSpc>
                <a:spcPct val="100000"/>
              </a:lnSpc>
              <a:spcBef>
                <a:spcPts val="600"/>
              </a:spcBef>
              <a:defRPr sz="1600"/>
            </a:lvl2pPr>
            <a:lvl3pPr marL="708008" indent="-228594">
              <a:lnSpc>
                <a:spcPct val="100000"/>
              </a:lnSpc>
              <a:spcBef>
                <a:spcPts val="600"/>
              </a:spcBef>
              <a:defRPr sz="1600"/>
            </a:lvl3pPr>
            <a:lvl4pPr marL="933427" indent="-228594">
              <a:lnSpc>
                <a:spcPct val="100000"/>
              </a:lnSpc>
              <a:spcBef>
                <a:spcPts val="600"/>
              </a:spcBef>
              <a:defRPr sz="1600"/>
            </a:lvl4pPr>
            <a:lvl5pPr marL="1130272" indent="-228594">
              <a:lnSpc>
                <a:spcPct val="100000"/>
              </a:lnSpc>
              <a:spcBef>
                <a:spcPts val="600"/>
              </a:spcBef>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615949" y="5527403"/>
            <a:ext cx="10088563" cy="338554"/>
          </a:xfrm>
          <a:prstGeom prst="rect">
            <a:avLst/>
          </a:prstGeom>
        </p:spPr>
        <p:txBody>
          <a:bodyPr anchor="b">
            <a:spAutoFit/>
          </a:bodyPr>
          <a:lstStyle>
            <a:lvl1pPr marL="0" indent="0" algn="l">
              <a:lnSpc>
                <a:spcPct val="100000"/>
              </a:lnSpc>
              <a:buNone/>
              <a:defRPr sz="160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643464" y="6212597"/>
            <a:ext cx="10855327" cy="246221"/>
          </a:xfrm>
          <a:prstGeom prst="rect">
            <a:avLst/>
          </a:prstGeom>
        </p:spPr>
        <p:txBody>
          <a:bodyPr anchor="b" anchorCtr="0">
            <a:spAutoFit/>
          </a:bodyPr>
          <a:lstStyle>
            <a:lvl1pPr marL="0" indent="0">
              <a:lnSpc>
                <a:spcPct val="100000"/>
              </a:lnSpc>
              <a:spcBef>
                <a:spcPts val="0"/>
              </a:spcBef>
              <a:buNone/>
              <a:defRPr sz="1000"/>
            </a:lvl1pPr>
            <a:lvl2pPr marL="457189" indent="0">
              <a:buNone/>
              <a:defRPr sz="1000"/>
            </a:lvl2pPr>
            <a:lvl3pPr marL="914377" indent="0">
              <a:buNone/>
              <a:defRPr sz="1000"/>
            </a:lvl3pPr>
            <a:lvl4pPr marL="1371566" indent="0">
              <a:buNone/>
              <a:defRPr sz="1000"/>
            </a:lvl4pPr>
            <a:lvl5pPr marL="1828754" indent="0">
              <a:buNone/>
              <a:defRPr sz="100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643464" y="5966376"/>
            <a:ext cx="10855327" cy="246221"/>
          </a:xfrm>
          <a:prstGeom prst="rect">
            <a:avLst/>
          </a:prstGeom>
        </p:spPr>
        <p:txBody>
          <a:bodyPr anchor="b" anchorCtr="0">
            <a:spAutoFit/>
          </a:bodyPr>
          <a:lstStyle>
            <a:lvl1pPr marL="0" indent="0">
              <a:lnSpc>
                <a:spcPct val="100000"/>
              </a:lnSpc>
              <a:spcBef>
                <a:spcPts val="0"/>
              </a:spcBef>
              <a:buNone/>
              <a:defRPr sz="1000"/>
            </a:lvl1pPr>
            <a:lvl2pPr marL="457189" indent="0">
              <a:buNone/>
              <a:defRPr sz="1000"/>
            </a:lvl2pPr>
            <a:lvl3pPr marL="914377" indent="0">
              <a:buNone/>
              <a:defRPr sz="1000"/>
            </a:lvl3pPr>
            <a:lvl4pPr marL="1371566" indent="0">
              <a:buNone/>
              <a:defRPr sz="1000"/>
            </a:lvl4pPr>
            <a:lvl5pPr marL="1828754" indent="0">
              <a:buNone/>
              <a:defRPr sz="1000"/>
            </a:lvl5pPr>
          </a:lstStyle>
          <a:p>
            <a:pPr lvl="0"/>
            <a:r>
              <a:rPr lang="en-US"/>
              <a:t>Note/Footnote:</a:t>
            </a:r>
          </a:p>
        </p:txBody>
      </p:sp>
    </p:spTree>
    <p:extLst>
      <p:ext uri="{BB962C8B-B14F-4D97-AF65-F5344CB8AC3E}">
        <p14:creationId xmlns:p14="http://schemas.microsoft.com/office/powerpoint/2010/main" val="2573115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 Sub title +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01" y="2526890"/>
            <a:ext cx="10737849" cy="3559279"/>
          </a:xfrm>
          <a:prstGeom prst="rect">
            <a:avLst/>
          </a:prstGeom>
        </p:spPr>
        <p:txBody>
          <a:bodyPr/>
          <a:lstStyle>
            <a:lvl1pPr>
              <a:lnSpc>
                <a:spcPct val="100000"/>
              </a:lnSpc>
              <a:spcBef>
                <a:spcPts val="600"/>
              </a:spcBef>
              <a:defRPr sz="1600"/>
            </a:lvl1pPr>
            <a:lvl2pPr marL="481001" indent="-228594">
              <a:lnSpc>
                <a:spcPct val="100000"/>
              </a:lnSpc>
              <a:spcBef>
                <a:spcPts val="600"/>
              </a:spcBef>
              <a:defRPr sz="1600"/>
            </a:lvl2pPr>
            <a:lvl3pPr marL="708008" indent="-228594">
              <a:lnSpc>
                <a:spcPct val="100000"/>
              </a:lnSpc>
              <a:spcBef>
                <a:spcPts val="600"/>
              </a:spcBef>
              <a:defRPr sz="1600"/>
            </a:lvl3pPr>
            <a:lvl4pPr marL="933427" indent="-228594">
              <a:lnSpc>
                <a:spcPct val="100000"/>
              </a:lnSpc>
              <a:spcBef>
                <a:spcPts val="600"/>
              </a:spcBef>
              <a:defRPr sz="1600"/>
            </a:lvl4pPr>
            <a:lvl5pPr marL="1130272" indent="-228594">
              <a:lnSpc>
                <a:spcPct val="100000"/>
              </a:lnSpc>
              <a:spcBef>
                <a:spcPts val="600"/>
              </a:spcBef>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9" name="Content Placeholder 2">
            <a:extLst>
              <a:ext uri="{FF2B5EF4-FFF2-40B4-BE49-F238E27FC236}">
                <a16:creationId xmlns:a16="http://schemas.microsoft.com/office/drawing/2014/main" id="{F910E947-851C-48B4-83FD-A225938FFF21}"/>
              </a:ext>
            </a:extLst>
          </p:cNvPr>
          <p:cNvSpPr>
            <a:spLocks noGrp="1"/>
          </p:cNvSpPr>
          <p:nvPr>
            <p:ph sz="quarter" idx="19" hasCustomPrompt="1"/>
          </p:nvPr>
        </p:nvSpPr>
        <p:spPr>
          <a:xfrm>
            <a:off x="605365" y="1483552"/>
            <a:ext cx="10737849" cy="923329"/>
          </a:xfrm>
          <a:prstGeom prst="rect">
            <a:avLst/>
          </a:prstGeom>
        </p:spPr>
        <p:txBody>
          <a:bodyPr>
            <a:spAutoFit/>
          </a:bodyPr>
          <a:lstStyle>
            <a:lvl1pPr marL="0" indent="0">
              <a:lnSpc>
                <a:spcPct val="100000"/>
              </a:lnSpc>
              <a:spcBef>
                <a:spcPts val="600"/>
              </a:spcBef>
              <a:buNone/>
              <a:defRPr sz="2600"/>
            </a:lvl1pPr>
            <a:lvl2pPr marL="481001" indent="-228594">
              <a:lnSpc>
                <a:spcPct val="100000"/>
              </a:lnSpc>
              <a:spcBef>
                <a:spcPts val="600"/>
              </a:spcBef>
              <a:defRPr sz="1600"/>
            </a:lvl2pPr>
            <a:lvl3pPr marL="708008" indent="-228594">
              <a:lnSpc>
                <a:spcPct val="100000"/>
              </a:lnSpc>
              <a:spcBef>
                <a:spcPts val="600"/>
              </a:spcBef>
              <a:defRPr sz="1600"/>
            </a:lvl3pPr>
            <a:lvl4pPr marL="933427" indent="-228594">
              <a:lnSpc>
                <a:spcPct val="100000"/>
              </a:lnSpc>
              <a:spcBef>
                <a:spcPts val="600"/>
              </a:spcBef>
              <a:defRPr sz="1600"/>
            </a:lvl4pPr>
            <a:lvl5pPr marL="1130272" indent="-228594">
              <a:lnSpc>
                <a:spcPct val="100000"/>
              </a:lnSpc>
              <a:spcBef>
                <a:spcPts val="600"/>
              </a:spcBef>
              <a:defRPr sz="1600"/>
            </a:lvl5pPr>
          </a:lstStyle>
          <a:p>
            <a:pPr lvl="0"/>
            <a:r>
              <a:rPr lang="en-US"/>
              <a:t>Subtitle text to be added here in two lines. The second line is optional in this case.</a:t>
            </a:r>
            <a:endParaRPr lang="en-IN"/>
          </a:p>
        </p:txBody>
      </p:sp>
    </p:spTree>
    <p:extLst>
      <p:ext uri="{BB962C8B-B14F-4D97-AF65-F5344CB8AC3E}">
        <p14:creationId xmlns:p14="http://schemas.microsoft.com/office/powerpoint/2010/main" val="26622091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1" y="4165601"/>
            <a:ext cx="5303839" cy="2047875"/>
          </a:xfrm>
          <a:prstGeom prst="rect">
            <a:avLst/>
          </a:prstGeom>
          <a:solidFill>
            <a:schemeClr val="bg1">
              <a:lumMod val="85000"/>
              <a:alpha val="85000"/>
            </a:schemeClr>
          </a:solidFill>
        </p:spPr>
        <p:txBody>
          <a:bodyPr lIns="720000" anchor="ctr"/>
          <a:lstStyle>
            <a:lvl1pPr marL="0" indent="0">
              <a:lnSpc>
                <a:spcPct val="100000"/>
              </a:lnSpc>
              <a:buNone/>
              <a:defRPr sz="2700"/>
            </a:lvl1pPr>
          </a:lstStyle>
          <a:p>
            <a:pPr lvl="0"/>
            <a:r>
              <a:rPr lang="en-US"/>
              <a:t>Add this grey patch in 15% transparency over a full image for text to be visible </a:t>
            </a:r>
            <a:endParaRPr lang="en-IN"/>
          </a:p>
        </p:txBody>
      </p:sp>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1"/>
            <a:ext cx="12192000"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IMAGES</a:t>
            </a:r>
          </a:p>
        </p:txBody>
      </p:sp>
    </p:spTree>
    <p:extLst>
      <p:ext uri="{BB962C8B-B14F-4D97-AF65-F5344CB8AC3E}">
        <p14:creationId xmlns:p14="http://schemas.microsoft.com/office/powerpoint/2010/main" val="3730106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500"/>
            <a:ext cx="6075680" cy="63612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4630233"/>
            <a:ext cx="5120640" cy="1169551"/>
          </a:xfrm>
          <a:prstGeom prst="rect">
            <a:avLst/>
          </a:prstGeom>
          <a:solidFill>
            <a:schemeClr val="bg1">
              <a:lumMod val="85000"/>
              <a:alpha val="85000"/>
            </a:schemeClr>
          </a:solidFill>
        </p:spPr>
        <p:txBody>
          <a:bodyPr wrap="square" anchor="ctr">
            <a:spAutoFit/>
          </a:bodyPr>
          <a:lstStyle>
            <a:lvl1pPr marL="628635" indent="0" algn="l">
              <a:lnSpc>
                <a:spcPct val="100000"/>
              </a:lnSpc>
              <a:spcBef>
                <a:spcPts val="0"/>
              </a:spcBef>
              <a:buNone/>
              <a:defRPr sz="68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6117093" y="1"/>
            <a:ext cx="6074907"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823709" y="4661009"/>
            <a:ext cx="2296931" cy="1107996"/>
          </a:xfrm>
          <a:prstGeom prst="rect">
            <a:avLst/>
          </a:prstGeom>
          <a:noFill/>
        </p:spPr>
        <p:txBody>
          <a:bodyPr anchor="ctr">
            <a:spAutoFit/>
          </a:bodyPr>
          <a:lstStyle>
            <a:lvl1pPr marL="0" indent="0">
              <a:lnSpc>
                <a:spcPct val="100000"/>
              </a:lnSpc>
              <a:spcBef>
                <a:spcPts val="0"/>
              </a:spcBef>
              <a:buNone/>
              <a:defRPr sz="1600">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r>
              <a:rPr lang="en-US"/>
              <a:t>Add this grey patch in 15% transparency over a full image for text to be visible </a:t>
            </a:r>
          </a:p>
        </p:txBody>
      </p:sp>
    </p:spTree>
    <p:extLst>
      <p:ext uri="{BB962C8B-B14F-4D97-AF65-F5344CB8AC3E}">
        <p14:creationId xmlns:p14="http://schemas.microsoft.com/office/powerpoint/2010/main" val="4104577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647" y="1163201"/>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608663" y="1204043"/>
            <a:ext cx="10862612" cy="492443"/>
          </a:xfrm>
          <a:prstGeom prst="rect">
            <a:avLst/>
          </a:prstGeom>
        </p:spPr>
        <p:txBody>
          <a:bodyPr>
            <a:spAutoFit/>
          </a:bodyPr>
          <a:lstStyle>
            <a:lvl1pPr marL="0" indent="0">
              <a:lnSpc>
                <a:spcPct val="100000"/>
              </a:lnSpc>
              <a:buNone/>
              <a:defRPr sz="2600" b="0">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734045" y="2744790"/>
            <a:ext cx="5350843"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6189118" y="2744790"/>
            <a:ext cx="5288311"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734044" y="1942705"/>
            <a:ext cx="10723912" cy="635891"/>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898933" y="2914425"/>
            <a:ext cx="5022000"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898933" y="3477930"/>
            <a:ext cx="5022000" cy="316113"/>
          </a:xfrm>
          <a:prstGeom prst="rect">
            <a:avLst/>
          </a:prstGeom>
        </p:spPr>
        <p:txBody>
          <a:bodyPr lIns="90000" tIns="46800" rIns="90000" bIns="46800" anchor="t">
            <a:spAutoFit/>
          </a:bodyPr>
          <a:lstStyle>
            <a:lvl1pPr marL="0" marR="0" indent="0" algn="l" defTabSz="914377" rtl="0" eaLnBrk="1" fontAlgn="auto" latinLnBrk="0" hangingPunct="1">
              <a:lnSpc>
                <a:spcPct val="100000"/>
              </a:lnSpc>
              <a:spcBef>
                <a:spcPts val="0"/>
              </a:spcBef>
              <a:spcAft>
                <a:spcPts val="0"/>
              </a:spcAft>
              <a:buClrTx/>
              <a:buSzTx/>
              <a:buFontTx/>
              <a:buNone/>
              <a:tabLst/>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6322273" y="3477929"/>
            <a:ext cx="5022000" cy="340735"/>
          </a:xfrm>
          <a:prstGeom prst="rect">
            <a:avLst/>
          </a:prstGeom>
        </p:spPr>
        <p:txBody>
          <a:bodyPr lIns="90000" tIns="46800" rIns="90000" bIns="46800"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6322273" y="2914425"/>
            <a:ext cx="5022000"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Supporting Teams &amp; Capabilities</a:t>
            </a:r>
            <a:endParaRPr lang="en-US"/>
          </a:p>
        </p:txBody>
      </p:sp>
    </p:spTree>
    <p:extLst>
      <p:ext uri="{BB962C8B-B14F-4D97-AF65-F5344CB8AC3E}">
        <p14:creationId xmlns:p14="http://schemas.microsoft.com/office/powerpoint/2010/main" val="9720973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736940" y="3787661"/>
            <a:ext cx="10856451" cy="190211"/>
          </a:xfrm>
          <a:prstGeom prst="rightArrow">
            <a:avLst/>
          </a:prstGeom>
          <a:solidFill>
            <a:schemeClr val="accent1"/>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9102827" y="4697997"/>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7539627" y="4697997"/>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5976427" y="4697997"/>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4413227" y="4697997"/>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850027" y="4697997"/>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1286827" y="4697997"/>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9884430" y="1672811"/>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8321227" y="1672811"/>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6758027" y="1672811"/>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5194827" y="1672811"/>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3631627" y="1672811"/>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2068427" y="1672811"/>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505227" y="1672811"/>
            <a:ext cx="1782847"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700051" y="1806043"/>
            <a:ext cx="1364400" cy="246221"/>
          </a:xfrm>
          <a:prstGeom prst="rect">
            <a:avLst/>
          </a:prstGeom>
        </p:spPr>
        <p:txBody>
          <a:bodyPr wrap="square"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2263251"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3826451"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5389651"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6952851"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8516051"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10079253"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481651" y="483439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3044851" y="483439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4608051" y="483439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6171251" y="483439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7734451" y="483439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9297651" y="483439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287259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4639814" y="644526"/>
            <a:ext cx="6831463" cy="5568951"/>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621772" y="1971675"/>
            <a:ext cx="3926416" cy="2523768"/>
          </a:xfrm>
          <a:prstGeom prst="rect">
            <a:avLst/>
          </a:prstGeom>
        </p:spPr>
        <p:txBody>
          <a:bodyPr>
            <a:spAutoFit/>
          </a:bodyPr>
          <a:lstStyle>
            <a:lvl1pPr marL="0" indent="0">
              <a:lnSpc>
                <a:spcPct val="100000"/>
              </a:lnSpc>
              <a:buNone/>
              <a:defRPr sz="2600" b="0">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615951" y="527693"/>
            <a:ext cx="3926416" cy="892552"/>
          </a:xfrm>
          <a:prstGeom prst="rect">
            <a:avLst/>
          </a:prstGeom>
        </p:spPr>
        <p:txBody>
          <a:bodyPr>
            <a:spAutoFit/>
          </a:bodyPr>
          <a:lstStyle>
            <a:lvl1pPr>
              <a:defRPr lang="en-IN" sz="2600" b="1" i="0" dirty="0">
                <a:latin typeface="+mn-lt"/>
                <a:ea typeface="+mn-ea"/>
                <a:cs typeface="+mn-cs"/>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1903292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 Bullet + Visual">
    <p:spTree>
      <p:nvGrpSpPr>
        <p:cNvPr id="1" name=""/>
        <p:cNvGrpSpPr/>
        <p:nvPr/>
      </p:nvGrpSpPr>
      <p:grpSpPr>
        <a:xfrm>
          <a:off x="0" y="0"/>
          <a:ext cx="0" cy="0"/>
          <a:chOff x="0" y="0"/>
          <a:chExt cx="0" cy="0"/>
        </a:xfrm>
      </p:grpSpPr>
      <p:sp>
        <p:nvSpPr>
          <p:cNvPr id="5" name="Text Placeholder 14">
            <a:extLst>
              <a:ext uri="{FF2B5EF4-FFF2-40B4-BE49-F238E27FC236}">
                <a16:creationId xmlns:a16="http://schemas.microsoft.com/office/drawing/2014/main" id="{DABD7FFA-69E5-41E8-B82E-34B75DFB7888}"/>
              </a:ext>
            </a:extLst>
          </p:cNvPr>
          <p:cNvSpPr>
            <a:spLocks noGrp="1"/>
          </p:cNvSpPr>
          <p:nvPr>
            <p:ph type="body" sz="quarter" idx="15" hasCustomPrompt="1"/>
          </p:nvPr>
        </p:nvSpPr>
        <p:spPr>
          <a:xfrm>
            <a:off x="604838" y="2744789"/>
            <a:ext cx="4538663" cy="2175980"/>
          </a:xfrm>
          <a:prstGeom prst="rect">
            <a:avLst/>
          </a:prstGeom>
        </p:spPr>
        <p:txBody>
          <a:bodyPr wrap="square">
            <a:spAutoFit/>
          </a:bodyPr>
          <a:lstStyle>
            <a:lvl1pPr marL="0" marR="0" indent="0" algn="l" defTabSz="914377" rtl="0" eaLnBrk="1" fontAlgn="auto" latinLnBrk="0" hangingPunct="1">
              <a:lnSpc>
                <a:spcPct val="100000"/>
              </a:lnSpc>
              <a:spcBef>
                <a:spcPts val="1000"/>
              </a:spcBef>
              <a:spcAft>
                <a:spcPts val="0"/>
              </a:spcAft>
              <a:buClr>
                <a:schemeClr val="accent4"/>
              </a:buClr>
              <a:buSzTx/>
              <a:buFont typeface="Arial" panose="020B0604020202020204" pitchFamily="34" charset="0"/>
              <a:buNone/>
              <a:tabLst/>
              <a:defRPr sz="1600">
                <a:solidFill>
                  <a:schemeClr val="tx1"/>
                </a:solidFill>
                <a:latin typeface="+mn-lt"/>
              </a:defRPr>
            </a:lvl1pPr>
            <a:lvl2pPr marL="212720" indent="-212720">
              <a:lnSpc>
                <a:spcPct val="100000"/>
              </a:lnSpc>
              <a:buClr>
                <a:schemeClr val="tx1"/>
              </a:buClr>
              <a:defRPr sz="1600">
                <a:solidFill>
                  <a:schemeClr val="tx1"/>
                </a:solidFill>
              </a:defRPr>
            </a:lvl2pPr>
            <a:lvl3pPr marL="477827" indent="-247644">
              <a:lnSpc>
                <a:spcPct val="100000"/>
              </a:lnSpc>
              <a:spcAft>
                <a:spcPts val="0"/>
              </a:spcAft>
              <a:buClr>
                <a:schemeClr val="tx1"/>
              </a:buClr>
              <a:buFont typeface="Arial" panose="020B0604020202020204" pitchFamily="34" charset="0"/>
              <a:buChar char="•"/>
              <a:defRPr sz="1600">
                <a:solidFill>
                  <a:schemeClr val="tx1"/>
                </a:solidFill>
              </a:defRPr>
            </a:lvl3pPr>
            <a:lvl4pPr marL="255594" marR="0" indent="0" algn="l" defTabSz="914377" rtl="0" eaLnBrk="1" fontAlgn="auto" latinLnBrk="0" hangingPunct="1">
              <a:lnSpc>
                <a:spcPct val="100000"/>
              </a:lnSpc>
              <a:spcBef>
                <a:spcPts val="500"/>
              </a:spcBef>
              <a:spcAft>
                <a:spcPts val="0"/>
              </a:spcAft>
              <a:buClr>
                <a:schemeClr val="tx1"/>
              </a:buClr>
              <a:buSzTx/>
              <a:buFont typeface="Arial" panose="020B0604020202020204" pitchFamily="34" charset="0"/>
              <a:buNone/>
              <a:tabLst/>
              <a:defRPr sz="1600">
                <a:solidFill>
                  <a:schemeClr val="tx1"/>
                </a:solidFill>
              </a:defRPr>
            </a:lvl4pPr>
            <a:lvl5pPr marL="464388" indent="-284393">
              <a:lnSpc>
                <a:spcPct val="100000"/>
              </a:lnSpc>
              <a:defRPr sz="1600"/>
            </a:lvl5pPr>
          </a:lstStyle>
          <a:p>
            <a:pPr lvl="0"/>
            <a:r>
              <a:rPr lang="en-GB"/>
              <a:t>Text that needs to go in bullet points need to follow this template</a:t>
            </a:r>
          </a:p>
          <a:p>
            <a:pPr marL="285744" marR="0" lvl="0" indent="-285744" algn="l" defTabSz="914377" rtl="0" eaLnBrk="1" fontAlgn="auto" latinLnBrk="0" hangingPunct="1">
              <a:lnSpc>
                <a:spcPct val="90000"/>
              </a:lnSpc>
              <a:spcBef>
                <a:spcPts val="1000"/>
              </a:spcBef>
              <a:spcAft>
                <a:spcPts val="0"/>
              </a:spcAft>
              <a:buClrTx/>
              <a:buSzTx/>
              <a:tabLst/>
              <a:defRPr/>
            </a:pPr>
            <a:r>
              <a:rPr lang="en-GB"/>
              <a:t>First level - Sub text in preferably in one line</a:t>
            </a:r>
          </a:p>
          <a:p>
            <a:pPr lvl="1"/>
            <a:r>
              <a:rPr lang="en-GB"/>
              <a:t>Second level</a:t>
            </a:r>
          </a:p>
          <a:p>
            <a:pPr lvl="2"/>
            <a:r>
              <a:rPr lang="en-GB"/>
              <a:t>Sub- Second level</a:t>
            </a:r>
          </a:p>
          <a:p>
            <a:pPr lvl="1"/>
            <a:r>
              <a:rPr lang="en-GB"/>
              <a:t>Third level</a:t>
            </a:r>
          </a:p>
          <a:p>
            <a:pPr lvl="2"/>
            <a:r>
              <a:rPr lang="en-GB"/>
              <a:t>Sub- Third level</a:t>
            </a:r>
          </a:p>
        </p:txBody>
      </p:sp>
      <p:sp>
        <p:nvSpPr>
          <p:cNvPr id="6" name="Content Placeholder 2">
            <a:extLst>
              <a:ext uri="{FF2B5EF4-FFF2-40B4-BE49-F238E27FC236}">
                <a16:creationId xmlns:a16="http://schemas.microsoft.com/office/drawing/2014/main" id="{B60FAA21-A344-43D4-BDA4-FD3275200231}"/>
              </a:ext>
            </a:extLst>
          </p:cNvPr>
          <p:cNvSpPr>
            <a:spLocks noGrp="1"/>
          </p:cNvSpPr>
          <p:nvPr>
            <p:ph idx="1" hasCustomPrompt="1"/>
          </p:nvPr>
        </p:nvSpPr>
        <p:spPr>
          <a:xfrm>
            <a:off x="5291140" y="644526"/>
            <a:ext cx="6180137" cy="5568951"/>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7" name="Title 1">
            <a:extLst>
              <a:ext uri="{FF2B5EF4-FFF2-40B4-BE49-F238E27FC236}">
                <a16:creationId xmlns:a16="http://schemas.microsoft.com/office/drawing/2014/main" id="{55630796-9AED-4972-A5CF-D6D6E73B6F62}"/>
              </a:ext>
            </a:extLst>
          </p:cNvPr>
          <p:cNvSpPr>
            <a:spLocks noGrp="1"/>
          </p:cNvSpPr>
          <p:nvPr>
            <p:ph type="title" hasCustomPrompt="1"/>
          </p:nvPr>
        </p:nvSpPr>
        <p:spPr>
          <a:xfrm>
            <a:off x="604801" y="471371"/>
            <a:ext cx="4538700" cy="2154436"/>
          </a:xfrm>
          <a:prstGeom prst="rect">
            <a:avLst/>
          </a:prstGeom>
        </p:spPr>
        <p:txBody>
          <a:bodyPr>
            <a:spAutoFit/>
          </a:bodyPr>
          <a:lstStyle>
            <a:lvl1pPr>
              <a:lnSpc>
                <a:spcPct val="100000"/>
              </a:lnSpc>
              <a:defRPr b="1">
                <a:latin typeface="+mn-lt"/>
              </a:defRPr>
            </a:lvl1pPr>
          </a:lstStyle>
          <a:p>
            <a:r>
              <a:rPr lang="en-GB"/>
              <a:t>Title in maximum </a:t>
            </a:r>
            <a:br>
              <a:rPr lang="en-GB"/>
            </a:br>
            <a:r>
              <a:rPr lang="en-GB"/>
              <a:t>three lines</a:t>
            </a:r>
            <a:endParaRPr lang="en-IN"/>
          </a:p>
        </p:txBody>
      </p:sp>
    </p:spTree>
    <p:extLst>
      <p:ext uri="{BB962C8B-B14F-4D97-AF65-F5344CB8AC3E}">
        <p14:creationId xmlns:p14="http://schemas.microsoft.com/office/powerpoint/2010/main" val="11370030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 content + 2 Visual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615951" y="4100514"/>
            <a:ext cx="4687888" cy="1723549"/>
          </a:xfrm>
          <a:prstGeom prst="rect">
            <a:avLst/>
          </a:prstGeom>
        </p:spPr>
        <p:txBody>
          <a:bodyPr anchor="t">
            <a:spAutoFit/>
          </a:bodyPr>
          <a:lstStyle>
            <a:lvl1pPr marL="0" indent="0" algn="l">
              <a:lnSpc>
                <a:spcPct val="100000"/>
              </a:lnSpc>
              <a:buNone/>
              <a:defRPr sz="260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in three of four lines maximum. Any highlighting to be done in bold or blue</a:t>
            </a:r>
            <a:endParaRPr lang="en-US"/>
          </a:p>
        </p:txBody>
      </p:sp>
      <p:sp>
        <p:nvSpPr>
          <p:cNvPr id="13" name="Content Placeholder 2">
            <a:extLst>
              <a:ext uri="{FF2B5EF4-FFF2-40B4-BE49-F238E27FC236}">
                <a16:creationId xmlns:a16="http://schemas.microsoft.com/office/drawing/2014/main" id="{17CE1F37-C7DA-0242-B2C0-160371F28412}"/>
              </a:ext>
            </a:extLst>
          </p:cNvPr>
          <p:cNvSpPr>
            <a:spLocks noGrp="1"/>
          </p:cNvSpPr>
          <p:nvPr>
            <p:ph idx="12" hasCustomPrompt="1"/>
          </p:nvPr>
        </p:nvSpPr>
        <p:spPr>
          <a:xfrm>
            <a:off x="6924675" y="3477373"/>
            <a:ext cx="4546600" cy="2747963"/>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6924675" y="644525"/>
            <a:ext cx="4546600" cy="2747963"/>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itle 1">
            <a:extLst>
              <a:ext uri="{FF2B5EF4-FFF2-40B4-BE49-F238E27FC236}">
                <a16:creationId xmlns:a16="http://schemas.microsoft.com/office/drawing/2014/main" id="{2301CBD1-44C8-42DF-AEB1-BC9CB069B9B2}"/>
              </a:ext>
            </a:extLst>
          </p:cNvPr>
          <p:cNvSpPr>
            <a:spLocks noGrp="1"/>
          </p:cNvSpPr>
          <p:nvPr>
            <p:ph type="title"/>
          </p:nvPr>
        </p:nvSpPr>
        <p:spPr>
          <a:xfrm>
            <a:off x="605364" y="498666"/>
            <a:ext cx="5760000" cy="1384995"/>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4893205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graphs + Highligh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FC5EC474-5D54-473F-9E3A-41A08DB05227}"/>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13" name="Text Placeholder 6">
            <a:extLst>
              <a:ext uri="{FF2B5EF4-FFF2-40B4-BE49-F238E27FC236}">
                <a16:creationId xmlns:a16="http://schemas.microsoft.com/office/drawing/2014/main" id="{6EC92998-E102-43FB-9F0D-FE0513A0B097}"/>
              </a:ext>
            </a:extLst>
          </p:cNvPr>
          <p:cNvSpPr>
            <a:spLocks noGrp="1"/>
          </p:cNvSpPr>
          <p:nvPr>
            <p:ph type="body" sz="quarter" idx="18" hasCustomPrompt="1"/>
          </p:nvPr>
        </p:nvSpPr>
        <p:spPr>
          <a:xfrm>
            <a:off x="640977" y="6143891"/>
            <a:ext cx="10717153" cy="215444"/>
          </a:xfrm>
          <a:prstGeom prst="rect">
            <a:avLst/>
          </a:prstGeom>
        </p:spPr>
        <p:txBody>
          <a:bodyPr wrap="square" anchor="b">
            <a:spAutoFit/>
          </a:bodyPr>
          <a:lstStyle>
            <a:lvl1pPr marL="0" indent="0" algn="l">
              <a:lnSpc>
                <a:spcPct val="100000"/>
              </a:lnSpc>
              <a:spcBef>
                <a:spcPts val="0"/>
              </a:spcBef>
              <a:buNone/>
              <a:defRPr sz="800">
                <a:solidFill>
                  <a:schemeClr val="bg1">
                    <a:lumMod val="50000"/>
                  </a:schemeClr>
                </a:solidFill>
                <a:latin typeface="+mn-lt"/>
              </a:defRPr>
            </a:lvl1pPr>
            <a:lvl2pPr marL="457189" indent="0">
              <a:buNone/>
              <a:defRPr sz="1600"/>
            </a:lvl2pPr>
            <a:lvl3pPr marL="914377" indent="0">
              <a:buNone/>
              <a:defRPr sz="1600"/>
            </a:lvl3pPr>
            <a:lvl4pPr marL="1371566" indent="0">
              <a:buNone/>
              <a:defRPr sz="1600"/>
            </a:lvl4pPr>
            <a:lvl5pPr marL="1828754" indent="0">
              <a:buNone/>
              <a:defRPr sz="1600"/>
            </a:lvl5pPr>
          </a:lstStyle>
          <a:p>
            <a:pPr lvl="0"/>
            <a:r>
              <a:rPr lang="en-GB"/>
              <a:t>Enter annotations or hyperlinks or websites here</a:t>
            </a:r>
          </a:p>
        </p:txBody>
      </p:sp>
      <p:sp>
        <p:nvSpPr>
          <p:cNvPr id="14" name="Content Placeholder 2">
            <a:extLst>
              <a:ext uri="{FF2B5EF4-FFF2-40B4-BE49-F238E27FC236}">
                <a16:creationId xmlns:a16="http://schemas.microsoft.com/office/drawing/2014/main" id="{0799E852-07DB-4C48-BE1E-6E5A5264B339}"/>
              </a:ext>
            </a:extLst>
          </p:cNvPr>
          <p:cNvSpPr>
            <a:spLocks noGrp="1"/>
          </p:cNvSpPr>
          <p:nvPr>
            <p:ph idx="1" hasCustomPrompt="1"/>
          </p:nvPr>
        </p:nvSpPr>
        <p:spPr>
          <a:xfrm>
            <a:off x="651600" y="1846073"/>
            <a:ext cx="4946560" cy="2521807"/>
          </a:xfrm>
          <a:prstGeom prst="rect">
            <a:avLst/>
          </a:prstGeom>
        </p:spPr>
        <p:txBody>
          <a:bodyPr/>
          <a:lstStyle>
            <a:lvl1pPr marL="0" indent="0">
              <a:lnSpc>
                <a:spcPct val="100000"/>
              </a:lnSpc>
              <a:buNone/>
              <a:defRPr sz="1600">
                <a:solidFill>
                  <a:srgbClr val="6B6B6B"/>
                </a:solidFill>
                <a:latin typeface="+mn-lt"/>
              </a:defRPr>
            </a:lvl1pPr>
          </a:lstStyle>
          <a:p>
            <a:r>
              <a:rPr lang="en-US"/>
              <a:t>INSERT CHART</a:t>
            </a:r>
          </a:p>
        </p:txBody>
      </p:sp>
      <p:sp>
        <p:nvSpPr>
          <p:cNvPr id="16" name="Content Placeholder 2">
            <a:extLst>
              <a:ext uri="{FF2B5EF4-FFF2-40B4-BE49-F238E27FC236}">
                <a16:creationId xmlns:a16="http://schemas.microsoft.com/office/drawing/2014/main" id="{62BA6F40-D5C2-4C17-B2BB-13A1683A1A7B}"/>
              </a:ext>
            </a:extLst>
          </p:cNvPr>
          <p:cNvSpPr>
            <a:spLocks noGrp="1"/>
          </p:cNvSpPr>
          <p:nvPr>
            <p:ph idx="14" hasCustomPrompt="1"/>
          </p:nvPr>
        </p:nvSpPr>
        <p:spPr>
          <a:xfrm>
            <a:off x="6411569" y="1846073"/>
            <a:ext cx="4946560" cy="2521807"/>
          </a:xfrm>
          <a:prstGeom prst="rect">
            <a:avLst/>
          </a:prstGeom>
        </p:spPr>
        <p:txBody>
          <a:bodyPr/>
          <a:lstStyle>
            <a:lvl1pPr marL="0" indent="0">
              <a:lnSpc>
                <a:spcPct val="100000"/>
              </a:lnSpc>
              <a:buNone/>
              <a:defRPr sz="1600">
                <a:solidFill>
                  <a:srgbClr val="6B6B6B"/>
                </a:solidFill>
                <a:latin typeface="+mn-lt"/>
              </a:defRPr>
            </a:lvl1pPr>
          </a:lstStyle>
          <a:p>
            <a:r>
              <a:rPr lang="en-US"/>
              <a:t>INSERT CHART</a:t>
            </a:r>
          </a:p>
        </p:txBody>
      </p:sp>
      <p:sp>
        <p:nvSpPr>
          <p:cNvPr id="22" name="Text Placeholder 2">
            <a:extLst>
              <a:ext uri="{FF2B5EF4-FFF2-40B4-BE49-F238E27FC236}">
                <a16:creationId xmlns:a16="http://schemas.microsoft.com/office/drawing/2014/main" id="{E6F2106F-239F-421B-9DAB-8226991E879A}"/>
              </a:ext>
            </a:extLst>
          </p:cNvPr>
          <p:cNvSpPr>
            <a:spLocks noGrp="1"/>
          </p:cNvSpPr>
          <p:nvPr>
            <p:ph type="body" sz="quarter" idx="15" hasCustomPrompt="1"/>
          </p:nvPr>
        </p:nvSpPr>
        <p:spPr>
          <a:xfrm>
            <a:off x="6407832" y="4712628"/>
            <a:ext cx="4953600" cy="492443"/>
          </a:xfrm>
          <a:prstGeom prst="rect">
            <a:avLst/>
          </a:prstGeom>
        </p:spPr>
        <p:txBody>
          <a:bodyPr anchor="b">
            <a:spAutoFit/>
          </a:bodyPr>
          <a:lstStyle>
            <a:lvl1pPr marL="0" indent="0" algn="l">
              <a:lnSpc>
                <a:spcPct val="100000"/>
              </a:lnSpc>
              <a:buNone/>
              <a:defRPr sz="2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Insight highlight</a:t>
            </a:r>
            <a:endParaRPr lang="en-US"/>
          </a:p>
        </p:txBody>
      </p:sp>
      <p:sp>
        <p:nvSpPr>
          <p:cNvPr id="23" name="Text Placeholder 2">
            <a:extLst>
              <a:ext uri="{FF2B5EF4-FFF2-40B4-BE49-F238E27FC236}">
                <a16:creationId xmlns:a16="http://schemas.microsoft.com/office/drawing/2014/main" id="{0B6A52CA-AF91-4DF6-8C12-8A93EEFACDA9}"/>
              </a:ext>
            </a:extLst>
          </p:cNvPr>
          <p:cNvSpPr>
            <a:spLocks noGrp="1"/>
          </p:cNvSpPr>
          <p:nvPr>
            <p:ph type="body" sz="quarter" idx="13" hasCustomPrompt="1"/>
          </p:nvPr>
        </p:nvSpPr>
        <p:spPr>
          <a:xfrm>
            <a:off x="647863" y="4712628"/>
            <a:ext cx="4953600" cy="492443"/>
          </a:xfrm>
          <a:prstGeom prst="rect">
            <a:avLst/>
          </a:prstGeom>
        </p:spPr>
        <p:txBody>
          <a:bodyPr anchor="b">
            <a:spAutoFit/>
          </a:bodyPr>
          <a:lstStyle>
            <a:lvl1pPr marL="0" indent="0" algn="l">
              <a:lnSpc>
                <a:spcPct val="100000"/>
              </a:lnSpc>
              <a:buNone/>
              <a:defRPr sz="2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Insight highlight</a:t>
            </a:r>
            <a:endParaRPr lang="en-US"/>
          </a:p>
        </p:txBody>
      </p:sp>
      <p:sp>
        <p:nvSpPr>
          <p:cNvPr id="24" name="Text Placeholder 6">
            <a:extLst>
              <a:ext uri="{FF2B5EF4-FFF2-40B4-BE49-F238E27FC236}">
                <a16:creationId xmlns:a16="http://schemas.microsoft.com/office/drawing/2014/main" id="{F8C68E73-4694-4068-A989-F6E6EAB35B26}"/>
              </a:ext>
            </a:extLst>
          </p:cNvPr>
          <p:cNvSpPr>
            <a:spLocks noGrp="1"/>
          </p:cNvSpPr>
          <p:nvPr>
            <p:ph type="body" sz="quarter" idx="16" hasCustomPrompt="1"/>
          </p:nvPr>
        </p:nvSpPr>
        <p:spPr>
          <a:xfrm>
            <a:off x="647863" y="5287718"/>
            <a:ext cx="4953600" cy="338554"/>
          </a:xfrm>
          <a:prstGeom prst="rect">
            <a:avLst/>
          </a:prstGeom>
        </p:spPr>
        <p:txBody>
          <a:bodyPr anchor="t">
            <a:spAutoFit/>
          </a:bodyPr>
          <a:lstStyle>
            <a:lvl1pPr marL="0" indent="0" algn="l">
              <a:lnSpc>
                <a:spcPct val="100000"/>
              </a:lnSpc>
              <a:spcBef>
                <a:spcPts val="0"/>
              </a:spcBef>
              <a:buNone/>
              <a:defRPr sz="1600">
                <a:latin typeface="+mn-lt"/>
              </a:defRPr>
            </a:lvl1pPr>
            <a:lvl2pPr marL="457189" indent="0">
              <a:buNone/>
              <a:defRPr sz="1600"/>
            </a:lvl2pPr>
            <a:lvl3pPr marL="914377" indent="0">
              <a:buNone/>
              <a:defRPr sz="1600"/>
            </a:lvl3pPr>
            <a:lvl4pPr marL="1371566" indent="0">
              <a:buNone/>
              <a:defRPr sz="1600"/>
            </a:lvl4pPr>
            <a:lvl5pPr marL="1828754" indent="0">
              <a:buNone/>
              <a:defRPr sz="1600"/>
            </a:lvl5pPr>
          </a:lstStyle>
          <a:p>
            <a:pPr lvl="0"/>
            <a:r>
              <a:rPr lang="en-GB"/>
              <a:t>Enter body text here</a:t>
            </a:r>
          </a:p>
        </p:txBody>
      </p:sp>
      <p:sp>
        <p:nvSpPr>
          <p:cNvPr id="25" name="Text Placeholder 6">
            <a:extLst>
              <a:ext uri="{FF2B5EF4-FFF2-40B4-BE49-F238E27FC236}">
                <a16:creationId xmlns:a16="http://schemas.microsoft.com/office/drawing/2014/main" id="{D97D5BBB-3C42-4532-BBD4-50DFB00BA9D0}"/>
              </a:ext>
            </a:extLst>
          </p:cNvPr>
          <p:cNvSpPr>
            <a:spLocks noGrp="1"/>
          </p:cNvSpPr>
          <p:nvPr>
            <p:ph type="body" sz="quarter" idx="17" hasCustomPrompt="1"/>
          </p:nvPr>
        </p:nvSpPr>
        <p:spPr>
          <a:xfrm>
            <a:off x="6407832" y="5287718"/>
            <a:ext cx="4953600" cy="338554"/>
          </a:xfrm>
          <a:prstGeom prst="rect">
            <a:avLst/>
          </a:prstGeom>
        </p:spPr>
        <p:txBody>
          <a:bodyPr anchor="t">
            <a:spAutoFit/>
          </a:bodyPr>
          <a:lstStyle>
            <a:lvl1pPr marL="0" indent="0" algn="l">
              <a:lnSpc>
                <a:spcPct val="100000"/>
              </a:lnSpc>
              <a:spcBef>
                <a:spcPts val="0"/>
              </a:spcBef>
              <a:buNone/>
              <a:defRPr sz="1600">
                <a:latin typeface="+mn-lt"/>
              </a:defRPr>
            </a:lvl1pPr>
            <a:lvl2pPr marL="457189" indent="0">
              <a:buNone/>
              <a:defRPr sz="1600"/>
            </a:lvl2pPr>
            <a:lvl3pPr marL="914377" indent="0">
              <a:buNone/>
              <a:defRPr sz="1600"/>
            </a:lvl3pPr>
            <a:lvl4pPr marL="1371566" indent="0">
              <a:buNone/>
              <a:defRPr sz="1600"/>
            </a:lvl4pPr>
            <a:lvl5pPr marL="1828754" indent="0">
              <a:buNone/>
              <a:defRPr sz="1600"/>
            </a:lvl5pPr>
          </a:lstStyle>
          <a:p>
            <a:pPr lvl="0"/>
            <a:r>
              <a:rPr lang="en-GB"/>
              <a:t>Enter body text here</a:t>
            </a:r>
          </a:p>
        </p:txBody>
      </p:sp>
    </p:spTree>
    <p:extLst>
      <p:ext uri="{BB962C8B-B14F-4D97-AF65-F5344CB8AC3E}">
        <p14:creationId xmlns:p14="http://schemas.microsoft.com/office/powerpoint/2010/main" val="38084084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ard horizontal layout">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647" y="1163201"/>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3AC1F3C0-0D2C-42BA-AE4B-0D8BAA8BAAA1}"/>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25" name="Text Placeholder 2">
            <a:extLst>
              <a:ext uri="{FF2B5EF4-FFF2-40B4-BE49-F238E27FC236}">
                <a16:creationId xmlns:a16="http://schemas.microsoft.com/office/drawing/2014/main" id="{DDCB3788-B640-4E0C-8D72-5AE250E17347}"/>
              </a:ext>
            </a:extLst>
          </p:cNvPr>
          <p:cNvSpPr>
            <a:spLocks noGrp="1"/>
          </p:cNvSpPr>
          <p:nvPr>
            <p:ph type="body" sz="quarter" idx="26" hasCustomPrompt="1"/>
          </p:nvPr>
        </p:nvSpPr>
        <p:spPr>
          <a:xfrm>
            <a:off x="712788" y="1494972"/>
            <a:ext cx="2700000" cy="1512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1</a:t>
            </a:r>
            <a:endParaRPr lang="en-US"/>
          </a:p>
        </p:txBody>
      </p:sp>
      <p:sp>
        <p:nvSpPr>
          <p:cNvPr id="27" name="Text Placeholder 2">
            <a:extLst>
              <a:ext uri="{FF2B5EF4-FFF2-40B4-BE49-F238E27FC236}">
                <a16:creationId xmlns:a16="http://schemas.microsoft.com/office/drawing/2014/main" id="{103C16C2-B4D8-41F9-81B8-E71F2940694C}"/>
              </a:ext>
            </a:extLst>
          </p:cNvPr>
          <p:cNvSpPr>
            <a:spLocks noGrp="1"/>
          </p:cNvSpPr>
          <p:nvPr>
            <p:ph type="body" sz="quarter" idx="37" hasCustomPrompt="1"/>
          </p:nvPr>
        </p:nvSpPr>
        <p:spPr>
          <a:xfrm>
            <a:off x="712788" y="3095305"/>
            <a:ext cx="2700000" cy="1512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2</a:t>
            </a:r>
            <a:endParaRPr lang="en-US"/>
          </a:p>
        </p:txBody>
      </p:sp>
      <p:sp>
        <p:nvSpPr>
          <p:cNvPr id="30" name="Text Placeholder 2">
            <a:extLst>
              <a:ext uri="{FF2B5EF4-FFF2-40B4-BE49-F238E27FC236}">
                <a16:creationId xmlns:a16="http://schemas.microsoft.com/office/drawing/2014/main" id="{AF91E91A-6668-489F-B084-A6DE167813D9}"/>
              </a:ext>
            </a:extLst>
          </p:cNvPr>
          <p:cNvSpPr>
            <a:spLocks noGrp="1"/>
          </p:cNvSpPr>
          <p:nvPr>
            <p:ph type="body" sz="quarter" idx="39" hasCustomPrompt="1"/>
          </p:nvPr>
        </p:nvSpPr>
        <p:spPr>
          <a:xfrm>
            <a:off x="712788" y="4695639"/>
            <a:ext cx="2700000" cy="1512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3</a:t>
            </a:r>
            <a:endParaRPr lang="en-US"/>
          </a:p>
        </p:txBody>
      </p:sp>
      <p:sp>
        <p:nvSpPr>
          <p:cNvPr id="35" name="Text Placeholder 2">
            <a:extLst>
              <a:ext uri="{FF2B5EF4-FFF2-40B4-BE49-F238E27FC236}">
                <a16:creationId xmlns:a16="http://schemas.microsoft.com/office/drawing/2014/main" id="{8089179D-B2A0-4A15-A6DF-CF99DC9C5D99}"/>
              </a:ext>
            </a:extLst>
          </p:cNvPr>
          <p:cNvSpPr>
            <a:spLocks noGrp="1"/>
          </p:cNvSpPr>
          <p:nvPr>
            <p:ph type="body" sz="quarter" idx="41" hasCustomPrompt="1"/>
          </p:nvPr>
        </p:nvSpPr>
        <p:spPr>
          <a:xfrm>
            <a:off x="3534709" y="1494972"/>
            <a:ext cx="7912320" cy="1512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Text in maximum 3 lines</a:t>
            </a:r>
          </a:p>
        </p:txBody>
      </p:sp>
      <p:sp>
        <p:nvSpPr>
          <p:cNvPr id="36" name="Text Placeholder 2">
            <a:extLst>
              <a:ext uri="{FF2B5EF4-FFF2-40B4-BE49-F238E27FC236}">
                <a16:creationId xmlns:a16="http://schemas.microsoft.com/office/drawing/2014/main" id="{B7EAB319-3FDE-498E-AA33-CDBFDCDB7E66}"/>
              </a:ext>
            </a:extLst>
          </p:cNvPr>
          <p:cNvSpPr>
            <a:spLocks noGrp="1"/>
          </p:cNvSpPr>
          <p:nvPr>
            <p:ph type="body" sz="quarter" idx="42" hasCustomPrompt="1"/>
          </p:nvPr>
        </p:nvSpPr>
        <p:spPr>
          <a:xfrm>
            <a:off x="3534709" y="3095305"/>
            <a:ext cx="7912320" cy="1512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Text in maximum 3 lines</a:t>
            </a:r>
          </a:p>
        </p:txBody>
      </p:sp>
      <p:sp>
        <p:nvSpPr>
          <p:cNvPr id="37" name="Text Placeholder 2">
            <a:extLst>
              <a:ext uri="{FF2B5EF4-FFF2-40B4-BE49-F238E27FC236}">
                <a16:creationId xmlns:a16="http://schemas.microsoft.com/office/drawing/2014/main" id="{743B7E32-F244-4B56-AC4B-5E0E39764812}"/>
              </a:ext>
            </a:extLst>
          </p:cNvPr>
          <p:cNvSpPr>
            <a:spLocks noGrp="1"/>
          </p:cNvSpPr>
          <p:nvPr>
            <p:ph type="body" sz="quarter" idx="43" hasCustomPrompt="1"/>
          </p:nvPr>
        </p:nvSpPr>
        <p:spPr>
          <a:xfrm>
            <a:off x="3534709" y="4695639"/>
            <a:ext cx="7912320" cy="1512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Text in maximum 3 lines</a:t>
            </a:r>
          </a:p>
        </p:txBody>
      </p:sp>
    </p:spTree>
    <p:extLst>
      <p:ext uri="{BB962C8B-B14F-4D97-AF65-F5344CB8AC3E}">
        <p14:creationId xmlns:p14="http://schemas.microsoft.com/office/powerpoint/2010/main" val="2408042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734046" y="1971675"/>
            <a:ext cx="5288311"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6157383" y="1971675"/>
            <a:ext cx="5288311"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6282151" y="2190628"/>
            <a:ext cx="5015515"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58813" y="2190628"/>
            <a:ext cx="5015515"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58839" y="2819083"/>
            <a:ext cx="5014912" cy="1600439"/>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6282151" y="2819083"/>
            <a:ext cx="5014912" cy="1600439"/>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Tree>
    <p:extLst>
      <p:ext uri="{BB962C8B-B14F-4D97-AF65-F5344CB8AC3E}">
        <p14:creationId xmlns:p14="http://schemas.microsoft.com/office/powerpoint/2010/main" val="42456936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4394961" y="1971675"/>
            <a:ext cx="3410643"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4514881" y="2103334"/>
            <a:ext cx="3059883" cy="923329"/>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4514883" y="3100088"/>
            <a:ext cx="3059853" cy="2092880"/>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727075" y="1971675"/>
            <a:ext cx="3410643"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832005" y="2103334"/>
            <a:ext cx="3059883" cy="923329"/>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832006" y="3100088"/>
            <a:ext cx="3059853" cy="2092880"/>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8062849" y="1971675"/>
            <a:ext cx="3410643"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8167780" y="2103334"/>
            <a:ext cx="3059883" cy="923329"/>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8167780" y="3100088"/>
            <a:ext cx="3059853" cy="2092880"/>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15070850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712789" y="2038351"/>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3430049" y="2038351"/>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6135328" y="2038351"/>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8846137" y="2038351"/>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34942" y="2150285"/>
            <a:ext cx="2369721"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34956" y="3085485"/>
            <a:ext cx="2369691"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3552204" y="2150285"/>
            <a:ext cx="2369721"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3552217" y="3085485"/>
            <a:ext cx="2369691"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6257481" y="2150285"/>
            <a:ext cx="2369721"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6257495" y="3085485"/>
            <a:ext cx="2369691"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8968290" y="2150285"/>
            <a:ext cx="2369721"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8968304" y="3085485"/>
            <a:ext cx="2369691"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022363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711200" y="2033589"/>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876717" y="2033589"/>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5042235" y="2033589"/>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7207751" y="2033589"/>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9373267" y="2033589"/>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818613" y="2760142"/>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18613" y="2138511"/>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984130" y="2760142"/>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984130" y="2138511"/>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5149648" y="2760142"/>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5149648" y="2138511"/>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7315165" y="2760142"/>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7315165" y="2138511"/>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9480681" y="2760142"/>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9480681" y="2138511"/>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605364" y="498666"/>
            <a:ext cx="10854797" cy="738664"/>
          </a:xfrm>
          <a:prstGeom prst="rect">
            <a:avLst/>
          </a:prstGeom>
        </p:spPr>
        <p:txBody>
          <a:bodyPr wrap="square" anchor="t">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0690850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4384675" y="1973770"/>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8051700" y="1973770"/>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727075" y="4170217"/>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843743" y="4248874"/>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858837" y="4824730"/>
            <a:ext cx="3179763"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4384675" y="4170217"/>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4501343" y="4248874"/>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4516437" y="4824730"/>
            <a:ext cx="3179763"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8051700" y="4170217"/>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8168369" y="4248874"/>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8183464" y="4824730"/>
            <a:ext cx="3179763"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727075" y="1973770"/>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843743" y="2052428"/>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858837" y="2628283"/>
            <a:ext cx="3179763"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4501343" y="2052428"/>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4516437" y="2628283"/>
            <a:ext cx="3179763"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8168369" y="2052428"/>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8183464" y="2628283"/>
            <a:ext cx="3179763"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247234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75275" y="644526"/>
            <a:ext cx="6096000" cy="5568951"/>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621772" y="1971676"/>
            <a:ext cx="3926416" cy="1723549"/>
          </a:xfrm>
          <a:prstGeom prst="rect">
            <a:avLst/>
          </a:prstGeom>
        </p:spPr>
        <p:txBody>
          <a:bodyPr>
            <a:spAutoFit/>
          </a:bodyPr>
          <a:lstStyle>
            <a:lvl1pPr marL="0" indent="0" algn="l">
              <a:lnSpc>
                <a:spcPct val="100000"/>
              </a:lnSpc>
              <a:buNone/>
              <a:defRPr sz="2600"/>
            </a:lvl1pPr>
            <a:lvl2pPr marL="457189" indent="0">
              <a:buNone/>
              <a:defRPr/>
            </a:lvl2pPr>
            <a:lvl3pPr marL="914377" indent="0">
              <a:buNone/>
              <a:defRPr/>
            </a:lvl3pPr>
            <a:lvl4pPr marL="1371566" indent="0">
              <a:buNone/>
              <a:defRPr/>
            </a:lvl4pPr>
            <a:lvl5pPr marL="1828754"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621773" y="644526"/>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754"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7714917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035302" y="1971675"/>
            <a:ext cx="8435975" cy="424180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621773" y="644526"/>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754" indent="0">
              <a:buNone/>
              <a:defRPr sz="1100"/>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621773" y="1971675"/>
            <a:ext cx="2273828" cy="1292662"/>
          </a:xfrm>
          <a:prstGeom prst="rect">
            <a:avLst/>
          </a:prstGeom>
        </p:spPr>
        <p:txBody>
          <a:bodyPr wrap="square">
            <a:spAutoFit/>
          </a:bodyPr>
          <a:lstStyle>
            <a:lvl1pPr marL="0" indent="0" algn="l">
              <a:lnSpc>
                <a:spcPct val="100000"/>
              </a:lnSpc>
              <a:buNone/>
              <a:defRPr sz="2600"/>
            </a:lvl1pPr>
            <a:lvl2pPr marL="457189" indent="0">
              <a:buNone/>
              <a:defRPr/>
            </a:lvl2pPr>
            <a:lvl3pPr marL="914377" indent="0">
              <a:buNone/>
              <a:defRPr/>
            </a:lvl3pPr>
            <a:lvl4pPr marL="1371566" indent="0">
              <a:buNone/>
              <a:defRPr/>
            </a:lvl4pPr>
            <a:lvl5pPr marL="1828754"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36818662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711201" y="2229957"/>
            <a:ext cx="10760075" cy="3983519"/>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621772" y="1619430"/>
            <a:ext cx="10849503" cy="492443"/>
          </a:xfrm>
          <a:prstGeom prst="rect">
            <a:avLst/>
          </a:prstGeom>
        </p:spPr>
        <p:txBody>
          <a:bodyPr wrap="square">
            <a:spAutoFit/>
          </a:bodyPr>
          <a:lstStyle>
            <a:lvl1pPr>
              <a:defRPr lang="en-IN" sz="2600" b="0" i="0" dirty="0">
                <a:latin typeface="+mn-lt"/>
                <a:ea typeface="+mn-ea"/>
                <a:cs typeface="+mn-cs"/>
              </a:defRPr>
            </a:lvl1pPr>
          </a:lstStyle>
          <a:p>
            <a:pPr marL="0" lvl="0" indent="0">
              <a:lnSpc>
                <a:spcPct val="100000"/>
              </a:lnSpc>
              <a:spcBef>
                <a:spcPts val="100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621773" y="644526"/>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754"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6441731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711201" y="1645078"/>
            <a:ext cx="3044825" cy="4573159"/>
          </a:xfrm>
          <a:prstGeom prst="roundRect">
            <a:avLst>
              <a:gd name="adj" fmla="val 4672"/>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Graphic</a:t>
            </a:r>
          </a:p>
        </p:txBody>
      </p:sp>
      <p:sp>
        <p:nvSpPr>
          <p:cNvPr id="16" name="Rounded Rectangle 15">
            <a:extLst>
              <a:ext uri="{FF2B5EF4-FFF2-40B4-BE49-F238E27FC236}">
                <a16:creationId xmlns:a16="http://schemas.microsoft.com/office/drawing/2014/main" id="{AB0FD3F0-CADA-2A43-A855-218DC961FA55}"/>
              </a:ext>
            </a:extLst>
          </p:cNvPr>
          <p:cNvSpPr/>
          <p:nvPr/>
        </p:nvSpPr>
        <p:spPr>
          <a:xfrm>
            <a:off x="3846431" y="1645078"/>
            <a:ext cx="3780000" cy="457315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3900219" y="1771661"/>
            <a:ext cx="3594184"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1</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7716837" y="1645078"/>
            <a:ext cx="3780000" cy="457315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30" name="Text Placeholder 3">
            <a:extLst>
              <a:ext uri="{FF2B5EF4-FFF2-40B4-BE49-F238E27FC236}">
                <a16:creationId xmlns:a16="http://schemas.microsoft.com/office/drawing/2014/main" id="{7B936880-5BF6-594A-8BAD-B4D73AACDF8D}"/>
              </a:ext>
            </a:extLst>
          </p:cNvPr>
          <p:cNvSpPr>
            <a:spLocks noGrp="1"/>
          </p:cNvSpPr>
          <p:nvPr>
            <p:ph type="body" sz="half" idx="16" hasCustomPrompt="1"/>
          </p:nvPr>
        </p:nvSpPr>
        <p:spPr>
          <a:xfrm>
            <a:off x="7770626" y="1771661"/>
            <a:ext cx="35551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2</a:t>
            </a: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3900219" y="2388250"/>
            <a:ext cx="359418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7770626" y="2388250"/>
            <a:ext cx="355518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595120" y="527693"/>
            <a:ext cx="9912189" cy="492443"/>
          </a:xfrm>
          <a:prstGeom prst="rect">
            <a:avLst/>
          </a:prstGeom>
        </p:spPr>
        <p:txBody>
          <a:bodyPr wrap="square" anchor="ctr">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717443" y="415139"/>
            <a:ext cx="797187" cy="717551"/>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42709407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715225" y="648970"/>
            <a:ext cx="5302251" cy="274351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715225" y="3468369"/>
            <a:ext cx="5302251"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6122054" y="3468369"/>
            <a:ext cx="5302251"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840731" y="1481563"/>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840731" y="4308846"/>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6247561" y="4308846"/>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6122054" y="649288"/>
            <a:ext cx="5302251" cy="2743200"/>
          </a:xfrm>
          <a:prstGeom prst="roundRect">
            <a:avLst>
              <a:gd name="adj" fmla="val 3541"/>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840731" y="795225"/>
            <a:ext cx="50647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1</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840731" y="3626915"/>
            <a:ext cx="50647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2</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6247561" y="3626915"/>
            <a:ext cx="50647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3</a:t>
            </a:r>
          </a:p>
        </p:txBody>
      </p:sp>
    </p:spTree>
    <p:extLst>
      <p:ext uri="{BB962C8B-B14F-4D97-AF65-F5344CB8AC3E}">
        <p14:creationId xmlns:p14="http://schemas.microsoft.com/office/powerpoint/2010/main" val="31571559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120" y="527693"/>
            <a:ext cx="9912189" cy="492443"/>
          </a:xfrm>
          <a:prstGeom prst="rect">
            <a:avLst/>
          </a:prstGeom>
        </p:spPr>
        <p:txBody>
          <a:bodyPr wrap="square" anchor="ctr">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443" y="415139"/>
            <a:ext cx="797187"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35322882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8">
            <a:extLst>
              <a:ext uri="{FF2B5EF4-FFF2-40B4-BE49-F238E27FC236}">
                <a16:creationId xmlns:a16="http://schemas.microsoft.com/office/drawing/2014/main" id="{FAF27359-B05D-4355-8F09-EC1B22D472EA}"/>
              </a:ext>
            </a:extLst>
          </p:cNvPr>
          <p:cNvSpPr/>
          <p:nvPr/>
        </p:nvSpPr>
        <p:spPr>
          <a:xfrm>
            <a:off x="734044" y="1341439"/>
            <a:ext cx="10726119" cy="487203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606" y="1594462"/>
            <a:ext cx="1225287"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6569351" y="1594462"/>
            <a:ext cx="1417183" cy="369332"/>
          </a:xfrm>
          <a:prstGeom prst="rect">
            <a:avLst/>
          </a:prstGeom>
        </p:spPr>
        <p:txBody>
          <a:bodyPr wrap="square">
            <a:spAutoFit/>
          </a:bodyPr>
          <a:lstStyle>
            <a:lvl1pPr marL="0" indent="0">
              <a:lnSpc>
                <a:spcPct val="100000"/>
              </a:lnSpc>
              <a:buNone/>
              <a:defRPr sz="1800"/>
            </a:lvl1pPr>
            <a:lvl5pPr marL="1828754" indent="0">
              <a:buNone/>
              <a:defRPr sz="1100"/>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9673978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605364" y="498666"/>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604800" y="4351339"/>
            <a:ext cx="2138400"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604800" y="4798170"/>
            <a:ext cx="2138400"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3506400" y="4351339"/>
            <a:ext cx="2138400"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3506400" y="4798170"/>
            <a:ext cx="2138400"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6408000" y="4351339"/>
            <a:ext cx="2138400"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6408000" y="4798170"/>
            <a:ext cx="2138400"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9309600" y="4351339"/>
            <a:ext cx="2138400"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9309600" y="4798170"/>
            <a:ext cx="2138400"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900888"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38016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67032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96048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8121185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608663" y="1239125"/>
            <a:ext cx="10862612" cy="492443"/>
          </a:xfrm>
          <a:prstGeom prst="rect">
            <a:avLst/>
          </a:prstGeom>
        </p:spPr>
        <p:txBody>
          <a:bodyPr anchor="t">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605364" y="498666"/>
            <a:ext cx="10854797" cy="738664"/>
          </a:xfrm>
          <a:prstGeom prst="rect">
            <a:avLst/>
          </a:prstGeom>
        </p:spPr>
        <p:txBody>
          <a:bodyPr wrap="square" anchor="t">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3047075" y="2033590"/>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44" marR="0" lvl="0" indent="-285744" algn="ctr" defTabSz="914377"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3166995" y="2164639"/>
            <a:ext cx="2376000"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3166995" y="2744789"/>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8850163" y="2033590"/>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44" marR="0" lvl="0" indent="-285744" algn="ctr" defTabSz="914377"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8970083" y="2164639"/>
            <a:ext cx="2376000"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8970083" y="2744789"/>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5948619" y="2033590"/>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44" marR="0" lvl="0" indent="-285744" algn="ctr" defTabSz="914377"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6068539" y="2164639"/>
            <a:ext cx="2376000"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6068539" y="2744789"/>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900888"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9384155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199" y="635870"/>
            <a:ext cx="3038476"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446" y="1404370"/>
            <a:ext cx="184385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198" y="2039811"/>
            <a:ext cx="10748965"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465" y="635870"/>
            <a:ext cx="7640633" cy="1332631"/>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441" y="1463283"/>
            <a:ext cx="205651"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441" y="1650097"/>
            <a:ext cx="205651"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2960614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 KPI + Chart + Table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199" y="635870"/>
            <a:ext cx="3038476"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KPI Title in maximum two lines (Delete unused arrow)</a:t>
            </a:r>
          </a:p>
          <a:p>
            <a:pPr lvl="0"/>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446" y="1404370"/>
            <a:ext cx="184385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199" y="2039811"/>
            <a:ext cx="5335200"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19" name="Text Placeholder 2">
            <a:extLst>
              <a:ext uri="{FF2B5EF4-FFF2-40B4-BE49-F238E27FC236}">
                <a16:creationId xmlns:a16="http://schemas.microsoft.com/office/drawing/2014/main" id="{5B436396-7387-4332-BF8F-0A614F03B93A}"/>
              </a:ext>
            </a:extLst>
          </p:cNvPr>
          <p:cNvSpPr>
            <a:spLocks noGrp="1"/>
          </p:cNvSpPr>
          <p:nvPr>
            <p:ph type="body" sz="quarter" idx="33" hasCustomPrompt="1"/>
          </p:nvPr>
        </p:nvSpPr>
        <p:spPr>
          <a:xfrm>
            <a:off x="6132896" y="2039811"/>
            <a:ext cx="5335200" cy="4173664"/>
          </a:xfrm>
          <a:prstGeom prst="roundRect">
            <a:avLst>
              <a:gd name="adj" fmla="val 317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Insert Table</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465" y="635870"/>
            <a:ext cx="7640633" cy="1332631"/>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three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441" y="1463283"/>
            <a:ext cx="205651"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441" y="1650097"/>
            <a:ext cx="205651"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36936585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2KPIs + Insight + chart">
    <p:bg>
      <p:bgPr>
        <a:solidFill>
          <a:schemeClr val="bg2">
            <a:alpha val="40000"/>
          </a:schemeClr>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9AC613AD-8235-4A79-9642-52D062C164AA}"/>
              </a:ext>
            </a:extLst>
          </p:cNvPr>
          <p:cNvSpPr>
            <a:spLocks noGrp="1"/>
          </p:cNvSpPr>
          <p:nvPr>
            <p:ph type="body" sz="quarter" idx="14" hasCustomPrompt="1"/>
          </p:nvPr>
        </p:nvSpPr>
        <p:spPr>
          <a:xfrm>
            <a:off x="711199" y="635870"/>
            <a:ext cx="3038476"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KPI Title in maximum two lines (Delete unused arrow)</a:t>
            </a:r>
          </a:p>
        </p:txBody>
      </p:sp>
      <p:sp>
        <p:nvSpPr>
          <p:cNvPr id="30" name="Text Placeholder 2">
            <a:extLst>
              <a:ext uri="{FF2B5EF4-FFF2-40B4-BE49-F238E27FC236}">
                <a16:creationId xmlns:a16="http://schemas.microsoft.com/office/drawing/2014/main" id="{C0563764-0DA7-4CFF-8301-A953289685C4}"/>
              </a:ext>
            </a:extLst>
          </p:cNvPr>
          <p:cNvSpPr>
            <a:spLocks noGrp="1"/>
          </p:cNvSpPr>
          <p:nvPr>
            <p:ph type="body" sz="quarter" idx="21" hasCustomPrompt="1"/>
          </p:nvPr>
        </p:nvSpPr>
        <p:spPr>
          <a:xfrm>
            <a:off x="3831455" y="635870"/>
            <a:ext cx="3038476" cy="1332631"/>
          </a:xfrm>
          <a:prstGeom prst="roundRect">
            <a:avLst>
              <a:gd name="adj" fmla="val 8090"/>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KPI Title in maximum two lines (Delete unused arrow)</a:t>
            </a:r>
          </a:p>
        </p:txBody>
      </p:sp>
      <p:sp>
        <p:nvSpPr>
          <p:cNvPr id="24" name="Text Placeholder 2">
            <a:extLst>
              <a:ext uri="{FF2B5EF4-FFF2-40B4-BE49-F238E27FC236}">
                <a16:creationId xmlns:a16="http://schemas.microsoft.com/office/drawing/2014/main" id="{B7CDD66C-B2F6-4749-AE42-AEC20A5F48F8}"/>
              </a:ext>
            </a:extLst>
          </p:cNvPr>
          <p:cNvSpPr>
            <a:spLocks noGrp="1"/>
          </p:cNvSpPr>
          <p:nvPr>
            <p:ph type="body" sz="quarter" idx="19" hasCustomPrompt="1"/>
          </p:nvPr>
        </p:nvSpPr>
        <p:spPr>
          <a:xfrm>
            <a:off x="1191446" y="1404370"/>
            <a:ext cx="184385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2" name="Text Placeholder 2">
            <a:extLst>
              <a:ext uri="{FF2B5EF4-FFF2-40B4-BE49-F238E27FC236}">
                <a16:creationId xmlns:a16="http://schemas.microsoft.com/office/drawing/2014/main" id="{41DBA1B1-CCCD-47AC-9977-51C5A1090B02}"/>
              </a:ext>
            </a:extLst>
          </p:cNvPr>
          <p:cNvSpPr>
            <a:spLocks noGrp="1"/>
          </p:cNvSpPr>
          <p:nvPr>
            <p:ph type="body" sz="quarter" idx="30" hasCustomPrompt="1"/>
          </p:nvPr>
        </p:nvSpPr>
        <p:spPr>
          <a:xfrm>
            <a:off x="4311702" y="1404370"/>
            <a:ext cx="184385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3" name="Text Placeholder 2">
            <a:extLst>
              <a:ext uri="{FF2B5EF4-FFF2-40B4-BE49-F238E27FC236}">
                <a16:creationId xmlns:a16="http://schemas.microsoft.com/office/drawing/2014/main" id="{081ABFB0-EF3F-4F37-8A1C-C2879001CF11}"/>
              </a:ext>
            </a:extLst>
          </p:cNvPr>
          <p:cNvSpPr>
            <a:spLocks noGrp="1"/>
          </p:cNvSpPr>
          <p:nvPr>
            <p:ph type="body" sz="quarter" idx="31" hasCustomPrompt="1"/>
          </p:nvPr>
        </p:nvSpPr>
        <p:spPr>
          <a:xfrm>
            <a:off x="938441" y="1473116"/>
            <a:ext cx="205651"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34" name="Text Placeholder 2">
            <a:extLst>
              <a:ext uri="{FF2B5EF4-FFF2-40B4-BE49-F238E27FC236}">
                <a16:creationId xmlns:a16="http://schemas.microsoft.com/office/drawing/2014/main" id="{4487B58C-9A6E-4D70-858F-B041D458DF29}"/>
              </a:ext>
            </a:extLst>
          </p:cNvPr>
          <p:cNvSpPr>
            <a:spLocks noGrp="1"/>
          </p:cNvSpPr>
          <p:nvPr>
            <p:ph type="body" sz="quarter" idx="32" hasCustomPrompt="1"/>
          </p:nvPr>
        </p:nvSpPr>
        <p:spPr>
          <a:xfrm flipV="1">
            <a:off x="4010063" y="1659929"/>
            <a:ext cx="205651"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5" name="Text Placeholder 2">
            <a:extLst>
              <a:ext uri="{FF2B5EF4-FFF2-40B4-BE49-F238E27FC236}">
                <a16:creationId xmlns:a16="http://schemas.microsoft.com/office/drawing/2014/main" id="{A1F59B7B-92F7-4E94-A5F5-8BF72D3C9249}"/>
              </a:ext>
            </a:extLst>
          </p:cNvPr>
          <p:cNvSpPr>
            <a:spLocks noGrp="1"/>
          </p:cNvSpPr>
          <p:nvPr>
            <p:ph type="body" sz="quarter" idx="22" hasCustomPrompt="1"/>
          </p:nvPr>
        </p:nvSpPr>
        <p:spPr>
          <a:xfrm>
            <a:off x="6951713" y="635870"/>
            <a:ext cx="4516385" cy="1332631"/>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four lines</a:t>
            </a:r>
            <a:endParaRPr lang="en-US"/>
          </a:p>
        </p:txBody>
      </p:sp>
      <p:sp>
        <p:nvSpPr>
          <p:cNvPr id="19" name="Text Placeholder 2">
            <a:extLst>
              <a:ext uri="{FF2B5EF4-FFF2-40B4-BE49-F238E27FC236}">
                <a16:creationId xmlns:a16="http://schemas.microsoft.com/office/drawing/2014/main" id="{001620DB-988A-43D0-9AFF-640BE1F8A9D7}"/>
              </a:ext>
            </a:extLst>
          </p:cNvPr>
          <p:cNvSpPr>
            <a:spLocks noGrp="1"/>
          </p:cNvSpPr>
          <p:nvPr>
            <p:ph type="body" sz="quarter" idx="29" hasCustomPrompt="1"/>
          </p:nvPr>
        </p:nvSpPr>
        <p:spPr>
          <a:xfrm>
            <a:off x="711201" y="2039814"/>
            <a:ext cx="10756897" cy="4173663"/>
          </a:xfrm>
          <a:prstGeom prst="roundRect">
            <a:avLst>
              <a:gd name="adj" fmla="val 3430"/>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10" name="Text Placeholder 2">
            <a:extLst>
              <a:ext uri="{FF2B5EF4-FFF2-40B4-BE49-F238E27FC236}">
                <a16:creationId xmlns:a16="http://schemas.microsoft.com/office/drawing/2014/main" id="{1D9909DD-F223-4431-8E15-DC413D95670E}"/>
              </a:ext>
            </a:extLst>
          </p:cNvPr>
          <p:cNvSpPr>
            <a:spLocks noGrp="1"/>
          </p:cNvSpPr>
          <p:nvPr>
            <p:ph type="body" sz="quarter" idx="33" hasCustomPrompt="1"/>
          </p:nvPr>
        </p:nvSpPr>
        <p:spPr>
          <a:xfrm>
            <a:off x="4010063" y="1473116"/>
            <a:ext cx="205651"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1" name="Text Placeholder 2">
            <a:extLst>
              <a:ext uri="{FF2B5EF4-FFF2-40B4-BE49-F238E27FC236}">
                <a16:creationId xmlns:a16="http://schemas.microsoft.com/office/drawing/2014/main" id="{39764314-F0BB-4810-BAD9-EE48461D49C7}"/>
              </a:ext>
            </a:extLst>
          </p:cNvPr>
          <p:cNvSpPr>
            <a:spLocks noGrp="1"/>
          </p:cNvSpPr>
          <p:nvPr>
            <p:ph type="body" sz="quarter" idx="34" hasCustomPrompt="1"/>
          </p:nvPr>
        </p:nvSpPr>
        <p:spPr>
          <a:xfrm flipV="1">
            <a:off x="938441" y="1659929"/>
            <a:ext cx="205651"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2312998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 KPI + Chart + Table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0227ED67-A913-4C02-A8B1-C4D8A92EF4F4}"/>
              </a:ext>
            </a:extLst>
          </p:cNvPr>
          <p:cNvSpPr>
            <a:spLocks noGrp="1"/>
          </p:cNvSpPr>
          <p:nvPr>
            <p:ph type="body" sz="quarter" idx="37" hasCustomPrompt="1"/>
          </p:nvPr>
        </p:nvSpPr>
        <p:spPr>
          <a:xfrm>
            <a:off x="3831455" y="1305970"/>
            <a:ext cx="3038476" cy="1332631"/>
          </a:xfrm>
          <a:prstGeom prst="roundRect">
            <a:avLst>
              <a:gd name="adj" fmla="val 7137"/>
            </a:avLst>
          </a:prstGeom>
          <a:solidFill>
            <a:schemeClr val="bg1"/>
          </a:solidFill>
        </p:spPr>
        <p:txBody>
          <a:bodyPr anchor="t">
            <a:no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marR="0" lvl="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0" name="Text Placeholder 2">
            <a:extLst>
              <a:ext uri="{FF2B5EF4-FFF2-40B4-BE49-F238E27FC236}">
                <a16:creationId xmlns:a16="http://schemas.microsoft.com/office/drawing/2014/main" id="{95680F84-7CA0-4A76-A066-EE3509ABFAA5}"/>
              </a:ext>
            </a:extLst>
          </p:cNvPr>
          <p:cNvSpPr>
            <a:spLocks noGrp="1"/>
          </p:cNvSpPr>
          <p:nvPr>
            <p:ph type="body" sz="quarter" idx="35" hasCustomPrompt="1"/>
          </p:nvPr>
        </p:nvSpPr>
        <p:spPr>
          <a:xfrm>
            <a:off x="711199" y="1305970"/>
            <a:ext cx="3038476" cy="1332631"/>
          </a:xfrm>
          <a:prstGeom prst="roundRect">
            <a:avLst>
              <a:gd name="adj" fmla="val 7137"/>
            </a:avLst>
          </a:prstGeom>
          <a:solidFill>
            <a:schemeClr val="bg1"/>
          </a:solidFill>
        </p:spPr>
        <p:txBody>
          <a:bodyPr anchor="t">
            <a:no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marR="0" lvl="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2" name="Text Placeholder 2">
            <a:extLst>
              <a:ext uri="{FF2B5EF4-FFF2-40B4-BE49-F238E27FC236}">
                <a16:creationId xmlns:a16="http://schemas.microsoft.com/office/drawing/2014/main" id="{2B5ACE8A-00AB-4751-B44E-BC98A2C47FDF}"/>
              </a:ext>
            </a:extLst>
          </p:cNvPr>
          <p:cNvSpPr>
            <a:spLocks noGrp="1"/>
          </p:cNvSpPr>
          <p:nvPr>
            <p:ph type="body" sz="quarter" idx="36" hasCustomPrompt="1"/>
          </p:nvPr>
        </p:nvSpPr>
        <p:spPr>
          <a:xfrm>
            <a:off x="6951713" y="1305970"/>
            <a:ext cx="4516385" cy="1332631"/>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four lines</a:t>
            </a:r>
            <a:endParaRPr lang="en-US"/>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605364" y="527694"/>
            <a:ext cx="10854797" cy="492443"/>
          </a:xfrm>
          <a:prstGeom prst="rect">
            <a:avLst/>
          </a:prstGeom>
        </p:spPr>
        <p:txBody>
          <a:bodyPr wrap="square" anchor="t">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1191446" y="2091110"/>
            <a:ext cx="184385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4311702" y="2091110"/>
            <a:ext cx="184385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3" name="Text Placeholder 2">
            <a:extLst>
              <a:ext uri="{FF2B5EF4-FFF2-40B4-BE49-F238E27FC236}">
                <a16:creationId xmlns:a16="http://schemas.microsoft.com/office/drawing/2014/main" id="{E6134188-DB8A-4DF9-87F8-34A8BEDCA7FC}"/>
              </a:ext>
            </a:extLst>
          </p:cNvPr>
          <p:cNvSpPr>
            <a:spLocks noGrp="1"/>
          </p:cNvSpPr>
          <p:nvPr>
            <p:ph type="body" sz="quarter" idx="41" hasCustomPrompt="1"/>
          </p:nvPr>
        </p:nvSpPr>
        <p:spPr>
          <a:xfrm>
            <a:off x="3998633" y="2166077"/>
            <a:ext cx="205651"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4" name="Text Placeholder 2">
            <a:extLst>
              <a:ext uri="{FF2B5EF4-FFF2-40B4-BE49-F238E27FC236}">
                <a16:creationId xmlns:a16="http://schemas.microsoft.com/office/drawing/2014/main" id="{D5941F27-B6F5-4E44-8310-0328CB9A3F91}"/>
              </a:ext>
            </a:extLst>
          </p:cNvPr>
          <p:cNvSpPr>
            <a:spLocks noGrp="1"/>
          </p:cNvSpPr>
          <p:nvPr>
            <p:ph type="body" sz="quarter" idx="42" hasCustomPrompt="1"/>
          </p:nvPr>
        </p:nvSpPr>
        <p:spPr>
          <a:xfrm flipV="1">
            <a:off x="3998633" y="2352892"/>
            <a:ext cx="205651"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6" name="Text Placeholder 2">
            <a:extLst>
              <a:ext uri="{FF2B5EF4-FFF2-40B4-BE49-F238E27FC236}">
                <a16:creationId xmlns:a16="http://schemas.microsoft.com/office/drawing/2014/main" id="{015AA8D5-E7C5-48A7-860E-F1C92F07CF88}"/>
              </a:ext>
            </a:extLst>
          </p:cNvPr>
          <p:cNvSpPr>
            <a:spLocks noGrp="1"/>
          </p:cNvSpPr>
          <p:nvPr>
            <p:ph type="body" sz="quarter" idx="31" hasCustomPrompt="1"/>
          </p:nvPr>
        </p:nvSpPr>
        <p:spPr>
          <a:xfrm>
            <a:off x="904013" y="2164184"/>
            <a:ext cx="205651"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8" name="Text Placeholder 2">
            <a:extLst>
              <a:ext uri="{FF2B5EF4-FFF2-40B4-BE49-F238E27FC236}">
                <a16:creationId xmlns:a16="http://schemas.microsoft.com/office/drawing/2014/main" id="{A31D3082-BA96-40FA-85B8-3D8F90E67B79}"/>
              </a:ext>
            </a:extLst>
          </p:cNvPr>
          <p:cNvSpPr>
            <a:spLocks noGrp="1"/>
          </p:cNvSpPr>
          <p:nvPr>
            <p:ph type="body" sz="quarter" idx="43" hasCustomPrompt="1"/>
          </p:nvPr>
        </p:nvSpPr>
        <p:spPr>
          <a:xfrm flipV="1">
            <a:off x="904013" y="2350997"/>
            <a:ext cx="205651"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5" name="Text Placeholder 2">
            <a:extLst>
              <a:ext uri="{FF2B5EF4-FFF2-40B4-BE49-F238E27FC236}">
                <a16:creationId xmlns:a16="http://schemas.microsoft.com/office/drawing/2014/main" id="{1CB3C3F8-03F6-41D1-BC35-CE9BDCFD64DE}"/>
              </a:ext>
            </a:extLst>
          </p:cNvPr>
          <p:cNvSpPr>
            <a:spLocks noGrp="1"/>
          </p:cNvSpPr>
          <p:nvPr>
            <p:ph type="body" sz="quarter" idx="32" hasCustomPrompt="1"/>
          </p:nvPr>
        </p:nvSpPr>
        <p:spPr>
          <a:xfrm>
            <a:off x="711199" y="2720493"/>
            <a:ext cx="5335200" cy="3492981"/>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2C63D07C-8DA6-4872-BED2-04DD278713B4}"/>
              </a:ext>
            </a:extLst>
          </p:cNvPr>
          <p:cNvSpPr>
            <a:spLocks noGrp="1"/>
          </p:cNvSpPr>
          <p:nvPr>
            <p:ph type="body" sz="quarter" idx="44" hasCustomPrompt="1"/>
          </p:nvPr>
        </p:nvSpPr>
        <p:spPr>
          <a:xfrm>
            <a:off x="6132896" y="2720493"/>
            <a:ext cx="5335200" cy="3492981"/>
          </a:xfrm>
          <a:prstGeom prst="roundRect">
            <a:avLst>
              <a:gd name="adj" fmla="val 317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Insert Table</a:t>
            </a:r>
          </a:p>
        </p:txBody>
      </p:sp>
    </p:spTree>
    <p:extLst>
      <p:ext uri="{BB962C8B-B14F-4D97-AF65-F5344CB8AC3E}">
        <p14:creationId xmlns:p14="http://schemas.microsoft.com/office/powerpoint/2010/main" val="27060320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 KPI + Chart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1CF79DE6-489F-4295-A9F8-2AC173EAE383}"/>
              </a:ext>
            </a:extLst>
          </p:cNvPr>
          <p:cNvSpPr>
            <a:spLocks noGrp="1"/>
          </p:cNvSpPr>
          <p:nvPr>
            <p:ph type="body" sz="quarter" idx="38" hasCustomPrompt="1"/>
          </p:nvPr>
        </p:nvSpPr>
        <p:spPr>
          <a:xfrm>
            <a:off x="3831455" y="1305970"/>
            <a:ext cx="3038476"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KPI Title in maximum two lines (Delete unused arrow)</a:t>
            </a:r>
            <a:endParaRPr lang="en-US"/>
          </a:p>
        </p:txBody>
      </p:sp>
      <p:sp>
        <p:nvSpPr>
          <p:cNvPr id="16" name="Text Placeholder 2">
            <a:extLst>
              <a:ext uri="{FF2B5EF4-FFF2-40B4-BE49-F238E27FC236}">
                <a16:creationId xmlns:a16="http://schemas.microsoft.com/office/drawing/2014/main" id="{C7071110-F302-4469-BCA4-6E70028B0AA7}"/>
              </a:ext>
            </a:extLst>
          </p:cNvPr>
          <p:cNvSpPr>
            <a:spLocks noGrp="1"/>
          </p:cNvSpPr>
          <p:nvPr>
            <p:ph type="body" sz="quarter" idx="35" hasCustomPrompt="1"/>
          </p:nvPr>
        </p:nvSpPr>
        <p:spPr>
          <a:xfrm>
            <a:off x="711199" y="1305970"/>
            <a:ext cx="3038476"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KPI Title in maximum two lines (Delete unused arrow)</a:t>
            </a:r>
            <a:endParaRPr lang="en-US"/>
          </a:p>
        </p:txBody>
      </p:sp>
      <p:sp>
        <p:nvSpPr>
          <p:cNvPr id="19" name="Text Placeholder 2">
            <a:extLst>
              <a:ext uri="{FF2B5EF4-FFF2-40B4-BE49-F238E27FC236}">
                <a16:creationId xmlns:a16="http://schemas.microsoft.com/office/drawing/2014/main" id="{FD9FF712-8955-4640-BEE9-B35894011E84}"/>
              </a:ext>
            </a:extLst>
          </p:cNvPr>
          <p:cNvSpPr>
            <a:spLocks noGrp="1"/>
          </p:cNvSpPr>
          <p:nvPr>
            <p:ph type="body" sz="quarter" idx="36" hasCustomPrompt="1"/>
          </p:nvPr>
        </p:nvSpPr>
        <p:spPr>
          <a:xfrm>
            <a:off x="6951713" y="1305970"/>
            <a:ext cx="4516385" cy="1332631"/>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four lines</a:t>
            </a:r>
            <a:endParaRPr lang="en-US"/>
          </a:p>
        </p:txBody>
      </p:sp>
      <p:sp>
        <p:nvSpPr>
          <p:cNvPr id="15" name="Text Placeholder 2">
            <a:extLst>
              <a:ext uri="{FF2B5EF4-FFF2-40B4-BE49-F238E27FC236}">
                <a16:creationId xmlns:a16="http://schemas.microsoft.com/office/drawing/2014/main" id="{9E5A48BC-DC4F-4ACA-8BFB-82DF79BF4A9E}"/>
              </a:ext>
            </a:extLst>
          </p:cNvPr>
          <p:cNvSpPr>
            <a:spLocks noGrp="1"/>
          </p:cNvSpPr>
          <p:nvPr>
            <p:ph type="body" sz="quarter" idx="33" hasCustomPrompt="1"/>
          </p:nvPr>
        </p:nvSpPr>
        <p:spPr>
          <a:xfrm>
            <a:off x="711199" y="2720495"/>
            <a:ext cx="10748963" cy="3492980"/>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605364" y="527694"/>
            <a:ext cx="10854797" cy="492443"/>
          </a:xfrm>
          <a:prstGeom prst="rect">
            <a:avLst/>
          </a:prstGeom>
        </p:spPr>
        <p:txBody>
          <a:bodyPr wrap="square" anchor="t">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1191446" y="2091110"/>
            <a:ext cx="184385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4311702" y="2091110"/>
            <a:ext cx="184385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1" name="Text Placeholder 2">
            <a:extLst>
              <a:ext uri="{FF2B5EF4-FFF2-40B4-BE49-F238E27FC236}">
                <a16:creationId xmlns:a16="http://schemas.microsoft.com/office/drawing/2014/main" id="{34B3935D-25DE-4CF1-9411-C911A59E6897}"/>
              </a:ext>
            </a:extLst>
          </p:cNvPr>
          <p:cNvSpPr>
            <a:spLocks noGrp="1"/>
          </p:cNvSpPr>
          <p:nvPr>
            <p:ph type="body" sz="quarter" idx="31" hasCustomPrompt="1"/>
          </p:nvPr>
        </p:nvSpPr>
        <p:spPr>
          <a:xfrm>
            <a:off x="904013" y="2164184"/>
            <a:ext cx="205651"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2" name="Text Placeholder 2">
            <a:extLst>
              <a:ext uri="{FF2B5EF4-FFF2-40B4-BE49-F238E27FC236}">
                <a16:creationId xmlns:a16="http://schemas.microsoft.com/office/drawing/2014/main" id="{ACE0E8C8-A862-4F77-BD30-287974C85C87}"/>
              </a:ext>
            </a:extLst>
          </p:cNvPr>
          <p:cNvSpPr>
            <a:spLocks noGrp="1"/>
          </p:cNvSpPr>
          <p:nvPr>
            <p:ph type="body" sz="quarter" idx="32" hasCustomPrompt="1"/>
          </p:nvPr>
        </p:nvSpPr>
        <p:spPr>
          <a:xfrm flipV="1">
            <a:off x="4010063" y="2350997"/>
            <a:ext cx="205651"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3" name="Text Placeholder 2">
            <a:extLst>
              <a:ext uri="{FF2B5EF4-FFF2-40B4-BE49-F238E27FC236}">
                <a16:creationId xmlns:a16="http://schemas.microsoft.com/office/drawing/2014/main" id="{480E203D-96C0-4E30-8CCA-4B1C46536594}"/>
              </a:ext>
            </a:extLst>
          </p:cNvPr>
          <p:cNvSpPr>
            <a:spLocks noGrp="1"/>
          </p:cNvSpPr>
          <p:nvPr>
            <p:ph type="body" sz="quarter" idx="37" hasCustomPrompt="1"/>
          </p:nvPr>
        </p:nvSpPr>
        <p:spPr>
          <a:xfrm>
            <a:off x="4010063" y="2164184"/>
            <a:ext cx="205651"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4" name="Text Placeholder 2">
            <a:extLst>
              <a:ext uri="{FF2B5EF4-FFF2-40B4-BE49-F238E27FC236}">
                <a16:creationId xmlns:a16="http://schemas.microsoft.com/office/drawing/2014/main" id="{E9060D44-04A5-496A-8472-D89D3962E2FD}"/>
              </a:ext>
            </a:extLst>
          </p:cNvPr>
          <p:cNvSpPr>
            <a:spLocks noGrp="1"/>
          </p:cNvSpPr>
          <p:nvPr>
            <p:ph type="body" sz="quarter" idx="34" hasCustomPrompt="1"/>
          </p:nvPr>
        </p:nvSpPr>
        <p:spPr>
          <a:xfrm flipV="1">
            <a:off x="904013" y="2350997"/>
            <a:ext cx="205651"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21731743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731837" y="1507586"/>
            <a:ext cx="1455288" cy="845823"/>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1035788" y="870634"/>
            <a:ext cx="10417175" cy="492443"/>
          </a:xfrm>
          <a:prstGeom prst="rect">
            <a:avLst/>
          </a:prstGeom>
        </p:spPr>
        <p:txBody>
          <a:bodyPr anchor="t">
            <a:spAutoFit/>
          </a:bodyPr>
          <a:lstStyle>
            <a:lvl1pPr marL="0" indent="0" algn="l">
              <a:lnSpc>
                <a:spcPct val="100000"/>
              </a:lnSpc>
              <a:spcBef>
                <a:spcPts val="0"/>
              </a:spcBef>
              <a:buNone/>
              <a:defRPr sz="260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1042990" y="1712423"/>
            <a:ext cx="10417175" cy="4388845"/>
          </a:xfrm>
          <a:prstGeom prst="rect">
            <a:avLst/>
          </a:prstGeom>
        </p:spPr>
        <p:txBody>
          <a:bodyPr tIns="288000" anchor="t" anchorCtr="0">
            <a:spAutoFit/>
          </a:bodyPr>
          <a:lstStyle>
            <a:lvl1pPr marL="0" indent="0">
              <a:lnSpc>
                <a:spcPct val="100000"/>
              </a:lnSpc>
              <a:spcBef>
                <a:spcPts val="0"/>
              </a:spcBef>
              <a:buNone/>
              <a:defRPr sz="64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Tree>
    <p:extLst>
      <p:ext uri="{BB962C8B-B14F-4D97-AF65-F5344CB8AC3E}">
        <p14:creationId xmlns:p14="http://schemas.microsoft.com/office/powerpoint/2010/main" val="30329743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 Dark bkgd.">
    <p:bg>
      <p:bgPr>
        <a:solidFill>
          <a:schemeClr val="tx1"/>
        </a:solidFill>
        <a:effectLst/>
      </p:bgPr>
    </p:bg>
    <p:spTree>
      <p:nvGrpSpPr>
        <p:cNvPr id="1" name=""/>
        <p:cNvGrpSpPr/>
        <p:nvPr/>
      </p:nvGrpSpPr>
      <p:grpSpPr>
        <a:xfrm>
          <a:off x="0" y="0"/>
          <a:ext cx="0" cy="0"/>
          <a:chOff x="0" y="0"/>
          <a:chExt cx="0" cy="0"/>
        </a:xfrm>
      </p:grpSpPr>
      <p:pic>
        <p:nvPicPr>
          <p:cNvPr id="13" name="Picture 12" descr="A close up of a logo&#10;&#10;Description generated with very high confidence">
            <a:extLst>
              <a:ext uri="{FF2B5EF4-FFF2-40B4-BE49-F238E27FC236}">
                <a16:creationId xmlns:a16="http://schemas.microsoft.com/office/drawing/2014/main" id="{C49040EA-FE23-4B53-8BE5-BD8E2C417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3861" y="6556891"/>
            <a:ext cx="686144" cy="147200"/>
          </a:xfrm>
          <a:prstGeom prst="rect">
            <a:avLst/>
          </a:prstGeom>
        </p:spPr>
      </p:pic>
      <p:sp>
        <p:nvSpPr>
          <p:cNvPr id="14" name="Title 1">
            <a:extLst>
              <a:ext uri="{FF2B5EF4-FFF2-40B4-BE49-F238E27FC236}">
                <a16:creationId xmlns:a16="http://schemas.microsoft.com/office/drawing/2014/main" id="{848B6007-B878-459B-95AA-ADC9B06B3C01}"/>
              </a:ext>
            </a:extLst>
          </p:cNvPr>
          <p:cNvSpPr txBox="1">
            <a:spLocks/>
          </p:cNvSpPr>
          <p:nvPr/>
        </p:nvSpPr>
        <p:spPr>
          <a:xfrm>
            <a:off x="5871734" y="6523250"/>
            <a:ext cx="448535" cy="218655"/>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fld id="{8CDB8CBA-EB11-894E-8631-17E36B7DB51E}" type="slidenum">
              <a:rPr lang="en-US" sz="800" smtClean="0">
                <a:solidFill>
                  <a:schemeClr val="bg1">
                    <a:lumMod val="75000"/>
                  </a:schemeClr>
                </a:solidFill>
                <a:latin typeface="+mn-lt"/>
              </a:rPr>
              <a:pPr>
                <a:lnSpc>
                  <a:spcPct val="100000"/>
                </a:lnSpc>
              </a:pPr>
              <a:t>‹#›</a:t>
            </a:fld>
            <a:endParaRPr lang="en-US" sz="800">
              <a:solidFill>
                <a:schemeClr val="bg1">
                  <a:lumMod val="75000"/>
                </a:schemeClr>
              </a:solidFill>
              <a:latin typeface="+mn-lt"/>
            </a:endParaRPr>
          </a:p>
        </p:txBody>
      </p:sp>
      <p:sp>
        <p:nvSpPr>
          <p:cNvPr id="15" name="Title 1">
            <a:extLst>
              <a:ext uri="{FF2B5EF4-FFF2-40B4-BE49-F238E27FC236}">
                <a16:creationId xmlns:a16="http://schemas.microsoft.com/office/drawing/2014/main" id="{C6629807-3F1E-438A-BAAD-E5AEF947C5F5}"/>
              </a:ext>
            </a:extLst>
          </p:cNvPr>
          <p:cNvSpPr txBox="1">
            <a:spLocks/>
          </p:cNvSpPr>
          <p:nvPr/>
        </p:nvSpPr>
        <p:spPr>
          <a:xfrm>
            <a:off x="652465" y="6523250"/>
            <a:ext cx="3200399" cy="218655"/>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00000"/>
              </a:lnSpc>
            </a:pPr>
            <a:r>
              <a:rPr lang="en-US" sz="800">
                <a:solidFill>
                  <a:schemeClr val="bg1">
                    <a:lumMod val="75000"/>
                  </a:schemeClr>
                </a:solidFill>
                <a:latin typeface="+mn-lt"/>
              </a:rPr>
              <a:t>© 2020 Fractal Analytics Inc. All rights reserved | Confidential</a:t>
            </a:r>
          </a:p>
        </p:txBody>
      </p:sp>
      <p:grpSp>
        <p:nvGrpSpPr>
          <p:cNvPr id="10" name="Group 9">
            <a:extLst>
              <a:ext uri="{FF2B5EF4-FFF2-40B4-BE49-F238E27FC236}">
                <a16:creationId xmlns:a16="http://schemas.microsoft.com/office/drawing/2014/main" id="{D4EF20FE-8CE2-47D4-BA67-42C359E87A36}"/>
              </a:ext>
            </a:extLst>
          </p:cNvPr>
          <p:cNvGrpSpPr/>
          <p:nvPr/>
        </p:nvGrpSpPr>
        <p:grpSpPr>
          <a:xfrm>
            <a:off x="731837" y="1507586"/>
            <a:ext cx="1455288" cy="845823"/>
            <a:chOff x="4640712" y="1507584"/>
            <a:chExt cx="1455288" cy="845823"/>
          </a:xfrm>
        </p:grpSpPr>
        <p:sp>
          <p:nvSpPr>
            <p:cNvPr id="16" name="TextBox 15">
              <a:extLst>
                <a:ext uri="{FF2B5EF4-FFF2-40B4-BE49-F238E27FC236}">
                  <a16:creationId xmlns:a16="http://schemas.microsoft.com/office/drawing/2014/main" id="{AC591764-F364-4147-B28C-D6CF0DD6FF88}"/>
                </a:ext>
              </a:extLst>
            </p:cNvPr>
            <p:cNvSpPr txBox="1">
              <a:spLocks/>
            </p:cNvSpPr>
            <p:nvPr userDrawn="1"/>
          </p:nvSpPr>
          <p:spPr>
            <a:xfrm>
              <a:off x="4640712" y="1507584"/>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sp>
          <p:nvSpPr>
            <p:cNvPr id="17" name="TextBox 16">
              <a:extLst>
                <a:ext uri="{FF2B5EF4-FFF2-40B4-BE49-F238E27FC236}">
                  <a16:creationId xmlns:a16="http://schemas.microsoft.com/office/drawing/2014/main" id="{5B56254D-ECCA-4335-A674-D290293E0913}"/>
                </a:ext>
              </a:extLst>
            </p:cNvPr>
            <p:cNvSpPr txBox="1">
              <a:spLocks/>
            </p:cNvSpPr>
            <p:nvPr userDrawn="1"/>
          </p:nvSpPr>
          <p:spPr>
            <a:xfrm>
              <a:off x="5429133" y="1507584"/>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grpSp>
      <p:sp>
        <p:nvSpPr>
          <p:cNvPr id="18" name="Text Placeholder 4">
            <a:extLst>
              <a:ext uri="{FF2B5EF4-FFF2-40B4-BE49-F238E27FC236}">
                <a16:creationId xmlns:a16="http://schemas.microsoft.com/office/drawing/2014/main" id="{539A892A-E0A3-4F85-AC15-00958250E5A0}"/>
              </a:ext>
            </a:extLst>
          </p:cNvPr>
          <p:cNvSpPr>
            <a:spLocks noGrp="1"/>
          </p:cNvSpPr>
          <p:nvPr>
            <p:ph type="body" sz="quarter" idx="13" hasCustomPrompt="1"/>
          </p:nvPr>
        </p:nvSpPr>
        <p:spPr>
          <a:xfrm>
            <a:off x="1042990" y="1712423"/>
            <a:ext cx="10417175" cy="4388845"/>
          </a:xfrm>
          <a:prstGeom prst="rect">
            <a:avLst/>
          </a:prstGeom>
        </p:spPr>
        <p:txBody>
          <a:bodyPr tIns="288000" anchor="t" anchorCtr="0">
            <a:spAutoFit/>
          </a:bodyPr>
          <a:lstStyle>
            <a:lvl1pPr marL="0" indent="0">
              <a:lnSpc>
                <a:spcPct val="100000"/>
              </a:lnSpc>
              <a:spcBef>
                <a:spcPts val="0"/>
              </a:spcBef>
              <a:buNone/>
              <a:defRPr sz="6400" b="1" i="0">
                <a:solidFill>
                  <a:srgbClr val="FFFFFF"/>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
        <p:nvSpPr>
          <p:cNvPr id="19" name="Text Placeholder 4">
            <a:extLst>
              <a:ext uri="{FF2B5EF4-FFF2-40B4-BE49-F238E27FC236}">
                <a16:creationId xmlns:a16="http://schemas.microsoft.com/office/drawing/2014/main" id="{73946CEA-176B-4058-93BA-D0D282E61443}"/>
              </a:ext>
            </a:extLst>
          </p:cNvPr>
          <p:cNvSpPr>
            <a:spLocks noGrp="1"/>
          </p:cNvSpPr>
          <p:nvPr>
            <p:ph type="body" sz="quarter" idx="15" hasCustomPrompt="1"/>
          </p:nvPr>
        </p:nvSpPr>
        <p:spPr>
          <a:xfrm>
            <a:off x="1035788" y="870634"/>
            <a:ext cx="10417175" cy="492443"/>
          </a:xfrm>
          <a:prstGeom prst="rect">
            <a:avLst/>
          </a:prstGeom>
        </p:spPr>
        <p:txBody>
          <a:bodyPr anchor="t">
            <a:spAutoFit/>
          </a:bodyPr>
          <a:lstStyle>
            <a:lvl1pPr marL="0" indent="0" algn="l">
              <a:lnSpc>
                <a:spcPct val="100000"/>
              </a:lnSpc>
              <a:spcBef>
                <a:spcPts val="0"/>
              </a:spcBef>
              <a:buNone/>
              <a:defRPr sz="2600" b="0" i="0">
                <a:solidFill>
                  <a:srgbClr val="FFFFFF"/>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Tree>
    <p:extLst>
      <p:ext uri="{BB962C8B-B14F-4D97-AF65-F5344CB8AC3E}">
        <p14:creationId xmlns:p14="http://schemas.microsoft.com/office/powerpoint/2010/main" val="19699804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9EA7E8-D58C-4823-96CC-7C58457E2C33}"/>
              </a:ext>
            </a:extLst>
          </p:cNvPr>
          <p:cNvGrpSpPr/>
          <p:nvPr/>
        </p:nvGrpSpPr>
        <p:grpSpPr>
          <a:xfrm>
            <a:off x="615147" y="667216"/>
            <a:ext cx="1455288" cy="845823"/>
            <a:chOff x="7946718" y="2965722"/>
            <a:chExt cx="1455288" cy="845823"/>
          </a:xfrm>
          <a:solidFill>
            <a:srgbClr val="D6D6D6"/>
          </a:solidFill>
        </p:grpSpPr>
        <p:sp>
          <p:nvSpPr>
            <p:cNvPr id="10" name="TextBox 9">
              <a:extLst>
                <a:ext uri="{FF2B5EF4-FFF2-40B4-BE49-F238E27FC236}">
                  <a16:creationId xmlns:a16="http://schemas.microsoft.com/office/drawing/2014/main" id="{252B4F35-079E-4266-92C5-94E8876B874B}"/>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sp>
          <p:nvSpPr>
            <p:cNvPr id="11" name="TextBox 10">
              <a:extLst>
                <a:ext uri="{FF2B5EF4-FFF2-40B4-BE49-F238E27FC236}">
                  <a16:creationId xmlns:a16="http://schemas.microsoft.com/office/drawing/2014/main" id="{12BE29EC-219E-4956-B6C5-7099FDB8AC2F}"/>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6886357" y="1"/>
            <a:ext cx="5305643" cy="6213475"/>
          </a:xfrm>
          <a:prstGeom prst="rect">
            <a:avLst/>
          </a:prstGeom>
        </p:spPr>
        <p:txBody>
          <a:bodyPr/>
          <a:lstStyle>
            <a:lvl1pPr marL="0" indent="0">
              <a:lnSpc>
                <a:spcPct val="100000"/>
              </a:lnSpc>
              <a:buNone/>
              <a:defRPr sz="16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431925" y="1127877"/>
            <a:ext cx="5426075" cy="4616648"/>
          </a:xfrm>
          <a:prstGeom prst="rect">
            <a:avLst/>
          </a:prstGeom>
        </p:spPr>
        <p:txBody>
          <a:bodyPr anchor="t">
            <a:spAutoFit/>
          </a:bodyPr>
          <a:lstStyle>
            <a:lvl1pPr marL="0" indent="0">
              <a:lnSpc>
                <a:spcPct val="100000"/>
              </a:lnSpc>
              <a:spcBef>
                <a:spcPts val="0"/>
              </a:spcBef>
              <a:buNone/>
              <a:defRPr sz="420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431925" y="5730125"/>
            <a:ext cx="5426075" cy="492443"/>
          </a:xfrm>
          <a:prstGeom prst="rect">
            <a:avLst/>
          </a:prstGeom>
        </p:spPr>
        <p:txBody>
          <a:bodyPr anchor="t">
            <a:spAutoFit/>
          </a:bodyPr>
          <a:lstStyle>
            <a:lvl1pPr marL="0" indent="0" algn="r">
              <a:lnSpc>
                <a:spcPct val="100000"/>
              </a:lnSpc>
              <a:spcBef>
                <a:spcPts val="0"/>
              </a:spcBef>
              <a:buNone/>
              <a:defRPr sz="2600" b="1" i="0">
                <a:solidFill>
                  <a:schemeClr val="accent4"/>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2953155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580636" y="2595485"/>
            <a:ext cx="5003301" cy="104644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GB" sz="6800"/>
              <a:t>Thank You.</a:t>
            </a:r>
            <a:endParaRPr lang="en-US" sz="6800"/>
          </a:p>
        </p:txBody>
      </p:sp>
      <p:sp>
        <p:nvSpPr>
          <p:cNvPr id="18" name="TextBox 17">
            <a:extLst>
              <a:ext uri="{FF2B5EF4-FFF2-40B4-BE49-F238E27FC236}">
                <a16:creationId xmlns:a16="http://schemas.microsoft.com/office/drawing/2014/main" id="{0FAC5960-9DFE-4FCE-9F3E-7E71D5335D59}"/>
              </a:ext>
            </a:extLst>
          </p:cNvPr>
          <p:cNvSpPr txBox="1"/>
          <p:nvPr/>
        </p:nvSpPr>
        <p:spPr>
          <a:xfrm>
            <a:off x="729624" y="5382480"/>
            <a:ext cx="4359763" cy="830997"/>
          </a:xfrm>
          <a:prstGeom prst="rect">
            <a:avLst/>
          </a:prstGeom>
          <a:noFill/>
        </p:spPr>
        <p:txBody>
          <a:bodyPr wrap="square" rtlCol="0">
            <a:spAutoFit/>
          </a:bodyPr>
          <a:lstStyle/>
          <a:p>
            <a:r>
              <a:rPr lang="en-US" sz="1200">
                <a:solidFill>
                  <a:schemeClr val="tx2"/>
                </a:solidFill>
                <a:latin typeface="Open Sans" panose="020B0606030504020204" pitchFamily="34" charset="0"/>
                <a:ea typeface="Open Sans" panose="020B0606030504020204" pitchFamily="34" charset="0"/>
                <a:cs typeface="Open Sans" panose="020B0606030504020204" pitchFamily="34" charset="0"/>
              </a:rPr>
              <a:t>A strategic partner to the most admired Fortune 500® companies globally, we help power every human decision in the enterprise by bringing advanced analytics &amp; AI, engineering and design.</a:t>
            </a:r>
          </a:p>
        </p:txBody>
      </p:sp>
      <p:sp>
        <p:nvSpPr>
          <p:cNvPr id="19" name="TextBox 18">
            <a:extLst>
              <a:ext uri="{FF2B5EF4-FFF2-40B4-BE49-F238E27FC236}">
                <a16:creationId xmlns:a16="http://schemas.microsoft.com/office/drawing/2014/main" id="{436E1585-D766-4B04-A7D7-9B27FF597730}"/>
              </a:ext>
            </a:extLst>
          </p:cNvPr>
          <p:cNvSpPr txBox="1"/>
          <p:nvPr/>
        </p:nvSpPr>
        <p:spPr>
          <a:xfrm>
            <a:off x="10351097" y="6029238"/>
            <a:ext cx="1199703" cy="276999"/>
          </a:xfrm>
          <a:prstGeom prst="rect">
            <a:avLst/>
          </a:prstGeom>
          <a:noFill/>
        </p:spPr>
        <p:txBody>
          <a:bodyPr wrap="square" rtlCol="0">
            <a:spAutoFit/>
          </a:bodyPr>
          <a:lstStyle/>
          <a:p>
            <a:r>
              <a:rPr lang="en-US" sz="1200" err="1">
                <a:solidFill>
                  <a:srgbClr val="6B6B6B"/>
                </a:solidFill>
                <a:latin typeface="Open Sans" panose="020B0606030504020204" pitchFamily="34" charset="0"/>
                <a:ea typeface="Open Sans" panose="020B0606030504020204" pitchFamily="34" charset="0"/>
                <a:cs typeface="Open Sans" panose="020B0606030504020204" pitchFamily="34" charset="0"/>
              </a:rPr>
              <a:t>www.fractal.ai</a:t>
            </a:r>
            <a:endParaRPr lang="en-US" sz="12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hlinkClick r:id="rId3"/>
            <a:extLst>
              <a:ext uri="{FF2B5EF4-FFF2-40B4-BE49-F238E27FC236}">
                <a16:creationId xmlns:a16="http://schemas.microsoft.com/office/drawing/2014/main" id="{B6C1155E-5832-4871-A7A9-F568C266B18F}"/>
              </a:ext>
            </a:extLst>
          </p:cNvPr>
          <p:cNvSpPr>
            <a:spLocks noEditPoints="1"/>
          </p:cNvSpPr>
          <p:nvPr/>
        </p:nvSpPr>
        <p:spPr bwMode="auto">
          <a:xfrm>
            <a:off x="9001065" y="5942607"/>
            <a:ext cx="309599" cy="335495"/>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hlinkClick r:id="rId4"/>
            <a:extLst>
              <a:ext uri="{FF2B5EF4-FFF2-40B4-BE49-F238E27FC236}">
                <a16:creationId xmlns:a16="http://schemas.microsoft.com/office/drawing/2014/main" id="{123AD49C-4EAA-4A9F-8D0C-E2B97FC4CB79}"/>
              </a:ext>
            </a:extLst>
          </p:cNvPr>
          <p:cNvSpPr>
            <a:spLocks noEditPoints="1"/>
          </p:cNvSpPr>
          <p:nvPr/>
        </p:nvSpPr>
        <p:spPr bwMode="auto">
          <a:xfrm>
            <a:off x="9386926" y="5963631"/>
            <a:ext cx="269148" cy="263699"/>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762835" y="4795113"/>
            <a:ext cx="1804127" cy="462596"/>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10040493" y="5975875"/>
            <a:ext cx="237600" cy="2376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9726631" y="5975875"/>
            <a:ext cx="237600" cy="237600"/>
          </a:xfrm>
          <a:prstGeom prst="rect">
            <a:avLst/>
          </a:prstGeom>
        </p:spPr>
      </p:pic>
    </p:spTree>
    <p:extLst>
      <p:ext uri="{BB962C8B-B14F-4D97-AF65-F5344CB8AC3E}">
        <p14:creationId xmlns:p14="http://schemas.microsoft.com/office/powerpoint/2010/main" val="31552275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
    <p:bg>
      <p:bgPr>
        <a:blipFill dpi="0" rotWithShape="1">
          <a:blip r:embed="rId3">
            <a:lum/>
          </a:blip>
          <a:srcRect/>
          <a:tile tx="0" ty="0" sx="100000" sy="100000" flip="none" algn="tl"/>
        </a:blip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05691" y="5503862"/>
            <a:ext cx="38369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965094" y="5494974"/>
            <a:ext cx="1592543"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
        <p:nvSpPr>
          <p:cNvPr id="6" name="Title 1">
            <a:extLst>
              <a:ext uri="{FF2B5EF4-FFF2-40B4-BE49-F238E27FC236}">
                <a16:creationId xmlns:a16="http://schemas.microsoft.com/office/drawing/2014/main" id="{BD2936ED-F2A8-CC4C-B749-96E5E64CF237}"/>
              </a:ext>
            </a:extLst>
          </p:cNvPr>
          <p:cNvSpPr>
            <a:spLocks noGrp="1"/>
          </p:cNvSpPr>
          <p:nvPr>
            <p:ph type="ctrTitle" hasCustomPrompt="1"/>
          </p:nvPr>
        </p:nvSpPr>
        <p:spPr>
          <a:xfrm>
            <a:off x="580637" y="2272209"/>
            <a:ext cx="8967225"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8" name="Text Placeholder 4">
            <a:extLst>
              <a:ext uri="{FF2B5EF4-FFF2-40B4-BE49-F238E27FC236}">
                <a16:creationId xmlns:a16="http://schemas.microsoft.com/office/drawing/2014/main" id="{1D8444A4-42E4-5A47-A1D2-76D6385ED0FE}"/>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custDataLst>
      <p:tags r:id="rId1"/>
    </p:custDataLst>
    <p:extLst>
      <p:ext uri="{BB962C8B-B14F-4D97-AF65-F5344CB8AC3E}">
        <p14:creationId xmlns:p14="http://schemas.microsoft.com/office/powerpoint/2010/main" val="26084553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DEFAULT" preserve="1">
  <p:cSld name="DEFAULT">
    <p:bg>
      <p:bgPr>
        <a:solidFill>
          <a:schemeClr val="lt1"/>
        </a:solidFill>
        <a:effectLst/>
      </p:bgPr>
    </p:bg>
    <p:spTree>
      <p:nvGrpSpPr>
        <p:cNvPr id="1" name="Shape 10"/>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7722271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Divider Slide ">
    <p:bg>
      <p:bgPr>
        <a:solidFill>
          <a:schemeClr val="accent5">
            <a:lumMod val="60000"/>
            <a:lumOff val="4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F834B9B-74FE-4AF3-888B-F2F3A09DBD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601134" y="4157816"/>
            <a:ext cx="10859031" cy="1569660"/>
          </a:xfrm>
          <a:prstGeom prst="rect">
            <a:avLst/>
          </a:prstGeom>
        </p:spPr>
        <p:txBody>
          <a:bodyPr wrap="square" anchor="b">
            <a:spAutoFit/>
          </a:bodyPr>
          <a:lstStyle>
            <a:lvl1pPr>
              <a:lnSpc>
                <a:spcPct val="100000"/>
              </a:lnSpc>
              <a:defRPr lang="en-IN" sz="48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Slide Divider with Title in maximum two lines</a:t>
            </a:r>
          </a:p>
        </p:txBody>
      </p:sp>
    </p:spTree>
    <p:custDataLst>
      <p:tags r:id="rId1"/>
    </p:custDataLst>
    <p:extLst>
      <p:ext uri="{BB962C8B-B14F-4D97-AF65-F5344CB8AC3E}">
        <p14:creationId xmlns:p14="http://schemas.microsoft.com/office/powerpoint/2010/main" val="8990899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 Grey bkgd.">
  <p:cSld name="Title + Grey bkgd.">
    <p:bg>
      <p:bgPr>
        <a:solidFill>
          <a:schemeClr val="lt2">
            <a:alpha val="40000"/>
          </a:schemeClr>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605364" y="498665"/>
            <a:ext cx="10854797" cy="646331"/>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chemeClr val="dk1"/>
              </a:buClr>
              <a:buSzPts val="3600"/>
              <a:buFont typeface="Open Sans"/>
              <a:buNone/>
              <a:defRPr sz="3600" b="1" i="0" u="none" strike="noStrike" cap="none">
                <a:solidFill>
                  <a:schemeClr val="dk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ustDataLst>
      <p:tags r:id="rId1"/>
    </p:custDataLst>
    <p:extLst>
      <p:ext uri="{BB962C8B-B14F-4D97-AF65-F5344CB8AC3E}">
        <p14:creationId xmlns:p14="http://schemas.microsoft.com/office/powerpoint/2010/main" val="17551644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17934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1_Title Slide ">
  <p:cSld name="2_Title Slide ">
    <p:bg>
      <p:bgPr>
        <a:blipFill rotWithShape="1">
          <a:blip r:embed="rId2">
            <a:alphaModFix/>
          </a:blip>
          <a:tile tx="0" ty="0" sx="100000" sy="100000" flip="none" algn="tl"/>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subTitle" idx="1"/>
          </p:nvPr>
        </p:nvSpPr>
        <p:spPr>
          <a:xfrm>
            <a:off x="605691" y="5503862"/>
            <a:ext cx="3836988" cy="338554"/>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10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Open Sans"/>
                <a:ea typeface="Open Sans"/>
                <a:cs typeface="Open Sans"/>
                <a:sym typeface="Open Sans"/>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Open Sans"/>
                <a:ea typeface="Open Sans"/>
                <a:cs typeface="Open Sans"/>
                <a:sym typeface="Open Sans"/>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9pPr>
          </a:lstStyle>
          <a:p>
            <a:endParaRPr/>
          </a:p>
        </p:txBody>
      </p:sp>
      <p:sp>
        <p:nvSpPr>
          <p:cNvPr id="11" name="Google Shape;11;p2"/>
          <p:cNvSpPr txBox="1">
            <a:spLocks noGrp="1"/>
          </p:cNvSpPr>
          <p:nvPr>
            <p:ph type="body" idx="2"/>
          </p:nvPr>
        </p:nvSpPr>
        <p:spPr>
          <a:xfrm>
            <a:off x="9965094" y="5494974"/>
            <a:ext cx="1592542" cy="338554"/>
          </a:xfrm>
          <a:prstGeom prst="rect">
            <a:avLst/>
          </a:prstGeom>
          <a:noFill/>
          <a:ln>
            <a:noFill/>
          </a:ln>
        </p:spPr>
        <p:txBody>
          <a:bodyPr spcFirstLastPara="1" wrap="square" lIns="91425" tIns="45700" rIns="91425" bIns="45700" anchor="t" anchorCtr="0">
            <a:spAutoFit/>
          </a:bodyPr>
          <a:lstStyle>
            <a:lvl1pPr marL="457200" marR="0" lvl="0" indent="-228600" algn="r" rtl="0">
              <a:lnSpc>
                <a:spcPct val="100000"/>
              </a:lnSpc>
              <a:spcBef>
                <a:spcPts val="10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2pPr>
            <a:lvl3pPr marL="1371600" marR="0" lvl="2"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3pPr>
            <a:lvl4pPr marL="1828800" marR="0" lvl="3"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4pPr>
            <a:lvl5pPr marL="2286000" marR="0" lvl="4"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9pPr>
          </a:lstStyle>
          <a:p>
            <a:endParaRPr/>
          </a:p>
        </p:txBody>
      </p:sp>
      <p:sp>
        <p:nvSpPr>
          <p:cNvPr id="12" name="Google Shape;12;p2"/>
          <p:cNvSpPr txBox="1">
            <a:spLocks noGrp="1"/>
          </p:cNvSpPr>
          <p:nvPr>
            <p:ph type="ctrTitle"/>
          </p:nvPr>
        </p:nvSpPr>
        <p:spPr>
          <a:xfrm>
            <a:off x="580635" y="2272208"/>
            <a:ext cx="8967225" cy="3231654"/>
          </a:xfrm>
          <a:prstGeom prst="rect">
            <a:avLst/>
          </a:prstGeom>
          <a:noFill/>
          <a:ln>
            <a:noFill/>
          </a:ln>
        </p:spPr>
        <p:txBody>
          <a:bodyPr spcFirstLastPara="1" wrap="square" lIns="91425" tIns="45700" rIns="91425" bIns="45700" anchor="b" anchorCtr="0">
            <a:spAutoFit/>
          </a:bodyPr>
          <a:lstStyle>
            <a:lvl1pPr marR="0" lvl="0" algn="l" rtl="0">
              <a:lnSpc>
                <a:spcPct val="100000"/>
              </a:lnSpc>
              <a:spcBef>
                <a:spcPts val="0"/>
              </a:spcBef>
              <a:spcAft>
                <a:spcPts val="0"/>
              </a:spcAft>
              <a:buClr>
                <a:schemeClr val="dk1"/>
              </a:buClr>
              <a:buSzPts val="6800"/>
              <a:buFont typeface="Open Sans"/>
              <a:buNone/>
              <a:defRPr sz="6800" b="1" i="0" u="none" strike="noStrike" cap="none">
                <a:solidFill>
                  <a:schemeClr val="dk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
          <p:cNvSpPr txBox="1">
            <a:spLocks noGrp="1"/>
          </p:cNvSpPr>
          <p:nvPr>
            <p:ph type="body" idx="3"/>
          </p:nvPr>
        </p:nvSpPr>
        <p:spPr>
          <a:xfrm>
            <a:off x="9547860" y="5494974"/>
            <a:ext cx="2009776" cy="338554"/>
          </a:xfrm>
          <a:prstGeom prst="rect">
            <a:avLst/>
          </a:prstGeom>
          <a:noFill/>
          <a:ln>
            <a:noFill/>
          </a:ln>
        </p:spPr>
        <p:txBody>
          <a:bodyPr spcFirstLastPara="1" wrap="square" lIns="91425" tIns="45700" rIns="91425" bIns="45700" anchor="t" anchorCtr="0">
            <a:spAutoFit/>
          </a:bodyPr>
          <a:lstStyle>
            <a:lvl1pPr marL="457200" marR="0" lvl="0" indent="-228600" algn="r" rtl="0">
              <a:lnSpc>
                <a:spcPct val="100000"/>
              </a:lnSpc>
              <a:spcBef>
                <a:spcPts val="10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2pPr>
            <a:lvl3pPr marL="1371600" marR="0" lvl="2"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3pPr>
            <a:lvl4pPr marL="1828800" marR="0" lvl="3"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4pPr>
            <a:lvl5pPr marL="2286000" marR="0" lvl="4"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9pPr>
          </a:lstStyle>
          <a:p>
            <a:endParaRPr/>
          </a:p>
        </p:txBody>
      </p:sp>
    </p:spTree>
    <p:extLst>
      <p:ext uri="{BB962C8B-B14F-4D97-AF65-F5344CB8AC3E}">
        <p14:creationId xmlns:p14="http://schemas.microsoft.com/office/powerpoint/2010/main" val="37432676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5871734" y="6523250"/>
            <a:ext cx="448535" cy="218655"/>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z="800" smtClean="0"/>
              <a:pPr/>
              <a:t>‹#›</a:t>
            </a:fld>
            <a:endParaRPr lang="en-US" sz="800"/>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652465" y="6523250"/>
            <a:ext cx="3200399" cy="218655"/>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sz="800"/>
              <a:t>© 2026 Fractal Analytics Inc. All rights reserved | Confidential</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52">
            <a:extLst>
              <a:ext uri="{28A0092B-C50C-407E-A947-70E740481C1C}">
                <a14:useLocalDpi xmlns:a14="http://schemas.microsoft.com/office/drawing/2010/main" val="0"/>
              </a:ext>
            </a:extLst>
          </a:blip>
          <a:srcRect b="24104"/>
          <a:stretch/>
        </p:blipFill>
        <p:spPr>
          <a:xfrm>
            <a:off x="10783861" y="6556352"/>
            <a:ext cx="686144" cy="149645"/>
          </a:xfrm>
          <a:prstGeom prst="rect">
            <a:avLst/>
          </a:prstGeom>
        </p:spPr>
      </p:pic>
    </p:spTree>
    <p:extLst>
      <p:ext uri="{BB962C8B-B14F-4D97-AF65-F5344CB8AC3E}">
        <p14:creationId xmlns:p14="http://schemas.microsoft.com/office/powerpoint/2010/main" val="4249661620"/>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1" r:id="rId50"/>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panose="020B0606030504020204" pitchFamily="34" charset="0"/>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11" userDrawn="1">
          <p15:clr>
            <a:srgbClr val="F26B43"/>
          </p15:clr>
        </p15:guide>
        <p15:guide id="2" pos="796" userDrawn="1">
          <p15:clr>
            <a:srgbClr val="F26B43"/>
          </p15:clr>
        </p15:guide>
        <p15:guide id="29" orient="horz" pos="1439" userDrawn="1">
          <p15:clr>
            <a:srgbClr val="F26B43"/>
          </p15:clr>
        </p15:guide>
        <p15:guide id="43" orient="horz" pos="6959" userDrawn="1">
          <p15:clr>
            <a:srgbClr val="F26B43"/>
          </p15:clr>
        </p15:guide>
        <p15:guide id="44" pos="12833"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jpeg"/><Relationship Id="rId3" Type="http://schemas.openxmlformats.org/officeDocument/2006/relationships/notesSlide" Target="../notesSlides/notesSlide1.xml"/><Relationship Id="rId7" Type="http://schemas.openxmlformats.org/officeDocument/2006/relationships/hyperlink" Target="https://www.youtube.com/@fractalai" TargetMode="External"/><Relationship Id="rId12" Type="http://schemas.openxmlformats.org/officeDocument/2006/relationships/image" Target="../media/image16.png"/><Relationship Id="rId2" Type="http://schemas.openxmlformats.org/officeDocument/2006/relationships/slideLayout" Target="../slideLayouts/slideLayout50.xml"/><Relationship Id="rId1" Type="http://schemas.openxmlformats.org/officeDocument/2006/relationships/tags" Target="../tags/tag6.xml"/><Relationship Id="rId6" Type="http://schemas.openxmlformats.org/officeDocument/2006/relationships/image" Target="../media/image13.jpeg"/><Relationship Id="rId11" Type="http://schemas.openxmlformats.org/officeDocument/2006/relationships/hyperlink" Target="https://www.linkedin.com/company/fractal-analytics" TargetMode="External"/><Relationship Id="rId5" Type="http://schemas.openxmlformats.org/officeDocument/2006/relationships/hyperlink" Target="https://www.instagram.com/lifeatfractal/" TargetMode="External"/><Relationship Id="rId10" Type="http://schemas.openxmlformats.org/officeDocument/2006/relationships/image" Target="../media/image15.png"/><Relationship Id="rId4" Type="http://schemas.openxmlformats.org/officeDocument/2006/relationships/hyperlink" Target="https://fractal.ai/" TargetMode="External"/><Relationship Id="rId9" Type="http://schemas.openxmlformats.org/officeDocument/2006/relationships/hyperlink" Target="https://x.com/fractalai"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20.svg"/><Relationship Id="rId2" Type="http://schemas.openxmlformats.org/officeDocument/2006/relationships/slideLayout" Target="../slideLayouts/slideLayout3.xml"/><Relationship Id="rId1" Type="http://schemas.openxmlformats.org/officeDocument/2006/relationships/tags" Target="../tags/tag7.xml"/><Relationship Id="rId6" Type="http://schemas.openxmlformats.org/officeDocument/2006/relationships/image" Target="../media/image19.svg"/><Relationship Id="rId5" Type="http://schemas.openxmlformats.org/officeDocument/2006/relationships/image" Target="../media/image18.svg"/><Relationship Id="rId4" Type="http://schemas.microsoft.com/office/2018/10/relationships/comments" Target="../comments/modernComment_143_5AF3BF4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10.xml"/><Relationship Id="rId4" Type="http://schemas.microsoft.com/office/2018/10/relationships/comments" Target="../comments/modernComment_7FFFFFA5_A274C29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11.xml"/><Relationship Id="rId4" Type="http://schemas.microsoft.com/office/2018/10/relationships/comments" Target="../comments/modernComment_7FFFFF88_280CCD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notesSlide" Target="../notesSlides/notesSlide9.xml"/><Relationship Id="rId7" Type="http://schemas.openxmlformats.org/officeDocument/2006/relationships/image" Target="../media/image27.svg"/><Relationship Id="rId2" Type="http://schemas.openxmlformats.org/officeDocument/2006/relationships/slideLayout" Target="../slideLayouts/slideLayout3.xml"/><Relationship Id="rId1" Type="http://schemas.openxmlformats.org/officeDocument/2006/relationships/tags" Target="../tags/tag13.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 Id="rId9" Type="http://schemas.openxmlformats.org/officeDocument/2006/relationships/image" Target="../media/image29.sv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7FFFFF9E_1E48CF99.xml"/><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4.xml"/><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2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2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ags" Target="../tags/tag2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29.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3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34.xml"/><Relationship Id="rId4" Type="http://schemas.microsoft.com/office/2018/10/relationships/comments" Target="../comments/modernComment_7FFFFF85_C49F070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61" name="Google Shape;761;p97"/>
          <p:cNvSpPr/>
          <p:nvPr/>
        </p:nvSpPr>
        <p:spPr>
          <a:xfrm>
            <a:off x="621484" y="4407465"/>
            <a:ext cx="6119607" cy="353610"/>
          </a:xfrm>
          <a:prstGeom prst="rect">
            <a:avLst/>
          </a:prstGeom>
          <a:noFill/>
          <a:ln>
            <a:noFill/>
          </a:ln>
        </p:spPr>
        <p:txBody>
          <a:bodyPr spcFirstLastPara="1" wrap="square" lIns="0" tIns="0" rIns="0" bIns="0" anchor="ctr" anchorCtr="0">
            <a:noAutofit/>
          </a:bodyPr>
          <a:lstStyle/>
          <a:p>
            <a:r>
              <a:rPr lang="en-US" sz="1600">
                <a:ea typeface="Open Sans"/>
                <a:cs typeface="Open Sans"/>
              </a:rPr>
              <a:t>Learner Guide  | FDE Program</a:t>
            </a:r>
          </a:p>
        </p:txBody>
      </p:sp>
      <p:sp>
        <p:nvSpPr>
          <p:cNvPr id="762" name="Google Shape;762;p97"/>
          <p:cNvSpPr/>
          <p:nvPr/>
        </p:nvSpPr>
        <p:spPr>
          <a:xfrm>
            <a:off x="621484" y="2244609"/>
            <a:ext cx="7299594" cy="2048129"/>
          </a:xfrm>
          <a:prstGeom prst="rect">
            <a:avLst/>
          </a:prstGeom>
          <a:noFill/>
          <a:ln>
            <a:noFill/>
          </a:ln>
        </p:spPr>
        <p:txBody>
          <a:bodyPr spcFirstLastPara="1" wrap="square" lIns="0" tIns="0" rIns="0" bIns="0" anchor="b" anchorCtr="0">
            <a:noAutofit/>
          </a:bodyPr>
          <a:lstStyle/>
          <a:p>
            <a:r>
              <a:rPr lang="en-US" sz="4400" b="1" dirty="0">
                <a:ea typeface="+mn-lt"/>
                <a:cs typeface="+mn-lt"/>
              </a:rPr>
              <a:t>Case Summary </a:t>
            </a:r>
            <a:endParaRPr lang="en-US" dirty="0">
              <a:ea typeface="+mn-lt"/>
              <a:cs typeface="+mn-lt"/>
            </a:endParaRPr>
          </a:p>
          <a:p>
            <a:r>
              <a:rPr lang="en-US" sz="4400" b="1" dirty="0">
                <a:solidFill>
                  <a:schemeClr val="accent2"/>
                </a:solidFill>
                <a:ea typeface="+mn-lt"/>
                <a:cs typeface="+mn-lt"/>
              </a:rPr>
              <a:t>Drafting Assistant</a:t>
            </a:r>
            <a:r>
              <a:rPr lang="en-US" sz="4400" dirty="0">
                <a:solidFill>
                  <a:schemeClr val="accent2"/>
                </a:solidFill>
                <a:ea typeface="+mn-lt"/>
                <a:cs typeface="+mn-lt"/>
              </a:rPr>
              <a:t> </a:t>
            </a:r>
            <a:endParaRPr lang="en-US" dirty="0">
              <a:solidFill>
                <a:schemeClr val="accent2"/>
              </a:solidFill>
              <a:ea typeface="Open Sans"/>
              <a:cs typeface="Open Sans"/>
            </a:endParaRPr>
          </a:p>
        </p:txBody>
      </p:sp>
      <p:sp>
        <p:nvSpPr>
          <p:cNvPr id="763" name="Google Shape;763;p97"/>
          <p:cNvSpPr txBox="1"/>
          <p:nvPr/>
        </p:nvSpPr>
        <p:spPr>
          <a:xfrm>
            <a:off x="621484" y="4875802"/>
            <a:ext cx="2674222" cy="103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accent2"/>
              </a:buClr>
              <a:buSzPts val="1200"/>
              <a:buFont typeface="Open Sans"/>
              <a:buNone/>
            </a:pPr>
            <a:r>
              <a:rPr lang="en-US" sz="1200" b="0" i="0" u="sng" strike="noStrike" cap="none" dirty="0">
                <a:solidFill>
                  <a:schemeClr val="accent2"/>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Fractal</a:t>
            </a:r>
            <a:r>
              <a:rPr lang="en-US" sz="1200" b="0" i="0" u="none" strike="noStrike" cap="none" dirty="0">
                <a:solidFill>
                  <a:srgbClr val="6C7177"/>
                </a:solidFill>
                <a:latin typeface="Open Sans"/>
                <a:ea typeface="Open Sans"/>
                <a:cs typeface="Open Sans"/>
                <a:sym typeface="Open Sans"/>
              </a:rPr>
              <a:t> Corporate Headquarters</a:t>
            </a:r>
            <a:endParaRPr dirty="0"/>
          </a:p>
          <a:p>
            <a:pPr marL="0" marR="0" lvl="0" indent="0" algn="l" rtl="0">
              <a:lnSpc>
                <a:spcPct val="100000"/>
              </a:lnSpc>
              <a:spcBef>
                <a:spcPts val="0"/>
              </a:spcBef>
              <a:spcAft>
                <a:spcPts val="0"/>
              </a:spcAft>
              <a:buClr>
                <a:srgbClr val="6C7177"/>
              </a:buClr>
              <a:buSzPts val="1200"/>
              <a:buFont typeface="Open Sans"/>
              <a:buNone/>
            </a:pPr>
            <a:r>
              <a:rPr lang="en-US" sz="1200" b="0" i="0" u="none" strike="noStrike" cap="none" dirty="0">
                <a:solidFill>
                  <a:srgbClr val="6C7177"/>
                </a:solidFill>
                <a:latin typeface="Open Sans"/>
                <a:ea typeface="Open Sans"/>
                <a:cs typeface="Open Sans"/>
                <a:sym typeface="Open Sans"/>
              </a:rPr>
              <a:t>Suite 76J,</a:t>
            </a:r>
            <a:endParaRPr dirty="0"/>
          </a:p>
          <a:p>
            <a:pPr marL="0" marR="0" lvl="0" indent="0" algn="l" rtl="0">
              <a:lnSpc>
                <a:spcPct val="100000"/>
              </a:lnSpc>
              <a:spcBef>
                <a:spcPts val="0"/>
              </a:spcBef>
              <a:spcAft>
                <a:spcPts val="0"/>
              </a:spcAft>
              <a:buClr>
                <a:srgbClr val="6C7177"/>
              </a:buClr>
              <a:buSzPts val="1200"/>
              <a:buFont typeface="Open Sans"/>
              <a:buNone/>
            </a:pPr>
            <a:r>
              <a:rPr lang="en-US" sz="1200" b="0" i="0" u="none" strike="noStrike" cap="none" dirty="0">
                <a:solidFill>
                  <a:srgbClr val="6C7177"/>
                </a:solidFill>
                <a:latin typeface="Open Sans"/>
                <a:ea typeface="Open Sans"/>
                <a:cs typeface="Open Sans"/>
                <a:sym typeface="Open Sans"/>
              </a:rPr>
              <a:t>One World Trade Center,</a:t>
            </a:r>
            <a:endParaRPr dirty="0"/>
          </a:p>
          <a:p>
            <a:pPr marL="0" marR="0" lvl="0" indent="0" algn="l" rtl="0">
              <a:lnSpc>
                <a:spcPct val="100000"/>
              </a:lnSpc>
              <a:spcBef>
                <a:spcPts val="0"/>
              </a:spcBef>
              <a:spcAft>
                <a:spcPts val="0"/>
              </a:spcAft>
              <a:buClr>
                <a:srgbClr val="6C7177"/>
              </a:buClr>
              <a:buSzPts val="1200"/>
              <a:buFont typeface="Open Sans"/>
              <a:buNone/>
            </a:pPr>
            <a:r>
              <a:rPr lang="en-US" sz="1200" b="0" i="0" u="none" strike="noStrike" cap="none" dirty="0">
                <a:solidFill>
                  <a:srgbClr val="6C7177"/>
                </a:solidFill>
                <a:latin typeface="Open Sans"/>
                <a:ea typeface="Open Sans"/>
                <a:cs typeface="Open Sans"/>
                <a:sym typeface="Open Sans"/>
              </a:rPr>
              <a:t>New York, NY 10007</a:t>
            </a:r>
            <a:endParaRPr dirty="0"/>
          </a:p>
        </p:txBody>
      </p:sp>
      <p:grpSp>
        <p:nvGrpSpPr>
          <p:cNvPr id="764" name="Google Shape;764;p97"/>
          <p:cNvGrpSpPr/>
          <p:nvPr/>
        </p:nvGrpSpPr>
        <p:grpSpPr>
          <a:xfrm>
            <a:off x="720875" y="5896367"/>
            <a:ext cx="1414215" cy="278730"/>
            <a:chOff x="602591" y="5831905"/>
            <a:chExt cx="1910788" cy="376600"/>
          </a:xfrm>
        </p:grpSpPr>
        <p:pic>
          <p:nvPicPr>
            <p:cNvPr id="765" name="Google Shape;765;p97">
              <a:hlinkClick r:id="rId5"/>
            </p:cNvPr>
            <p:cNvPicPr preferRelativeResize="0"/>
            <p:nvPr/>
          </p:nvPicPr>
          <p:blipFill rotWithShape="1">
            <a:blip r:embed="rId6">
              <a:alphaModFix/>
            </a:blip>
            <a:srcRect/>
            <a:stretch/>
          </p:blipFill>
          <p:spPr>
            <a:xfrm>
              <a:off x="2124616" y="5842605"/>
              <a:ext cx="388763" cy="365900"/>
            </a:xfrm>
            <a:prstGeom prst="rect">
              <a:avLst/>
            </a:prstGeom>
            <a:noFill/>
            <a:ln>
              <a:noFill/>
            </a:ln>
          </p:spPr>
        </p:pic>
        <p:pic>
          <p:nvPicPr>
            <p:cNvPr id="766" name="Google Shape;766;p97">
              <a:hlinkClick r:id="rId7"/>
            </p:cNvPr>
            <p:cNvPicPr preferRelativeResize="0"/>
            <p:nvPr/>
          </p:nvPicPr>
          <p:blipFill rotWithShape="1">
            <a:blip r:embed="rId8">
              <a:alphaModFix/>
            </a:blip>
            <a:srcRect/>
            <a:stretch/>
          </p:blipFill>
          <p:spPr>
            <a:xfrm>
              <a:off x="1603716" y="5853841"/>
              <a:ext cx="365760" cy="343437"/>
            </a:xfrm>
            <a:prstGeom prst="rect">
              <a:avLst/>
            </a:prstGeom>
            <a:noFill/>
            <a:ln>
              <a:noFill/>
            </a:ln>
          </p:spPr>
        </p:pic>
        <p:pic>
          <p:nvPicPr>
            <p:cNvPr id="767" name="Google Shape;767;p97">
              <a:hlinkClick r:id="rId9"/>
            </p:cNvPr>
            <p:cNvPicPr preferRelativeResize="0"/>
            <p:nvPr/>
          </p:nvPicPr>
          <p:blipFill rotWithShape="1">
            <a:blip r:embed="rId10">
              <a:alphaModFix/>
            </a:blip>
            <a:srcRect/>
            <a:stretch/>
          </p:blipFill>
          <p:spPr>
            <a:xfrm>
              <a:off x="1115914" y="5831905"/>
              <a:ext cx="365760" cy="343814"/>
            </a:xfrm>
            <a:prstGeom prst="rect">
              <a:avLst/>
            </a:prstGeom>
            <a:noFill/>
            <a:ln>
              <a:noFill/>
            </a:ln>
          </p:spPr>
        </p:pic>
        <p:pic>
          <p:nvPicPr>
            <p:cNvPr id="768" name="Google Shape;768;p97">
              <a:hlinkClick r:id="rId11"/>
            </p:cNvPr>
            <p:cNvPicPr preferRelativeResize="0"/>
            <p:nvPr/>
          </p:nvPicPr>
          <p:blipFill rotWithShape="1">
            <a:blip r:embed="rId12">
              <a:alphaModFix/>
            </a:blip>
            <a:srcRect/>
            <a:stretch/>
          </p:blipFill>
          <p:spPr>
            <a:xfrm>
              <a:off x="602591" y="5832105"/>
              <a:ext cx="365760" cy="343437"/>
            </a:xfrm>
            <a:prstGeom prst="rect">
              <a:avLst/>
            </a:prstGeom>
            <a:noFill/>
            <a:ln>
              <a:noFill/>
            </a:ln>
          </p:spPr>
        </p:pic>
      </p:grpSp>
      <p:pic>
        <p:nvPicPr>
          <p:cNvPr id="2" name="Picture 1" descr="Our Values | Fractal">
            <a:extLst>
              <a:ext uri="{FF2B5EF4-FFF2-40B4-BE49-F238E27FC236}">
                <a16:creationId xmlns:a16="http://schemas.microsoft.com/office/drawing/2014/main" id="{B0F2C02D-2198-80D6-B9B5-279F2F785710}"/>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62791" t="17424"/>
          <a:stretch/>
        </p:blipFill>
        <p:spPr bwMode="auto">
          <a:xfrm>
            <a:off x="7958912" y="860879"/>
            <a:ext cx="3801388" cy="4815588"/>
          </a:xfrm>
          <a:prstGeom prst="roundRect">
            <a:avLst/>
          </a:prstGeom>
          <a:noFill/>
          <a:effectLst>
            <a:outerShdw blurRad="50800" dist="38100" dir="2700000" algn="tl" rotWithShape="0">
              <a:prstClr val="black">
                <a:alpha val="40000"/>
              </a:prstClr>
            </a:outerShdw>
          </a:effectLst>
          <a:scene3d>
            <a:camera prst="perspectiveHeroicExtremeRightFacing" fov="3900000">
              <a:rot lat="600000" lon="20400000" rev="174516"/>
            </a:camera>
            <a:lightRig rig="threePt" dir="t"/>
          </a:scene3d>
          <a:sp3d z="63500"/>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7F673-8FF2-2563-25B9-99D4C0B13EA5}"/>
            </a:ext>
          </a:extLst>
        </p:cNvPr>
        <p:cNvGrpSpPr/>
        <p:nvPr/>
      </p:nvGrpSpPr>
      <p:grpSpPr>
        <a:xfrm>
          <a:off x="0" y="0"/>
          <a:ext cx="0" cy="0"/>
          <a:chOff x="0" y="0"/>
          <a:chExt cx="0" cy="0"/>
        </a:xfrm>
      </p:grpSpPr>
      <p:sp>
        <p:nvSpPr>
          <p:cNvPr id="10" name="Round Diagonal Corner Rectangle 18">
            <a:extLst>
              <a:ext uri="{FF2B5EF4-FFF2-40B4-BE49-F238E27FC236}">
                <a16:creationId xmlns:a16="http://schemas.microsoft.com/office/drawing/2014/main" id="{D88E599A-AD1B-2CFE-AFAE-EAA2247FE4A0}"/>
              </a:ext>
            </a:extLst>
          </p:cNvPr>
          <p:cNvSpPr/>
          <p:nvPr/>
        </p:nvSpPr>
        <p:spPr>
          <a:xfrm>
            <a:off x="10227682" y="2064308"/>
            <a:ext cx="1022327" cy="972838"/>
          </a:xfrm>
          <a:prstGeom prst="round2DiagRect">
            <a:avLst/>
          </a:prstGeom>
          <a:solidFill>
            <a:schemeClr val="accent5">
              <a:lumMod val="20000"/>
              <a:lumOff val="80000"/>
            </a:schemeClr>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mj-lt"/>
              <a:ea typeface="Open Sans" panose="020B0606030504020204" pitchFamily="34" charset="0"/>
              <a:cs typeface="Open Sans" panose="020B0606030504020204" pitchFamily="34" charset="0"/>
            </a:endParaRPr>
          </a:p>
        </p:txBody>
      </p:sp>
      <p:sp>
        <p:nvSpPr>
          <p:cNvPr id="4" name="Title 3">
            <a:extLst>
              <a:ext uri="{FF2B5EF4-FFF2-40B4-BE49-F238E27FC236}">
                <a16:creationId xmlns:a16="http://schemas.microsoft.com/office/drawing/2014/main" id="{F27C5613-CC81-66AC-9E1E-C0300BD52543}"/>
              </a:ext>
            </a:extLst>
          </p:cNvPr>
          <p:cNvSpPr>
            <a:spLocks noGrp="1"/>
          </p:cNvSpPr>
          <p:nvPr>
            <p:ph type="title"/>
          </p:nvPr>
        </p:nvSpPr>
        <p:spPr>
          <a:xfrm>
            <a:off x="605365" y="498665"/>
            <a:ext cx="9823292" cy="646331"/>
          </a:xfrm>
        </p:spPr>
        <p:txBody>
          <a:bodyPr wrap="square"/>
          <a:lstStyle/>
          <a:p>
            <a:r>
              <a:rPr lang="en-US">
                <a:solidFill>
                  <a:srgbClr val="008FD3"/>
                </a:solidFill>
              </a:rPr>
              <a:t>FDE</a:t>
            </a:r>
            <a:r>
              <a:rPr lang="en-US">
                <a:solidFill>
                  <a:srgbClr val="383838"/>
                </a:solidFill>
              </a:rPr>
              <a:t> </a:t>
            </a:r>
            <a:r>
              <a:rPr lang="en-US"/>
              <a:t>Program Plan</a:t>
            </a:r>
          </a:p>
        </p:txBody>
      </p:sp>
      <p:cxnSp>
        <p:nvCxnSpPr>
          <p:cNvPr id="64" name="Connector 19">
            <a:extLst>
              <a:ext uri="{FF2B5EF4-FFF2-40B4-BE49-F238E27FC236}">
                <a16:creationId xmlns:a16="http://schemas.microsoft.com/office/drawing/2014/main" id="{89BBD236-BE77-DD82-2795-09F049EF9E7C}"/>
              </a:ext>
              <a:ext uri="{C183D7F6-B498-43B3-948B-1728B52AA6E4}">
                <adec:decorative xmlns:adec="http://schemas.microsoft.com/office/drawing/2017/decorative" val="1"/>
              </a:ext>
            </a:extLst>
          </p:cNvPr>
          <p:cNvCxnSpPr>
            <a:cxnSpLocks/>
            <a:stCxn id="100" idx="6"/>
            <a:endCxn id="104" idx="2"/>
          </p:cNvCxnSpPr>
          <p:nvPr/>
        </p:nvCxnSpPr>
        <p:spPr>
          <a:xfrm flipV="1">
            <a:off x="1319099" y="5301185"/>
            <a:ext cx="6725945" cy="23304"/>
          </a:xfrm>
          <a:prstGeom prst="line">
            <a:avLst/>
          </a:prstGeom>
          <a:ln w="19050" cap="flat" cmpd="sng" algn="ctr">
            <a:solidFill>
              <a:schemeClr val="tx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8" name="Session 7 title">
            <a:extLst>
              <a:ext uri="{FF2B5EF4-FFF2-40B4-BE49-F238E27FC236}">
                <a16:creationId xmlns:a16="http://schemas.microsoft.com/office/drawing/2014/main" id="{BA565079-0245-2812-102B-32562F2C79B6}"/>
              </a:ext>
            </a:extLst>
          </p:cNvPr>
          <p:cNvSpPr txBox="1"/>
          <p:nvPr/>
        </p:nvSpPr>
        <p:spPr>
          <a:xfrm>
            <a:off x="1378875" y="4082976"/>
            <a:ext cx="1272631" cy="603504"/>
          </a:xfrm>
          <a:prstGeom prst="rect">
            <a:avLst/>
          </a:prstGeom>
          <a:noFill/>
        </p:spPr>
        <p:txBody>
          <a:bodyPr wrap="square" lIns="0" tIns="0" rIns="0" bIns="0" anchor="t">
            <a:noAutofit/>
          </a:bodyPr>
          <a:lstStyle>
            <a:defPPr>
              <a:defRPr lang="en-US"/>
            </a:defPPr>
            <a:lvl1pPr>
              <a:spcAft>
                <a:spcPts val="0"/>
              </a:spcAft>
              <a:defRPr sz="1400" b="0" i="0">
                <a:solidFill>
                  <a:srgbClr val="383838"/>
                </a:solidFill>
                <a:latin typeface="Open Sans"/>
              </a:defRPr>
            </a:lvl1pPr>
          </a:lstStyle>
          <a:p>
            <a:pPr>
              <a:lnSpc>
                <a:spcPct val="92000"/>
              </a:lnSpc>
            </a:pPr>
            <a:r>
              <a:rPr lang="en-US" sz="1200">
                <a:solidFill>
                  <a:schemeClr val="tx1"/>
                </a:solidFill>
                <a:latin typeface="+mj-lt"/>
                <a:ea typeface="Open Sans" panose="020B0606030504020204" pitchFamily="34" charset="0"/>
                <a:cs typeface="Open Sans" panose="020B0606030504020204" pitchFamily="34" charset="0"/>
              </a:rPr>
              <a:t>Evaluation, Observability &amp; Production Ops</a:t>
            </a:r>
          </a:p>
        </p:txBody>
      </p:sp>
      <p:sp>
        <p:nvSpPr>
          <p:cNvPr id="43" name="Pentagon 42">
            <a:extLst>
              <a:ext uri="{FF2B5EF4-FFF2-40B4-BE49-F238E27FC236}">
                <a16:creationId xmlns:a16="http://schemas.microsoft.com/office/drawing/2014/main" id="{ADB333D1-2982-BA1C-F61C-F38A3CDB04D8}"/>
              </a:ext>
            </a:extLst>
          </p:cNvPr>
          <p:cNvSpPr/>
          <p:nvPr/>
        </p:nvSpPr>
        <p:spPr>
          <a:xfrm rot="10800000">
            <a:off x="8408926" y="5015831"/>
            <a:ext cx="1789390" cy="610588"/>
          </a:xfrm>
          <a:prstGeom prst="homePlate">
            <a:avLst>
              <a:gd name="adj" fmla="val 54883"/>
            </a:avLst>
          </a:prstGeom>
          <a:solidFill>
            <a:schemeClr val="accent5">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1" name="Slide subtitle">
            <a:extLst>
              <a:ext uri="{FF2B5EF4-FFF2-40B4-BE49-F238E27FC236}">
                <a16:creationId xmlns:a16="http://schemas.microsoft.com/office/drawing/2014/main" id="{7A6627BF-5A06-28CC-46B0-6C7C66E9478D}"/>
              </a:ext>
            </a:extLst>
          </p:cNvPr>
          <p:cNvSpPr txBox="1"/>
          <p:nvPr/>
        </p:nvSpPr>
        <p:spPr>
          <a:xfrm>
            <a:off x="683983" y="1265045"/>
            <a:ext cx="5168177" cy="365760"/>
          </a:xfrm>
          <a:prstGeom prst="rect">
            <a:avLst/>
          </a:prstGeom>
          <a:noFill/>
        </p:spPr>
        <p:txBody>
          <a:bodyPr wrap="square" lIns="0" tIns="0" rIns="0" bIns="0" anchor="t">
            <a:noAutofit/>
          </a:bodyPr>
          <a:lstStyle/>
          <a:p>
            <a:r>
              <a:rPr lang="en-IN" sz="1400">
                <a:latin typeface="+mj-lt"/>
                <a:ea typeface="Open Sans" panose="020B0606030504020204" pitchFamily="34" charset="0"/>
                <a:cs typeface="Open Sans" panose="020B0606030504020204" pitchFamily="34" charset="0"/>
              </a:rPr>
              <a:t>Discovery → rules → ML → agents → governed production</a:t>
            </a:r>
          </a:p>
        </p:txBody>
      </p:sp>
      <p:cxnSp>
        <p:nvCxnSpPr>
          <p:cNvPr id="81" name="Connector 17">
            <a:extLst>
              <a:ext uri="{FF2B5EF4-FFF2-40B4-BE49-F238E27FC236}">
                <a16:creationId xmlns:a16="http://schemas.microsoft.com/office/drawing/2014/main" id="{4BE8272E-E81B-819A-9254-4EE7793D0204}"/>
              </a:ext>
              <a:ext uri="{C183D7F6-B498-43B3-948B-1728B52AA6E4}">
                <adec:decorative xmlns:adec="http://schemas.microsoft.com/office/drawing/2017/decorative" val="1"/>
              </a:ext>
            </a:extLst>
          </p:cNvPr>
          <p:cNvCxnSpPr/>
          <p:nvPr/>
        </p:nvCxnSpPr>
        <p:spPr>
          <a:xfrm>
            <a:off x="1142162" y="2406203"/>
            <a:ext cx="9077520" cy="44174"/>
          </a:xfrm>
          <a:prstGeom prst="line">
            <a:avLst/>
          </a:prstGeom>
          <a:ln w="19050" cap="flat" cmpd="sng" algn="ctr">
            <a:solidFill>
              <a:schemeClr val="tx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2" name="Connector 18">
            <a:extLst>
              <a:ext uri="{FF2B5EF4-FFF2-40B4-BE49-F238E27FC236}">
                <a16:creationId xmlns:a16="http://schemas.microsoft.com/office/drawing/2014/main" id="{7F2DCB38-8858-4F47-AC64-2ADFFBCB7D55}"/>
              </a:ext>
              <a:ext uri="{C183D7F6-B498-43B3-948B-1728B52AA6E4}">
                <adec:decorative xmlns:adec="http://schemas.microsoft.com/office/drawing/2017/decorative" val="1"/>
              </a:ext>
            </a:extLst>
          </p:cNvPr>
          <p:cNvCxnSpPr/>
          <p:nvPr/>
        </p:nvCxnSpPr>
        <p:spPr>
          <a:xfrm>
            <a:off x="1136641" y="3928658"/>
            <a:ext cx="9464040" cy="0"/>
          </a:xfrm>
          <a:prstGeom prst="line">
            <a:avLst/>
          </a:prstGeom>
          <a:ln w="19050" cap="flat" cmpd="sng" algn="ctr">
            <a:solidFill>
              <a:schemeClr val="tx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5" name="Oval 84" descr="Session 1 status: complete.">
            <a:extLst>
              <a:ext uri="{FF2B5EF4-FFF2-40B4-BE49-F238E27FC236}">
                <a16:creationId xmlns:a16="http://schemas.microsoft.com/office/drawing/2014/main" id="{33395550-5D2C-9C2F-3E69-CE44A0461E5B}"/>
              </a:ext>
            </a:extLst>
          </p:cNvPr>
          <p:cNvSpPr/>
          <p:nvPr/>
        </p:nvSpPr>
        <p:spPr>
          <a:xfrm>
            <a:off x="971627" y="2236090"/>
            <a:ext cx="347472" cy="347472"/>
          </a:xfrm>
          <a:prstGeom prst="ellipse">
            <a:avLst/>
          </a:prstGeom>
          <a:solidFill>
            <a:srgbClr val="00B050"/>
          </a:solidFill>
          <a:ln w="17780">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IN" sz="1400" b="1">
                <a:solidFill>
                  <a:srgbClr val="FFFFFF"/>
                </a:solidFill>
                <a:latin typeface="+mj-lt"/>
                <a:ea typeface="Open Sans Extrabold" panose="020B0606030504020204" pitchFamily="34" charset="0"/>
                <a:cs typeface="Open Sans Extrabold" panose="020B0606030504020204" pitchFamily="34" charset="0"/>
              </a:rPr>
              <a:t>1</a:t>
            </a:r>
          </a:p>
        </p:txBody>
      </p:sp>
      <p:sp>
        <p:nvSpPr>
          <p:cNvPr id="86" name="Session 1 title">
            <a:extLst>
              <a:ext uri="{FF2B5EF4-FFF2-40B4-BE49-F238E27FC236}">
                <a16:creationId xmlns:a16="http://schemas.microsoft.com/office/drawing/2014/main" id="{3BC87157-2E50-0F55-19AB-4AD53E251FC8}"/>
              </a:ext>
            </a:extLst>
          </p:cNvPr>
          <p:cNvSpPr txBox="1"/>
          <p:nvPr/>
        </p:nvSpPr>
        <p:spPr>
          <a:xfrm>
            <a:off x="1371356" y="2497194"/>
            <a:ext cx="1250585" cy="384048"/>
          </a:xfrm>
          <a:prstGeom prst="rect">
            <a:avLst/>
          </a:prstGeom>
          <a:noFill/>
        </p:spPr>
        <p:txBody>
          <a:bodyPr wrap="square" lIns="0" tIns="0" rIns="0" bIns="0" anchor="t">
            <a:noAutofit/>
          </a:bodyPr>
          <a:lstStyle/>
          <a:p>
            <a:r>
              <a:rPr lang="en-IN" sz="1200">
                <a:latin typeface="+mj-lt"/>
                <a:ea typeface="Open Sans Extrabold" panose="020B0606030504020204" pitchFamily="34" charset="0"/>
                <a:cs typeface="Open Sans Extrabold" panose="020B0606030504020204" pitchFamily="34" charset="0"/>
              </a:rPr>
              <a:t>FDE Mindset</a:t>
            </a:r>
            <a:br>
              <a:rPr lang="en-IN" sz="1200">
                <a:latin typeface="+mj-lt"/>
                <a:ea typeface="Open Sans Extrabold" panose="020B0606030504020204" pitchFamily="34" charset="0"/>
                <a:cs typeface="Open Sans Extrabold" panose="020B0606030504020204" pitchFamily="34" charset="0"/>
              </a:rPr>
            </a:br>
            <a:r>
              <a:rPr lang="en-IN" sz="1200">
                <a:latin typeface="+mj-lt"/>
                <a:ea typeface="Open Sans Extrabold" panose="020B0606030504020204" pitchFamily="34" charset="0"/>
                <a:cs typeface="Open Sans Extrabold" panose="020B0606030504020204" pitchFamily="34" charset="0"/>
              </a:rPr>
              <a:t>In Progress</a:t>
            </a:r>
          </a:p>
        </p:txBody>
      </p:sp>
      <p:sp>
        <p:nvSpPr>
          <p:cNvPr id="19" name="Round Diagonal Corner Rectangle 18">
            <a:extLst>
              <a:ext uri="{FF2B5EF4-FFF2-40B4-BE49-F238E27FC236}">
                <a16:creationId xmlns:a16="http://schemas.microsoft.com/office/drawing/2014/main" id="{17485A25-049C-BBF4-3048-16D57A10F2B8}"/>
              </a:ext>
            </a:extLst>
          </p:cNvPr>
          <p:cNvSpPr/>
          <p:nvPr/>
        </p:nvSpPr>
        <p:spPr>
          <a:xfrm>
            <a:off x="3336551" y="2086050"/>
            <a:ext cx="1022327" cy="972838"/>
          </a:xfrm>
          <a:prstGeom prst="round2DiagRect">
            <a:avLst/>
          </a:prstGeom>
          <a:solidFill>
            <a:schemeClr val="accent5">
              <a:lumMod val="20000"/>
              <a:lumOff val="80000"/>
            </a:schemeClr>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mj-lt"/>
              <a:ea typeface="Open Sans" panose="020B0606030504020204" pitchFamily="34" charset="0"/>
              <a:cs typeface="Open Sans" panose="020B0606030504020204" pitchFamily="34" charset="0"/>
            </a:endParaRPr>
          </a:p>
        </p:txBody>
      </p:sp>
      <p:sp>
        <p:nvSpPr>
          <p:cNvPr id="87" name="Oval 86" descr="Session 2 status: complete.">
            <a:extLst>
              <a:ext uri="{FF2B5EF4-FFF2-40B4-BE49-F238E27FC236}">
                <a16:creationId xmlns:a16="http://schemas.microsoft.com/office/drawing/2014/main" id="{C6E4D445-B798-D466-EE83-BE480305CB28}"/>
              </a:ext>
            </a:extLst>
          </p:cNvPr>
          <p:cNvSpPr/>
          <p:nvPr/>
        </p:nvSpPr>
        <p:spPr>
          <a:xfrm>
            <a:off x="5643927" y="2236090"/>
            <a:ext cx="347472" cy="347472"/>
          </a:xfrm>
          <a:prstGeom prst="ellipse">
            <a:avLst/>
          </a:prstGeom>
          <a:solidFill>
            <a:srgbClr val="00B050"/>
          </a:solidFill>
          <a:ln w="17780">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IN" sz="1400" b="1">
                <a:solidFill>
                  <a:srgbClr val="FFFFFF"/>
                </a:solidFill>
                <a:latin typeface="+mj-lt"/>
                <a:ea typeface="Open Sans Extrabold" panose="020B0606030504020204" pitchFamily="34" charset="0"/>
                <a:cs typeface="Open Sans Extrabold" panose="020B0606030504020204" pitchFamily="34" charset="0"/>
              </a:rPr>
              <a:t>2</a:t>
            </a:r>
          </a:p>
        </p:txBody>
      </p:sp>
      <p:sp>
        <p:nvSpPr>
          <p:cNvPr id="88" name="Session 2 title">
            <a:extLst>
              <a:ext uri="{FF2B5EF4-FFF2-40B4-BE49-F238E27FC236}">
                <a16:creationId xmlns:a16="http://schemas.microsoft.com/office/drawing/2014/main" id="{C4A719C4-E6AE-A6E7-82B0-ED0B721D7B9A}"/>
              </a:ext>
            </a:extLst>
          </p:cNvPr>
          <p:cNvSpPr txBox="1"/>
          <p:nvPr/>
        </p:nvSpPr>
        <p:spPr>
          <a:xfrm>
            <a:off x="6057681" y="2497194"/>
            <a:ext cx="1033272" cy="432027"/>
          </a:xfrm>
          <a:prstGeom prst="rect">
            <a:avLst/>
          </a:prstGeom>
          <a:noFill/>
        </p:spPr>
        <p:txBody>
          <a:bodyPr wrap="square" lIns="0" tIns="0" rIns="0" bIns="0" anchor="t">
            <a:noAutofit/>
          </a:bodyPr>
          <a:lstStyle/>
          <a:p>
            <a:pPr>
              <a:lnSpc>
                <a:spcPct val="92000"/>
              </a:lnSpc>
            </a:pPr>
            <a:r>
              <a:rPr lang="en-US" sz="1200">
                <a:latin typeface="+mj-lt"/>
                <a:ea typeface="Open Sans" panose="020B0606030504020204" pitchFamily="34" charset="0"/>
                <a:cs typeface="Open Sans" panose="020B0606030504020204" pitchFamily="34" charset="0"/>
              </a:rPr>
              <a:t>Claude Code+ </a:t>
            </a:r>
            <a:br>
              <a:rPr lang="en-US" sz="1200">
                <a:latin typeface="+mj-lt"/>
                <a:ea typeface="Open Sans" panose="020B0606030504020204" pitchFamily="34" charset="0"/>
                <a:cs typeface="Open Sans" panose="020B0606030504020204" pitchFamily="34" charset="0"/>
              </a:rPr>
            </a:br>
            <a:r>
              <a:rPr lang="en-US" sz="1200">
                <a:latin typeface="+mj-lt"/>
                <a:ea typeface="Open Sans" panose="020B0606030504020204" pitchFamily="34" charset="0"/>
                <a:cs typeface="Open Sans" panose="020B0606030504020204" pitchFamily="34" charset="0"/>
              </a:rPr>
              <a:t>Rule-Based Development</a:t>
            </a:r>
          </a:p>
        </p:txBody>
      </p:sp>
      <p:sp>
        <p:nvSpPr>
          <p:cNvPr id="89" name="Oval 88" descr="Session 3 status: complete.">
            <a:extLst>
              <a:ext uri="{FF2B5EF4-FFF2-40B4-BE49-F238E27FC236}">
                <a16:creationId xmlns:a16="http://schemas.microsoft.com/office/drawing/2014/main" id="{2907E5AA-BBD4-A871-8C0D-4D5126EBBA49}"/>
              </a:ext>
            </a:extLst>
          </p:cNvPr>
          <p:cNvSpPr/>
          <p:nvPr/>
        </p:nvSpPr>
        <p:spPr>
          <a:xfrm>
            <a:off x="8034965" y="2236090"/>
            <a:ext cx="347472" cy="347472"/>
          </a:xfrm>
          <a:prstGeom prst="ellipse">
            <a:avLst/>
          </a:prstGeom>
          <a:solidFill>
            <a:srgbClr val="00B050"/>
          </a:solidFill>
          <a:ln w="17780">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IN" sz="1400" b="1">
                <a:solidFill>
                  <a:srgbClr val="FFFFFF"/>
                </a:solidFill>
                <a:latin typeface="+mj-lt"/>
                <a:ea typeface="Open Sans Extrabold" panose="020B0606030504020204" pitchFamily="34" charset="0"/>
                <a:cs typeface="Open Sans Extrabold" panose="020B0606030504020204" pitchFamily="34" charset="0"/>
              </a:rPr>
              <a:t>3</a:t>
            </a:r>
          </a:p>
        </p:txBody>
      </p:sp>
      <p:sp>
        <p:nvSpPr>
          <p:cNvPr id="90" name="Session 3 title">
            <a:extLst>
              <a:ext uri="{FF2B5EF4-FFF2-40B4-BE49-F238E27FC236}">
                <a16:creationId xmlns:a16="http://schemas.microsoft.com/office/drawing/2014/main" id="{D60ECCD4-F480-C1A5-4045-EBE81BBBB213}"/>
              </a:ext>
            </a:extLst>
          </p:cNvPr>
          <p:cNvSpPr txBox="1"/>
          <p:nvPr/>
        </p:nvSpPr>
        <p:spPr>
          <a:xfrm>
            <a:off x="8441839" y="2497194"/>
            <a:ext cx="1188720" cy="417316"/>
          </a:xfrm>
          <a:prstGeom prst="rect">
            <a:avLst/>
          </a:prstGeom>
          <a:noFill/>
        </p:spPr>
        <p:txBody>
          <a:bodyPr wrap="square" lIns="0" tIns="0" rIns="0" bIns="0" anchor="t">
            <a:noAutofit/>
          </a:bodyPr>
          <a:lstStyle/>
          <a:p>
            <a:r>
              <a:rPr lang="en-US" sz="1200">
                <a:ea typeface="+mn-lt"/>
                <a:cs typeface="+mn-lt"/>
              </a:rPr>
              <a:t>Predictive System Workflows</a:t>
            </a:r>
            <a:endParaRPr lang="en-US">
              <a:ea typeface="+mn-lt"/>
              <a:cs typeface="+mn-lt"/>
            </a:endParaRPr>
          </a:p>
        </p:txBody>
      </p:sp>
      <p:sp>
        <p:nvSpPr>
          <p:cNvPr id="91" name="Oval 90" descr="Session 4 status: complete.">
            <a:extLst>
              <a:ext uri="{FF2B5EF4-FFF2-40B4-BE49-F238E27FC236}">
                <a16:creationId xmlns:a16="http://schemas.microsoft.com/office/drawing/2014/main" id="{EB1A6C3B-6025-F26A-6A8D-0DA4ADF4A8C5}"/>
              </a:ext>
            </a:extLst>
          </p:cNvPr>
          <p:cNvSpPr/>
          <p:nvPr/>
        </p:nvSpPr>
        <p:spPr>
          <a:xfrm>
            <a:off x="10539429" y="3725479"/>
            <a:ext cx="347472" cy="347472"/>
          </a:xfrm>
          <a:prstGeom prst="ellipse">
            <a:avLst/>
          </a:prstGeom>
          <a:solidFill>
            <a:srgbClr val="00B050"/>
          </a:solidFill>
          <a:ln w="17780">
            <a:solidFill>
              <a:srgbClr val="6A6B6A"/>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IN" sz="1400" b="1">
                <a:solidFill>
                  <a:srgbClr val="FFFFFF"/>
                </a:solidFill>
                <a:latin typeface="+mj-lt"/>
                <a:ea typeface="Open Sans Extrabold" panose="020B0606030504020204" pitchFamily="34" charset="0"/>
                <a:cs typeface="Open Sans Extrabold" panose="020B0606030504020204" pitchFamily="34" charset="0"/>
              </a:rPr>
              <a:t>4</a:t>
            </a:r>
          </a:p>
        </p:txBody>
      </p:sp>
      <p:sp>
        <p:nvSpPr>
          <p:cNvPr id="92" name="Session 4 title">
            <a:extLst>
              <a:ext uri="{FF2B5EF4-FFF2-40B4-BE49-F238E27FC236}">
                <a16:creationId xmlns:a16="http://schemas.microsoft.com/office/drawing/2014/main" id="{FC821A18-1A40-2A22-C6DA-CBF8F7B8A003}"/>
              </a:ext>
            </a:extLst>
          </p:cNvPr>
          <p:cNvSpPr txBox="1"/>
          <p:nvPr/>
        </p:nvSpPr>
        <p:spPr>
          <a:xfrm>
            <a:off x="10888894" y="4047583"/>
            <a:ext cx="1321717" cy="417316"/>
          </a:xfrm>
          <a:prstGeom prst="rect">
            <a:avLst/>
          </a:prstGeom>
          <a:noFill/>
        </p:spPr>
        <p:txBody>
          <a:bodyPr wrap="square" lIns="0" tIns="0" rIns="0" bIns="0" anchor="t">
            <a:noAutofit/>
          </a:bodyPr>
          <a:lstStyle/>
          <a:p>
            <a:pPr>
              <a:lnSpc>
                <a:spcPct val="92000"/>
              </a:lnSpc>
            </a:pPr>
            <a:r>
              <a:rPr lang="en-US" sz="1200">
                <a:ea typeface="+mn-lt"/>
                <a:cs typeface="+mn-lt"/>
              </a:rPr>
              <a:t>Integration to Production</a:t>
            </a:r>
            <a:endParaRPr lang="en-US"/>
          </a:p>
        </p:txBody>
      </p:sp>
      <p:sp>
        <p:nvSpPr>
          <p:cNvPr id="93" name="Oval 92" descr="Current session status: complete.">
            <a:extLst>
              <a:ext uri="{FF2B5EF4-FFF2-40B4-BE49-F238E27FC236}">
                <a16:creationId xmlns:a16="http://schemas.microsoft.com/office/drawing/2014/main" id="{FBC3023B-990E-CEB6-1382-E6D714080846}"/>
              </a:ext>
            </a:extLst>
          </p:cNvPr>
          <p:cNvSpPr/>
          <p:nvPr/>
        </p:nvSpPr>
        <p:spPr>
          <a:xfrm>
            <a:off x="8041021" y="3764066"/>
            <a:ext cx="347472" cy="347472"/>
          </a:xfrm>
          <a:prstGeom prst="ellipse">
            <a:avLst/>
          </a:prstGeom>
          <a:solidFill>
            <a:srgbClr val="00B050"/>
          </a:solidFill>
          <a:ln w="17780">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IN" sz="1400" b="1">
                <a:solidFill>
                  <a:srgbClr val="FFFFFF"/>
                </a:solidFill>
                <a:latin typeface="+mj-lt"/>
                <a:ea typeface="Open Sans Extrabold" panose="020B0606030504020204" pitchFamily="34" charset="0"/>
                <a:cs typeface="Open Sans Extrabold" panose="020B0606030504020204" pitchFamily="34" charset="0"/>
              </a:rPr>
              <a:t>5</a:t>
            </a:r>
          </a:p>
        </p:txBody>
      </p:sp>
      <p:sp>
        <p:nvSpPr>
          <p:cNvPr id="20" name="Mini&#10;Project label">
            <a:extLst>
              <a:ext uri="{FF2B5EF4-FFF2-40B4-BE49-F238E27FC236}">
                <a16:creationId xmlns:a16="http://schemas.microsoft.com/office/drawing/2014/main" id="{B6008680-8D32-839C-07B9-696FA2B564DC}"/>
              </a:ext>
            </a:extLst>
          </p:cNvPr>
          <p:cNvSpPr txBox="1"/>
          <p:nvPr/>
        </p:nvSpPr>
        <p:spPr>
          <a:xfrm>
            <a:off x="3299073" y="2138530"/>
            <a:ext cx="1097280" cy="548640"/>
          </a:xfrm>
          <a:prstGeom prst="rect">
            <a:avLst/>
          </a:prstGeom>
          <a:noFill/>
        </p:spPr>
        <p:txBody>
          <a:bodyPr wrap="square" lIns="0" tIns="0" rIns="0" bIns="0" anchor="ctr">
            <a:noAutofit/>
          </a:bodyPr>
          <a:lstStyle/>
          <a:p>
            <a:pPr algn="ctr"/>
            <a:r>
              <a:rPr lang="en-IN" sz="1400" b="1">
                <a:solidFill>
                  <a:schemeClr val="accent2"/>
                </a:solidFill>
                <a:latin typeface="+mj-lt"/>
                <a:ea typeface="Open Sans Extrabold" panose="020B0606030504020204" pitchFamily="34" charset="0"/>
                <a:cs typeface="Open Sans Extrabold" panose="020B0606030504020204" pitchFamily="34" charset="0"/>
              </a:rPr>
              <a:t>Mini
Project 1</a:t>
            </a:r>
          </a:p>
        </p:txBody>
      </p:sp>
      <p:sp>
        <p:nvSpPr>
          <p:cNvPr id="94" name="Session 5 title">
            <a:extLst>
              <a:ext uri="{FF2B5EF4-FFF2-40B4-BE49-F238E27FC236}">
                <a16:creationId xmlns:a16="http://schemas.microsoft.com/office/drawing/2014/main" id="{03A51CAF-1188-921C-264A-D5F078499692}"/>
              </a:ext>
            </a:extLst>
          </p:cNvPr>
          <p:cNvSpPr txBox="1"/>
          <p:nvPr/>
        </p:nvSpPr>
        <p:spPr>
          <a:xfrm>
            <a:off x="8412093" y="4092530"/>
            <a:ext cx="1441351" cy="426000"/>
          </a:xfrm>
          <a:prstGeom prst="rect">
            <a:avLst/>
          </a:prstGeom>
          <a:noFill/>
        </p:spPr>
        <p:txBody>
          <a:bodyPr wrap="square" lIns="0" tIns="0" rIns="0" bIns="0" anchor="t">
            <a:noAutofit/>
          </a:bodyPr>
          <a:lstStyle/>
          <a:p>
            <a:pPr>
              <a:lnSpc>
                <a:spcPct val="92000"/>
              </a:lnSpc>
            </a:pPr>
            <a:r>
              <a:rPr lang="en-US" sz="1200">
                <a:latin typeface="+mj-lt"/>
                <a:ea typeface="Open Sans" panose="020B0606030504020204" pitchFamily="34" charset="0"/>
                <a:cs typeface="Open Sans" panose="020B0606030504020204" pitchFamily="34" charset="0"/>
              </a:rPr>
              <a:t>RAG, Context Engineering &amp; Agents</a:t>
            </a:r>
          </a:p>
        </p:txBody>
      </p:sp>
      <p:sp>
        <p:nvSpPr>
          <p:cNvPr id="95" name="Oval 94" descr="Session 6 status: complete.">
            <a:extLst>
              <a:ext uri="{FF2B5EF4-FFF2-40B4-BE49-F238E27FC236}">
                <a16:creationId xmlns:a16="http://schemas.microsoft.com/office/drawing/2014/main" id="{312EE41F-7D96-BEA9-8EB4-9CC5B0A04390}"/>
              </a:ext>
            </a:extLst>
          </p:cNvPr>
          <p:cNvSpPr/>
          <p:nvPr/>
        </p:nvSpPr>
        <p:spPr>
          <a:xfrm>
            <a:off x="5643612" y="3764066"/>
            <a:ext cx="347472" cy="347472"/>
          </a:xfrm>
          <a:prstGeom prst="ellipse">
            <a:avLst/>
          </a:prstGeom>
          <a:solidFill>
            <a:srgbClr val="00B050"/>
          </a:solidFill>
          <a:ln w="17780">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IN" sz="1400" b="1">
                <a:solidFill>
                  <a:srgbClr val="FFFFFF"/>
                </a:solidFill>
                <a:latin typeface="+mj-lt"/>
                <a:ea typeface="Open Sans Extrabold" panose="020B0606030504020204" pitchFamily="34" charset="0"/>
                <a:cs typeface="Open Sans Extrabold" panose="020B0606030504020204" pitchFamily="34" charset="0"/>
              </a:rPr>
              <a:t>6</a:t>
            </a:r>
          </a:p>
        </p:txBody>
      </p:sp>
      <p:sp>
        <p:nvSpPr>
          <p:cNvPr id="96" name="Session 6 title">
            <a:extLst>
              <a:ext uri="{FF2B5EF4-FFF2-40B4-BE49-F238E27FC236}">
                <a16:creationId xmlns:a16="http://schemas.microsoft.com/office/drawing/2014/main" id="{601A5C5B-7A10-51D6-A3C9-54C3BC0AD72A}"/>
              </a:ext>
            </a:extLst>
          </p:cNvPr>
          <p:cNvSpPr txBox="1"/>
          <p:nvPr/>
        </p:nvSpPr>
        <p:spPr>
          <a:xfrm>
            <a:off x="6073751" y="4092530"/>
            <a:ext cx="1502486" cy="432027"/>
          </a:xfrm>
          <a:prstGeom prst="rect">
            <a:avLst/>
          </a:prstGeom>
          <a:noFill/>
        </p:spPr>
        <p:txBody>
          <a:bodyPr wrap="square" lIns="0" tIns="0" rIns="0" bIns="0" anchor="t">
            <a:noAutofit/>
          </a:bodyPr>
          <a:lstStyle/>
          <a:p>
            <a:pPr>
              <a:lnSpc>
                <a:spcPct val="92000"/>
              </a:lnSpc>
            </a:pPr>
            <a:r>
              <a:rPr lang="en-US" sz="1200">
                <a:latin typeface="+mj-lt"/>
                <a:ea typeface="Open Sans" panose="020B0606030504020204" pitchFamily="34" charset="0"/>
                <a:cs typeface="Open Sans" panose="020B0606030504020204" pitchFamily="34" charset="0"/>
              </a:rPr>
              <a:t>Agentic Workflows &amp; Human-in-the-Loop</a:t>
            </a:r>
          </a:p>
        </p:txBody>
      </p:sp>
      <p:sp>
        <p:nvSpPr>
          <p:cNvPr id="97" name="Oval 96" descr="Session 7 status: complete.">
            <a:extLst>
              <a:ext uri="{FF2B5EF4-FFF2-40B4-BE49-F238E27FC236}">
                <a16:creationId xmlns:a16="http://schemas.microsoft.com/office/drawing/2014/main" id="{9364F238-1497-7CBC-C11C-29384A127BA8}"/>
              </a:ext>
            </a:extLst>
          </p:cNvPr>
          <p:cNvSpPr/>
          <p:nvPr/>
        </p:nvSpPr>
        <p:spPr>
          <a:xfrm>
            <a:off x="972002" y="3745368"/>
            <a:ext cx="347472" cy="347472"/>
          </a:xfrm>
          <a:prstGeom prst="ellipse">
            <a:avLst/>
          </a:prstGeom>
          <a:solidFill>
            <a:srgbClr val="6A6B6A"/>
          </a:solidFill>
          <a:ln w="17780">
            <a:solidFill>
              <a:srgbClr val="6A6B6A"/>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IN" sz="1400" b="1">
                <a:solidFill>
                  <a:srgbClr val="FFFFFF"/>
                </a:solidFill>
                <a:latin typeface="+mj-lt"/>
                <a:ea typeface="Open Sans Extrabold" panose="020B0606030504020204" pitchFamily="34" charset="0"/>
                <a:cs typeface="Open Sans Extrabold" panose="020B0606030504020204" pitchFamily="34" charset="0"/>
              </a:rPr>
              <a:t>7</a:t>
            </a:r>
          </a:p>
        </p:txBody>
      </p:sp>
      <p:sp>
        <p:nvSpPr>
          <p:cNvPr id="100" name="Oval 99" descr="Session 9 status: future.">
            <a:extLst>
              <a:ext uri="{FF2B5EF4-FFF2-40B4-BE49-F238E27FC236}">
                <a16:creationId xmlns:a16="http://schemas.microsoft.com/office/drawing/2014/main" id="{95BB2E99-AD36-F193-B79E-909BE95A85E5}"/>
              </a:ext>
            </a:extLst>
          </p:cNvPr>
          <p:cNvSpPr/>
          <p:nvPr/>
        </p:nvSpPr>
        <p:spPr>
          <a:xfrm>
            <a:off x="971627" y="5150753"/>
            <a:ext cx="347472" cy="347472"/>
          </a:xfrm>
          <a:prstGeom prst="ellipse">
            <a:avLst/>
          </a:prstGeom>
          <a:solidFill>
            <a:srgbClr val="6A6B6A"/>
          </a:solidFill>
          <a:ln w="17780">
            <a:solidFill>
              <a:srgbClr val="6A6B6A"/>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IN" sz="1400" b="1">
                <a:solidFill>
                  <a:srgbClr val="FFFFFF"/>
                </a:solidFill>
                <a:latin typeface="+mj-lt"/>
                <a:ea typeface="Open Sans Extrabold" panose="020B0606030504020204" pitchFamily="34" charset="0"/>
                <a:cs typeface="Open Sans Extrabold" panose="020B0606030504020204" pitchFamily="34" charset="0"/>
              </a:rPr>
              <a:t>8</a:t>
            </a:r>
          </a:p>
        </p:txBody>
      </p:sp>
      <p:sp>
        <p:nvSpPr>
          <p:cNvPr id="101" name="Session 9 title">
            <a:extLst>
              <a:ext uri="{FF2B5EF4-FFF2-40B4-BE49-F238E27FC236}">
                <a16:creationId xmlns:a16="http://schemas.microsoft.com/office/drawing/2014/main" id="{1E6E0E20-36D6-608F-6A63-6C19DEE5755F}"/>
              </a:ext>
            </a:extLst>
          </p:cNvPr>
          <p:cNvSpPr txBox="1"/>
          <p:nvPr/>
        </p:nvSpPr>
        <p:spPr>
          <a:xfrm>
            <a:off x="1371355" y="5516373"/>
            <a:ext cx="1664208" cy="398895"/>
          </a:xfrm>
          <a:prstGeom prst="rect">
            <a:avLst/>
          </a:prstGeom>
          <a:noFill/>
        </p:spPr>
        <p:txBody>
          <a:bodyPr wrap="square" lIns="0" tIns="0" rIns="0" bIns="0" anchor="t">
            <a:noAutofit/>
          </a:bodyPr>
          <a:lstStyle/>
          <a:p>
            <a:pPr>
              <a:lnSpc>
                <a:spcPct val="92000"/>
              </a:lnSpc>
            </a:pPr>
            <a:r>
              <a:rPr lang="en-US" sz="1200">
                <a:latin typeface="+mj-lt"/>
                <a:ea typeface="Open Sans" panose="020B0606030504020204" pitchFamily="34" charset="0"/>
                <a:cs typeface="Open Sans" panose="020B0606030504020204" pitchFamily="34" charset="0"/>
              </a:rPr>
              <a:t>Security, Governance &amp; Responsible AI</a:t>
            </a:r>
          </a:p>
        </p:txBody>
      </p:sp>
      <p:sp>
        <p:nvSpPr>
          <p:cNvPr id="102" name="Oval 101" descr="Session 10 status: future.">
            <a:extLst>
              <a:ext uri="{FF2B5EF4-FFF2-40B4-BE49-F238E27FC236}">
                <a16:creationId xmlns:a16="http://schemas.microsoft.com/office/drawing/2014/main" id="{E0DA5947-8403-7BCF-59B2-4BF934E7C4A5}"/>
              </a:ext>
            </a:extLst>
          </p:cNvPr>
          <p:cNvSpPr/>
          <p:nvPr/>
        </p:nvSpPr>
        <p:spPr>
          <a:xfrm>
            <a:off x="5654006" y="5150753"/>
            <a:ext cx="347472" cy="347472"/>
          </a:xfrm>
          <a:prstGeom prst="ellipse">
            <a:avLst/>
          </a:prstGeom>
          <a:solidFill>
            <a:srgbClr val="6A6B6A"/>
          </a:solidFill>
          <a:ln w="17780">
            <a:solidFill>
              <a:srgbClr val="6A6B6A"/>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IN" sz="1400" b="1">
                <a:solidFill>
                  <a:srgbClr val="FFFFFF"/>
                </a:solidFill>
                <a:latin typeface="+mj-lt"/>
                <a:ea typeface="Open Sans Extrabold" panose="020B0606030504020204" pitchFamily="34" charset="0"/>
                <a:cs typeface="Open Sans Extrabold" panose="020B0606030504020204" pitchFamily="34" charset="0"/>
              </a:rPr>
              <a:t>9</a:t>
            </a:r>
          </a:p>
        </p:txBody>
      </p:sp>
      <p:sp>
        <p:nvSpPr>
          <p:cNvPr id="103" name="Session 10 title">
            <a:extLst>
              <a:ext uri="{FF2B5EF4-FFF2-40B4-BE49-F238E27FC236}">
                <a16:creationId xmlns:a16="http://schemas.microsoft.com/office/drawing/2014/main" id="{7BA9DE37-BC8A-D674-D4A9-9605EA75398B}"/>
              </a:ext>
            </a:extLst>
          </p:cNvPr>
          <p:cNvSpPr txBox="1"/>
          <p:nvPr/>
        </p:nvSpPr>
        <p:spPr>
          <a:xfrm>
            <a:off x="6067761" y="5516373"/>
            <a:ext cx="1451126" cy="432027"/>
          </a:xfrm>
          <a:prstGeom prst="rect">
            <a:avLst/>
          </a:prstGeom>
          <a:noFill/>
        </p:spPr>
        <p:txBody>
          <a:bodyPr wrap="square" lIns="0" tIns="0" rIns="0" bIns="0" anchor="t">
            <a:noAutofit/>
          </a:bodyPr>
          <a:lstStyle/>
          <a:p>
            <a:pPr>
              <a:lnSpc>
                <a:spcPct val="92000"/>
              </a:lnSpc>
            </a:pPr>
            <a:r>
              <a:rPr lang="en-US" sz="1200">
                <a:latin typeface="+mj-lt"/>
                <a:ea typeface="Open Sans" panose="020B0606030504020204" pitchFamily="34" charset="0"/>
                <a:cs typeface="Open Sans" panose="020B0606030504020204" pitchFamily="34" charset="0"/>
              </a:rPr>
              <a:t>Problem Discovery, Architecture &amp; Build</a:t>
            </a:r>
          </a:p>
        </p:txBody>
      </p:sp>
      <p:sp>
        <p:nvSpPr>
          <p:cNvPr id="104" name="Oval 103" descr="Session 11 status: future.">
            <a:extLst>
              <a:ext uri="{FF2B5EF4-FFF2-40B4-BE49-F238E27FC236}">
                <a16:creationId xmlns:a16="http://schemas.microsoft.com/office/drawing/2014/main" id="{E10B3A3F-8CAD-45DA-C0F7-4A1290F09A5F}"/>
              </a:ext>
            </a:extLst>
          </p:cNvPr>
          <p:cNvSpPr/>
          <p:nvPr/>
        </p:nvSpPr>
        <p:spPr>
          <a:xfrm>
            <a:off x="8045044" y="5127449"/>
            <a:ext cx="347472" cy="347472"/>
          </a:xfrm>
          <a:prstGeom prst="ellipse">
            <a:avLst/>
          </a:prstGeom>
          <a:solidFill>
            <a:schemeClr val="tx2"/>
          </a:solidFill>
          <a:ln w="17780">
            <a:solidFill>
              <a:schemeClr val="tx2"/>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IN" sz="1400" b="1">
                <a:solidFill>
                  <a:schemeClr val="bg1"/>
                </a:solidFill>
                <a:latin typeface="+mj-lt"/>
                <a:ea typeface="Open Sans Extrabold" panose="020B0606030504020204" pitchFamily="34" charset="0"/>
                <a:cs typeface="Open Sans Extrabold" panose="020B0606030504020204" pitchFamily="34" charset="0"/>
              </a:rPr>
              <a:t>10</a:t>
            </a:r>
          </a:p>
        </p:txBody>
      </p:sp>
      <p:sp>
        <p:nvSpPr>
          <p:cNvPr id="105" name="Session 11 title">
            <a:extLst>
              <a:ext uri="{FF2B5EF4-FFF2-40B4-BE49-F238E27FC236}">
                <a16:creationId xmlns:a16="http://schemas.microsoft.com/office/drawing/2014/main" id="{26966C87-C98D-44CE-2E98-03AE1D809608}"/>
              </a:ext>
            </a:extLst>
          </p:cNvPr>
          <p:cNvSpPr txBox="1"/>
          <p:nvPr/>
        </p:nvSpPr>
        <p:spPr>
          <a:xfrm>
            <a:off x="8540256" y="5144804"/>
            <a:ext cx="1578280" cy="257901"/>
          </a:xfrm>
          <a:prstGeom prst="rect">
            <a:avLst/>
          </a:prstGeom>
          <a:noFill/>
        </p:spPr>
        <p:txBody>
          <a:bodyPr wrap="square" lIns="0" tIns="0" rIns="0" bIns="0" anchor="t">
            <a:noAutofit/>
          </a:bodyPr>
          <a:lstStyle/>
          <a:p>
            <a:pPr algn="ctr">
              <a:lnSpc>
                <a:spcPct val="92000"/>
              </a:lnSpc>
            </a:pPr>
            <a:r>
              <a:rPr lang="en-IN" sz="1200" b="1">
                <a:solidFill>
                  <a:srgbClr val="008FD3"/>
                </a:solidFill>
                <a:latin typeface="+mj-lt"/>
                <a:ea typeface="Open Sans Extrabold" panose="020B0606030504020204" pitchFamily="34" charset="0"/>
                <a:cs typeface="Open Sans Extrabold" panose="020B0606030504020204" pitchFamily="34" charset="0"/>
              </a:rPr>
              <a:t>Capstone Submission</a:t>
            </a:r>
          </a:p>
        </p:txBody>
      </p:sp>
      <p:sp>
        <p:nvSpPr>
          <p:cNvPr id="6" name="Rectangle 5">
            <a:extLst>
              <a:ext uri="{FF2B5EF4-FFF2-40B4-BE49-F238E27FC236}">
                <a16:creationId xmlns:a16="http://schemas.microsoft.com/office/drawing/2014/main" id="{897B9FA3-44AC-FF22-4317-47040C653A25}"/>
              </a:ext>
            </a:extLst>
          </p:cNvPr>
          <p:cNvSpPr>
            <a:spLocks noGrp="1"/>
          </p:cNvSpPr>
          <p:nvPr/>
        </p:nvSpPr>
        <p:spPr>
          <a:xfrm>
            <a:off x="609600" y="303144"/>
            <a:ext cx="6858000" cy="228600"/>
          </a:xfrm>
          <a:prstGeom prst="rect">
            <a:avLst/>
          </a:prstGeom>
          <a:noFill/>
          <a:ln w="0">
            <a:noFill/>
            <a:prstDash val="solid"/>
          </a:ln>
        </p:spPr>
        <p:txBody>
          <a:bodyPr wrap="square"/>
          <a:lstStyle/>
          <a:p>
            <a:r>
              <a:rPr lang="en-US" sz="1400" b="1">
                <a:solidFill>
                  <a:schemeClr val="accent2"/>
                </a:solidFill>
                <a:latin typeface="+mj-lt"/>
              </a:rPr>
              <a:t>LEARNER PATH</a:t>
            </a:r>
          </a:p>
        </p:txBody>
      </p:sp>
      <p:cxnSp>
        <p:nvCxnSpPr>
          <p:cNvPr id="16" name="Connector 22">
            <a:extLst>
              <a:ext uri="{FF2B5EF4-FFF2-40B4-BE49-F238E27FC236}">
                <a16:creationId xmlns:a16="http://schemas.microsoft.com/office/drawing/2014/main" id="{A26FD6D1-77AE-9CD8-8D97-90DD8097EAC1}"/>
              </a:ext>
              <a:ext uri="{C183D7F6-B498-43B3-948B-1728B52AA6E4}">
                <adec:decorative xmlns:adec="http://schemas.microsoft.com/office/drawing/2017/decorative" val="1"/>
              </a:ext>
            </a:extLst>
          </p:cNvPr>
          <p:cNvCxnSpPr>
            <a:cxnSpLocks/>
            <a:stCxn id="9" idx="2"/>
            <a:endCxn id="91" idx="0"/>
          </p:cNvCxnSpPr>
          <p:nvPr/>
        </p:nvCxnSpPr>
        <p:spPr>
          <a:xfrm flipH="1">
            <a:off x="10713165" y="3072282"/>
            <a:ext cx="760" cy="653197"/>
          </a:xfrm>
          <a:prstGeom prst="line">
            <a:avLst/>
          </a:prstGeom>
          <a:ln w="19050" cap="flat" cmpd="sng" algn="ctr">
            <a:solidFill>
              <a:schemeClr val="tx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 name="Connector 22">
            <a:extLst>
              <a:ext uri="{FF2B5EF4-FFF2-40B4-BE49-F238E27FC236}">
                <a16:creationId xmlns:a16="http://schemas.microsoft.com/office/drawing/2014/main" id="{3FE428E3-0A4D-348D-ED70-0AC779FECBEB}"/>
              </a:ext>
              <a:ext uri="{C183D7F6-B498-43B3-948B-1728B52AA6E4}">
                <adec:decorative xmlns:adec="http://schemas.microsoft.com/office/drawing/2017/decorative" val="1"/>
              </a:ext>
            </a:extLst>
          </p:cNvPr>
          <p:cNvCxnSpPr>
            <a:cxnSpLocks/>
            <a:stCxn id="97" idx="4"/>
            <a:endCxn id="100" idx="0"/>
          </p:cNvCxnSpPr>
          <p:nvPr/>
        </p:nvCxnSpPr>
        <p:spPr>
          <a:xfrm flipH="1">
            <a:off x="1145363" y="4092840"/>
            <a:ext cx="375" cy="1057913"/>
          </a:xfrm>
          <a:prstGeom prst="line">
            <a:avLst/>
          </a:prstGeom>
          <a:ln w="19050" cap="flat" cmpd="sng" algn="ctr">
            <a:solidFill>
              <a:schemeClr val="tx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Shape 1">
            <a:extLst>
              <a:ext uri="{FF2B5EF4-FFF2-40B4-BE49-F238E27FC236}">
                <a16:creationId xmlns:a16="http://schemas.microsoft.com/office/drawing/2014/main" id="{B5F0DA12-6FE1-B612-8C25-A26669A2285F}"/>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84" name="Stage label 2">
            <a:extLst>
              <a:ext uri="{FF2B5EF4-FFF2-40B4-BE49-F238E27FC236}">
                <a16:creationId xmlns:a16="http://schemas.microsoft.com/office/drawing/2014/main" id="{C7C0B484-E538-E562-7E24-D286E7A33EB2}"/>
              </a:ext>
            </a:extLst>
          </p:cNvPr>
          <p:cNvSpPr txBox="1"/>
          <p:nvPr/>
        </p:nvSpPr>
        <p:spPr>
          <a:xfrm>
            <a:off x="3380692" y="2575815"/>
            <a:ext cx="930328" cy="522237"/>
          </a:xfrm>
          <a:prstGeom prst="rect">
            <a:avLst/>
          </a:prstGeom>
          <a:noFill/>
        </p:spPr>
        <p:txBody>
          <a:bodyPr wrap="square" lIns="0" tIns="0" rIns="0" bIns="0" anchor="ctr">
            <a:noAutofit/>
          </a:bodyPr>
          <a:lstStyle/>
          <a:p>
            <a:pPr algn="ctr"/>
            <a:r>
              <a:rPr lang="en-IN" sz="1200">
                <a:latin typeface="+mj-lt"/>
                <a:ea typeface="Open Sans ExtraBold" panose="020B0606030504020204" pitchFamily="34" charset="0"/>
                <a:cs typeface="Open Sans ExtraBold" panose="020B0606030504020204" pitchFamily="34" charset="0"/>
              </a:rPr>
              <a:t>Rule</a:t>
            </a:r>
          </a:p>
          <a:p>
            <a:pPr algn="ctr"/>
            <a:r>
              <a:rPr lang="en-IN" sz="1200">
                <a:latin typeface="+mj-lt"/>
                <a:ea typeface="Open Sans ExtraBold" panose="020B0606030504020204" pitchFamily="34" charset="0"/>
                <a:cs typeface="Open Sans ExtraBold" panose="020B0606030504020204" pitchFamily="34" charset="0"/>
              </a:rPr>
              <a:t>Based</a:t>
            </a:r>
          </a:p>
        </p:txBody>
      </p:sp>
      <p:sp>
        <p:nvSpPr>
          <p:cNvPr id="7" name="Round Diagonal Corner Rectangle 18">
            <a:extLst>
              <a:ext uri="{FF2B5EF4-FFF2-40B4-BE49-F238E27FC236}">
                <a16:creationId xmlns:a16="http://schemas.microsoft.com/office/drawing/2014/main" id="{8AECF469-C869-ED07-6C22-BA25DE59BDBA}"/>
              </a:ext>
            </a:extLst>
          </p:cNvPr>
          <p:cNvSpPr/>
          <p:nvPr/>
        </p:nvSpPr>
        <p:spPr>
          <a:xfrm>
            <a:off x="3374229" y="3523541"/>
            <a:ext cx="1022327" cy="972838"/>
          </a:xfrm>
          <a:prstGeom prst="round2DiagRect">
            <a:avLst/>
          </a:prstGeom>
          <a:solidFill>
            <a:schemeClr val="accent6">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mj-lt"/>
              <a:ea typeface="Open Sans" panose="020B0606030504020204" pitchFamily="34" charset="0"/>
              <a:cs typeface="Open Sans" panose="020B0606030504020204" pitchFamily="34" charset="0"/>
            </a:endParaRPr>
          </a:p>
        </p:txBody>
      </p:sp>
      <p:sp>
        <p:nvSpPr>
          <p:cNvPr id="8" name="Mini&#10;Project label">
            <a:extLst>
              <a:ext uri="{FF2B5EF4-FFF2-40B4-BE49-F238E27FC236}">
                <a16:creationId xmlns:a16="http://schemas.microsoft.com/office/drawing/2014/main" id="{7DF9377A-14A0-BB2C-BD27-201931A18CAF}"/>
              </a:ext>
            </a:extLst>
          </p:cNvPr>
          <p:cNvSpPr txBox="1"/>
          <p:nvPr/>
        </p:nvSpPr>
        <p:spPr>
          <a:xfrm>
            <a:off x="10167142" y="2112760"/>
            <a:ext cx="1097280" cy="548640"/>
          </a:xfrm>
          <a:prstGeom prst="rect">
            <a:avLst/>
          </a:prstGeom>
          <a:noFill/>
        </p:spPr>
        <p:txBody>
          <a:bodyPr wrap="square" lIns="0" tIns="0" rIns="0" bIns="0" anchor="ctr">
            <a:noAutofit/>
          </a:bodyPr>
          <a:lstStyle/>
          <a:p>
            <a:pPr algn="ctr"/>
            <a:r>
              <a:rPr lang="en-IN" sz="1400" b="1" dirty="0">
                <a:solidFill>
                  <a:srgbClr val="008FD3"/>
                </a:solidFill>
                <a:latin typeface="+mj-lt"/>
                <a:ea typeface="Open Sans Extrabold"/>
                <a:cs typeface="Open Sans Extrabold"/>
              </a:rPr>
              <a:t>Mini
Project 2</a:t>
            </a:r>
          </a:p>
        </p:txBody>
      </p:sp>
      <p:sp>
        <p:nvSpPr>
          <p:cNvPr id="9" name="Stage label 2">
            <a:extLst>
              <a:ext uri="{FF2B5EF4-FFF2-40B4-BE49-F238E27FC236}">
                <a16:creationId xmlns:a16="http://schemas.microsoft.com/office/drawing/2014/main" id="{06EFA7CD-D6E1-DD8E-0D68-755CC8B69177}"/>
              </a:ext>
            </a:extLst>
          </p:cNvPr>
          <p:cNvSpPr txBox="1"/>
          <p:nvPr/>
        </p:nvSpPr>
        <p:spPr>
          <a:xfrm>
            <a:off x="10248761" y="2550045"/>
            <a:ext cx="930328" cy="522237"/>
          </a:xfrm>
          <a:prstGeom prst="rect">
            <a:avLst/>
          </a:prstGeom>
          <a:noFill/>
        </p:spPr>
        <p:txBody>
          <a:bodyPr wrap="square" lIns="0" tIns="0" rIns="0" bIns="0" anchor="ctr">
            <a:noAutofit/>
          </a:bodyPr>
          <a:lstStyle/>
          <a:p>
            <a:pPr algn="ctr">
              <a:lnSpc>
                <a:spcPct val="92000"/>
              </a:lnSpc>
            </a:pPr>
            <a:r>
              <a:rPr lang="en-US" sz="1200" b="1">
                <a:latin typeface="+mj-lt"/>
                <a:ea typeface="Open Sans Extrabold" panose="020B0606030504020204" pitchFamily="34" charset="0"/>
                <a:cs typeface="Open Sans Extrabold" panose="020B0606030504020204" pitchFamily="34" charset="0"/>
              </a:rPr>
              <a:t>Machine Learning</a:t>
            </a:r>
          </a:p>
        </p:txBody>
      </p:sp>
      <p:sp>
        <p:nvSpPr>
          <p:cNvPr id="11" name="Mini&#10;Project label">
            <a:extLst>
              <a:ext uri="{FF2B5EF4-FFF2-40B4-BE49-F238E27FC236}">
                <a16:creationId xmlns:a16="http://schemas.microsoft.com/office/drawing/2014/main" id="{C5816B0B-8960-65A4-C82B-3CD4752A1390}"/>
              </a:ext>
            </a:extLst>
          </p:cNvPr>
          <p:cNvSpPr txBox="1"/>
          <p:nvPr/>
        </p:nvSpPr>
        <p:spPr>
          <a:xfrm>
            <a:off x="3299073" y="3524831"/>
            <a:ext cx="1097280" cy="548640"/>
          </a:xfrm>
          <a:prstGeom prst="rect">
            <a:avLst/>
          </a:prstGeom>
          <a:noFill/>
        </p:spPr>
        <p:txBody>
          <a:bodyPr wrap="square" lIns="0" tIns="0" rIns="0" bIns="0" anchor="ctr">
            <a:noAutofit/>
          </a:bodyPr>
          <a:lstStyle/>
          <a:p>
            <a:pPr algn="ctr"/>
            <a:r>
              <a:rPr lang="en-IN" sz="1400" b="1" dirty="0">
                <a:solidFill>
                  <a:srgbClr val="FFC000"/>
                </a:solidFill>
                <a:latin typeface="+mj-lt"/>
                <a:ea typeface="Open Sans Extrabold"/>
                <a:cs typeface="Open Sans Extrabold"/>
              </a:rPr>
              <a:t>Mini
Project 3</a:t>
            </a:r>
          </a:p>
        </p:txBody>
      </p:sp>
      <p:sp>
        <p:nvSpPr>
          <p:cNvPr id="12" name="Stage label 2">
            <a:extLst>
              <a:ext uri="{FF2B5EF4-FFF2-40B4-BE49-F238E27FC236}">
                <a16:creationId xmlns:a16="http://schemas.microsoft.com/office/drawing/2014/main" id="{8FFAA5EB-7FF4-B48F-C3B8-D3F8B5B3F002}"/>
              </a:ext>
            </a:extLst>
          </p:cNvPr>
          <p:cNvSpPr txBox="1"/>
          <p:nvPr/>
        </p:nvSpPr>
        <p:spPr>
          <a:xfrm>
            <a:off x="3380692" y="3962116"/>
            <a:ext cx="930328" cy="522237"/>
          </a:xfrm>
          <a:prstGeom prst="rect">
            <a:avLst/>
          </a:prstGeom>
          <a:noFill/>
        </p:spPr>
        <p:txBody>
          <a:bodyPr wrap="square" lIns="0" tIns="0" rIns="0" bIns="0" anchor="ctr">
            <a:noAutofit/>
          </a:bodyPr>
          <a:lstStyle/>
          <a:p>
            <a:pPr algn="ctr">
              <a:lnSpc>
                <a:spcPct val="92000"/>
              </a:lnSpc>
            </a:pPr>
            <a:r>
              <a:rPr lang="en-US" sz="1200">
                <a:latin typeface="+mj-lt"/>
                <a:ea typeface="Open Sans ExtraBold" panose="020B0606030504020204" pitchFamily="34" charset="0"/>
                <a:cs typeface="Open Sans ExtraBold" panose="020B0606030504020204" pitchFamily="34" charset="0"/>
              </a:rPr>
              <a:t>RAG + Agents</a:t>
            </a:r>
          </a:p>
        </p:txBody>
      </p:sp>
      <p:sp>
        <p:nvSpPr>
          <p:cNvPr id="45" name="Session 10 title">
            <a:extLst>
              <a:ext uri="{FF2B5EF4-FFF2-40B4-BE49-F238E27FC236}">
                <a16:creationId xmlns:a16="http://schemas.microsoft.com/office/drawing/2014/main" id="{811DBD1E-EADB-DF8E-AF63-AE08B5B4FA42}"/>
              </a:ext>
            </a:extLst>
          </p:cNvPr>
          <p:cNvSpPr txBox="1"/>
          <p:nvPr/>
        </p:nvSpPr>
        <p:spPr>
          <a:xfrm>
            <a:off x="8780174" y="5694901"/>
            <a:ext cx="1451126" cy="432027"/>
          </a:xfrm>
          <a:prstGeom prst="rect">
            <a:avLst/>
          </a:prstGeom>
          <a:noFill/>
        </p:spPr>
        <p:txBody>
          <a:bodyPr wrap="square" lIns="0" tIns="0" rIns="0" bIns="0" anchor="t">
            <a:noAutofit/>
          </a:bodyPr>
          <a:lstStyle/>
          <a:p>
            <a:pPr>
              <a:lnSpc>
                <a:spcPct val="92000"/>
              </a:lnSpc>
            </a:pPr>
            <a:r>
              <a:rPr lang="en-US" sz="1200">
                <a:solidFill>
                  <a:srgbClr val="383838"/>
                </a:solidFill>
                <a:ea typeface="Open Sans ExtraBold" panose="020B0606030504020204" pitchFamily="34" charset="0"/>
                <a:cs typeface="Open Sans ExtraBold" panose="020B0606030504020204" pitchFamily="34" charset="0"/>
              </a:rPr>
              <a:t>Solution Completion &amp; Decision Defense</a:t>
            </a:r>
          </a:p>
        </p:txBody>
      </p:sp>
      <p:sp>
        <p:nvSpPr>
          <p:cNvPr id="5" name="Round Diagonal Corner Rectangle 18">
            <a:extLst>
              <a:ext uri="{FF2B5EF4-FFF2-40B4-BE49-F238E27FC236}">
                <a16:creationId xmlns:a16="http://schemas.microsoft.com/office/drawing/2014/main" id="{DD27D829-0EE6-1573-F733-B1B96470DAD0}"/>
              </a:ext>
            </a:extLst>
          </p:cNvPr>
          <p:cNvSpPr/>
          <p:nvPr/>
        </p:nvSpPr>
        <p:spPr>
          <a:xfrm>
            <a:off x="3347435" y="4789520"/>
            <a:ext cx="1022327" cy="972838"/>
          </a:xfrm>
          <a:prstGeom prst="round2DiagRect">
            <a:avLst/>
          </a:prstGeom>
          <a:solidFill>
            <a:schemeClr val="accent5">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14" name="Mini&#10;Project label">
            <a:extLst>
              <a:ext uri="{FF2B5EF4-FFF2-40B4-BE49-F238E27FC236}">
                <a16:creationId xmlns:a16="http://schemas.microsoft.com/office/drawing/2014/main" id="{68EE3779-283D-0A09-1853-A98C4285787C}"/>
              </a:ext>
            </a:extLst>
          </p:cNvPr>
          <p:cNvSpPr txBox="1"/>
          <p:nvPr/>
        </p:nvSpPr>
        <p:spPr>
          <a:xfrm>
            <a:off x="3309958" y="5008530"/>
            <a:ext cx="1097280" cy="548640"/>
          </a:xfrm>
          <a:prstGeom prst="rect">
            <a:avLst/>
          </a:prstGeom>
          <a:noFill/>
        </p:spPr>
        <p:txBody>
          <a:bodyPr wrap="square" lIns="0" tIns="0" rIns="0" bIns="0" anchor="ctr">
            <a:noAutofit/>
          </a:bodyPr>
          <a:lstStyle/>
          <a:p>
            <a:pPr algn="ctr"/>
            <a:r>
              <a:rPr lang="en-IN" sz="1200" b="1">
                <a:solidFill>
                  <a:srgbClr val="008FD3"/>
                </a:solidFill>
                <a:latin typeface="+mj-lt"/>
                <a:ea typeface="Open Sans Extrabold" panose="020B0606030504020204" pitchFamily="34" charset="0"/>
                <a:cs typeface="Open Sans Extrabold" panose="020B0606030504020204" pitchFamily="34" charset="0"/>
              </a:rPr>
              <a:t>Final Capstone</a:t>
            </a:r>
          </a:p>
        </p:txBody>
      </p:sp>
      <p:cxnSp>
        <p:nvCxnSpPr>
          <p:cNvPr id="54" name="Straight Connector 53">
            <a:extLst>
              <a:ext uri="{FF2B5EF4-FFF2-40B4-BE49-F238E27FC236}">
                <a16:creationId xmlns:a16="http://schemas.microsoft.com/office/drawing/2014/main" id="{6E8F104A-702B-40E4-D8DF-185FCF7EB47D}"/>
              </a:ext>
            </a:extLst>
          </p:cNvPr>
          <p:cNvCxnSpPr>
            <a:cxnSpLocks/>
          </p:cNvCxnSpPr>
          <p:nvPr/>
        </p:nvCxnSpPr>
        <p:spPr>
          <a:xfrm flipH="1" flipV="1">
            <a:off x="3898344" y="1888466"/>
            <a:ext cx="4310357" cy="1208"/>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7" name="Straight Connector 66">
            <a:extLst>
              <a:ext uri="{FF2B5EF4-FFF2-40B4-BE49-F238E27FC236}">
                <a16:creationId xmlns:a16="http://schemas.microsoft.com/office/drawing/2014/main" id="{1B35CDE3-3E1E-DA30-4122-3F87ACE78B78}"/>
              </a:ext>
            </a:extLst>
          </p:cNvPr>
          <p:cNvCxnSpPr>
            <a:cxnSpLocks/>
          </p:cNvCxnSpPr>
          <p:nvPr/>
        </p:nvCxnSpPr>
        <p:spPr>
          <a:xfrm flipH="1">
            <a:off x="5810912" y="3430630"/>
            <a:ext cx="4590726"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3" name="Straight Connector 122">
            <a:extLst>
              <a:ext uri="{FF2B5EF4-FFF2-40B4-BE49-F238E27FC236}">
                <a16:creationId xmlns:a16="http://schemas.microsoft.com/office/drawing/2014/main" id="{A591964A-0CAB-B8A2-AD75-292A356F4803}"/>
              </a:ext>
            </a:extLst>
          </p:cNvPr>
          <p:cNvCxnSpPr>
            <a:cxnSpLocks/>
          </p:cNvCxnSpPr>
          <p:nvPr/>
        </p:nvCxnSpPr>
        <p:spPr>
          <a:xfrm flipV="1">
            <a:off x="599728" y="3628646"/>
            <a:ext cx="0" cy="1692479"/>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Text 22">
            <a:extLst>
              <a:ext uri="{FF2B5EF4-FFF2-40B4-BE49-F238E27FC236}">
                <a16:creationId xmlns:a16="http://schemas.microsoft.com/office/drawing/2014/main" id="{55B12FE4-3C51-7FCD-FEC1-87656189B5D1}"/>
              </a:ext>
            </a:extLst>
          </p:cNvPr>
          <p:cNvSpPr txBox="1"/>
          <p:nvPr/>
        </p:nvSpPr>
        <p:spPr>
          <a:xfrm>
            <a:off x="4195515" y="1607146"/>
            <a:ext cx="3515432"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dirty="0">
                <a:solidFill>
                  <a:schemeClr val="accent2"/>
                </a:solidFill>
                <a:latin typeface="Open Sans"/>
                <a:ea typeface="Open Sans"/>
                <a:cs typeface="Open Sans"/>
              </a:rPr>
              <a:t>To be done by Session 3</a:t>
            </a:r>
            <a:endParaRPr lang="en-US" sz="1000" b="1"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22">
            <a:extLst>
              <a:ext uri="{FF2B5EF4-FFF2-40B4-BE49-F238E27FC236}">
                <a16:creationId xmlns:a16="http://schemas.microsoft.com/office/drawing/2014/main" id="{5906BF92-9482-1723-6661-821A53DD7095}"/>
              </a:ext>
            </a:extLst>
          </p:cNvPr>
          <p:cNvSpPr txBox="1"/>
          <p:nvPr/>
        </p:nvSpPr>
        <p:spPr>
          <a:xfrm>
            <a:off x="6504372" y="3168166"/>
            <a:ext cx="3515432"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a:solidFill>
                  <a:schemeClr val="accent2"/>
                </a:solidFill>
                <a:latin typeface="Open Sans" panose="020B0606030504020204" pitchFamily="34" charset="0"/>
                <a:ea typeface="Open Sans" panose="020B0606030504020204" pitchFamily="34" charset="0"/>
                <a:cs typeface="Open Sans" panose="020B0606030504020204" pitchFamily="34" charset="0"/>
              </a:rPr>
              <a:t>To be done by Session 6</a:t>
            </a:r>
          </a:p>
        </p:txBody>
      </p:sp>
      <p:sp>
        <p:nvSpPr>
          <p:cNvPr id="21" name="Text 22">
            <a:extLst>
              <a:ext uri="{FF2B5EF4-FFF2-40B4-BE49-F238E27FC236}">
                <a16:creationId xmlns:a16="http://schemas.microsoft.com/office/drawing/2014/main" id="{113F8E0F-C1FD-E3E2-A23B-96E8C8F184B2}"/>
              </a:ext>
            </a:extLst>
          </p:cNvPr>
          <p:cNvSpPr txBox="1"/>
          <p:nvPr/>
        </p:nvSpPr>
        <p:spPr>
          <a:xfrm>
            <a:off x="994240" y="3370128"/>
            <a:ext cx="1778561"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dirty="0">
                <a:latin typeface="Open Sans" panose="020B0606030504020204" pitchFamily="34" charset="0"/>
                <a:ea typeface="Open Sans" panose="020B0606030504020204" pitchFamily="34" charset="0"/>
                <a:cs typeface="Open Sans" panose="020B0606030504020204" pitchFamily="34" charset="0"/>
              </a:rPr>
              <a:t>To be done by Session 8</a:t>
            </a:r>
          </a:p>
        </p:txBody>
      </p:sp>
      <p:cxnSp>
        <p:nvCxnSpPr>
          <p:cNvPr id="22" name="Straight Connector 21">
            <a:extLst>
              <a:ext uri="{FF2B5EF4-FFF2-40B4-BE49-F238E27FC236}">
                <a16:creationId xmlns:a16="http://schemas.microsoft.com/office/drawing/2014/main" id="{A02AD7DF-882A-EF54-C34E-058A3428CC5A}"/>
              </a:ext>
            </a:extLst>
          </p:cNvPr>
          <p:cNvCxnSpPr>
            <a:cxnSpLocks/>
            <a:endCxn id="31" idx="0"/>
          </p:cNvCxnSpPr>
          <p:nvPr/>
        </p:nvCxnSpPr>
        <p:spPr>
          <a:xfrm flipH="1">
            <a:off x="5810912" y="3428199"/>
            <a:ext cx="98" cy="15799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9C3F1E26-7182-A129-6DB3-CAA7CFA57C22}"/>
              </a:ext>
            </a:extLst>
          </p:cNvPr>
          <p:cNvCxnSpPr>
            <a:cxnSpLocks/>
            <a:stCxn id="39" idx="2"/>
          </p:cNvCxnSpPr>
          <p:nvPr/>
        </p:nvCxnSpPr>
        <p:spPr>
          <a:xfrm flipH="1" flipV="1">
            <a:off x="589734" y="3626160"/>
            <a:ext cx="2607317" cy="1395"/>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2" name="Straight Connector 51">
            <a:extLst>
              <a:ext uri="{FF2B5EF4-FFF2-40B4-BE49-F238E27FC236}">
                <a16:creationId xmlns:a16="http://schemas.microsoft.com/office/drawing/2014/main" id="{C02C82A6-E0BE-DB68-F459-194615825F77}"/>
              </a:ext>
            </a:extLst>
          </p:cNvPr>
          <p:cNvCxnSpPr>
            <a:cxnSpLocks/>
          </p:cNvCxnSpPr>
          <p:nvPr/>
        </p:nvCxnSpPr>
        <p:spPr>
          <a:xfrm flipH="1">
            <a:off x="589734" y="5321125"/>
            <a:ext cx="312776"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 name="Legend Complete">
            <a:extLst>
              <a:ext uri="{FF2B5EF4-FFF2-40B4-BE49-F238E27FC236}">
                <a16:creationId xmlns:a16="http://schemas.microsoft.com/office/drawing/2014/main" id="{1D0CC3A4-4FBD-FE28-5EDA-7B75BBCF5094}"/>
              </a:ext>
            </a:extLst>
          </p:cNvPr>
          <p:cNvSpPr txBox="1"/>
          <p:nvPr/>
        </p:nvSpPr>
        <p:spPr>
          <a:xfrm>
            <a:off x="7675180" y="544801"/>
            <a:ext cx="604001" cy="182879"/>
          </a:xfrm>
          <a:prstGeom prst="rect">
            <a:avLst/>
          </a:prstGeom>
          <a:noFill/>
        </p:spPr>
        <p:txBody>
          <a:bodyPr wrap="square" lIns="0" tIns="0" rIns="0" bIns="0" anchor="ctr">
            <a:noAutofit/>
          </a:bodyPr>
          <a:lstStyle/>
          <a:p>
            <a:r>
              <a:rPr lang="en-IN" sz="900">
                <a:solidFill>
                  <a:srgbClr val="383838"/>
                </a:solidFill>
                <a:latin typeface="+mj-lt"/>
                <a:ea typeface="Open Sans" panose="020B0606030504020204" pitchFamily="34" charset="0"/>
                <a:cs typeface="Open Sans" panose="020B0606030504020204" pitchFamily="34" charset="0"/>
              </a:rPr>
              <a:t>Complete</a:t>
            </a:r>
          </a:p>
        </p:txBody>
      </p:sp>
      <p:sp>
        <p:nvSpPr>
          <p:cNvPr id="60" name="Oval 59">
            <a:extLst>
              <a:ext uri="{FF2B5EF4-FFF2-40B4-BE49-F238E27FC236}">
                <a16:creationId xmlns:a16="http://schemas.microsoft.com/office/drawing/2014/main" id="{AC0B3104-6250-0A40-7115-70E0F9341E42}"/>
              </a:ext>
              <a:ext uri="{C183D7F6-B498-43B3-948B-1728B52AA6E4}">
                <adec:decorative xmlns:adec="http://schemas.microsoft.com/office/drawing/2017/decorative" val="1"/>
              </a:ext>
            </a:extLst>
          </p:cNvPr>
          <p:cNvSpPr/>
          <p:nvPr/>
        </p:nvSpPr>
        <p:spPr>
          <a:xfrm>
            <a:off x="7355795" y="510758"/>
            <a:ext cx="250965" cy="250965"/>
          </a:xfrm>
          <a:prstGeom prst="ellipse">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IN" sz="900">
              <a:latin typeface="+mj-lt"/>
              <a:ea typeface="Open Sans" panose="020B0606030504020204" pitchFamily="34" charset="0"/>
              <a:cs typeface="Open Sans" panose="020B0606030504020204" pitchFamily="34" charset="0"/>
            </a:endParaRPr>
          </a:p>
        </p:txBody>
      </p:sp>
      <p:sp>
        <p:nvSpPr>
          <p:cNvPr id="62" name="Legend Ongoing">
            <a:extLst>
              <a:ext uri="{FF2B5EF4-FFF2-40B4-BE49-F238E27FC236}">
                <a16:creationId xmlns:a16="http://schemas.microsoft.com/office/drawing/2014/main" id="{FF05984F-B733-59AC-D48B-F58AB6835975}"/>
              </a:ext>
            </a:extLst>
          </p:cNvPr>
          <p:cNvSpPr txBox="1"/>
          <p:nvPr/>
        </p:nvSpPr>
        <p:spPr>
          <a:xfrm>
            <a:off x="8758793" y="521886"/>
            <a:ext cx="683148" cy="228709"/>
          </a:xfrm>
          <a:prstGeom prst="rect">
            <a:avLst/>
          </a:prstGeom>
          <a:noFill/>
        </p:spPr>
        <p:txBody>
          <a:bodyPr wrap="square" lIns="0" tIns="0" rIns="0" bIns="0" anchor="ctr">
            <a:noAutofit/>
          </a:bodyPr>
          <a:lstStyle/>
          <a:p>
            <a:r>
              <a:rPr lang="en-IN" sz="900">
                <a:solidFill>
                  <a:srgbClr val="383838"/>
                </a:solidFill>
                <a:latin typeface="+mj-lt"/>
                <a:ea typeface="Open Sans" panose="020B0606030504020204" pitchFamily="34" charset="0"/>
                <a:cs typeface="Open Sans" panose="020B0606030504020204" pitchFamily="34" charset="0"/>
              </a:rPr>
              <a:t>In Progress</a:t>
            </a:r>
          </a:p>
        </p:txBody>
      </p:sp>
      <p:sp>
        <p:nvSpPr>
          <p:cNvPr id="63" name="Legend To be delivered">
            <a:extLst>
              <a:ext uri="{FF2B5EF4-FFF2-40B4-BE49-F238E27FC236}">
                <a16:creationId xmlns:a16="http://schemas.microsoft.com/office/drawing/2014/main" id="{7388421F-244C-9470-9477-4D0B8E4E1EB3}"/>
              </a:ext>
            </a:extLst>
          </p:cNvPr>
          <p:cNvSpPr txBox="1"/>
          <p:nvPr/>
        </p:nvSpPr>
        <p:spPr>
          <a:xfrm>
            <a:off x="9894331" y="544801"/>
            <a:ext cx="941832" cy="182879"/>
          </a:xfrm>
          <a:prstGeom prst="rect">
            <a:avLst/>
          </a:prstGeom>
          <a:noFill/>
        </p:spPr>
        <p:txBody>
          <a:bodyPr wrap="square" lIns="0" tIns="0" rIns="0" bIns="0" anchor="ctr">
            <a:noAutofit/>
          </a:bodyPr>
          <a:lstStyle/>
          <a:p>
            <a:r>
              <a:rPr lang="en-IN" sz="900">
                <a:solidFill>
                  <a:srgbClr val="383838"/>
                </a:solidFill>
                <a:latin typeface="+mj-lt"/>
                <a:ea typeface="Open Sans" panose="020B0606030504020204" pitchFamily="34" charset="0"/>
                <a:cs typeface="Open Sans" panose="020B0606030504020204" pitchFamily="34" charset="0"/>
              </a:rPr>
              <a:t>Upcoming</a:t>
            </a:r>
          </a:p>
        </p:txBody>
      </p:sp>
      <p:sp>
        <p:nvSpPr>
          <p:cNvPr id="65" name="Oval 64">
            <a:extLst>
              <a:ext uri="{FF2B5EF4-FFF2-40B4-BE49-F238E27FC236}">
                <a16:creationId xmlns:a16="http://schemas.microsoft.com/office/drawing/2014/main" id="{A75271AA-6EE7-7A27-36CB-4086495BD52C}"/>
              </a:ext>
              <a:ext uri="{C183D7F6-B498-43B3-948B-1728B52AA6E4}">
                <adec:decorative xmlns:adec="http://schemas.microsoft.com/office/drawing/2017/decorative" val="1"/>
              </a:ext>
            </a:extLst>
          </p:cNvPr>
          <p:cNvSpPr/>
          <p:nvPr/>
        </p:nvSpPr>
        <p:spPr>
          <a:xfrm>
            <a:off x="9582847" y="514032"/>
            <a:ext cx="244417" cy="244417"/>
          </a:xfrm>
          <a:prstGeom prst="ellipse">
            <a:avLst/>
          </a:prstGeom>
          <a:solidFill>
            <a:srgbClr val="6A6B6A"/>
          </a:solidFill>
          <a:ln>
            <a:solidFill>
              <a:srgbClr val="6A6B6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IN" sz="900">
              <a:latin typeface="+mj-lt"/>
              <a:ea typeface="Open Sans" panose="020B0606030504020204" pitchFamily="34" charset="0"/>
              <a:cs typeface="Open Sans" panose="020B0606030504020204" pitchFamily="34" charset="0"/>
            </a:endParaRPr>
          </a:p>
        </p:txBody>
      </p:sp>
      <p:pic>
        <p:nvPicPr>
          <p:cNvPr id="66" name="Graphic 65">
            <a:extLst>
              <a:ext uri="{FF2B5EF4-FFF2-40B4-BE49-F238E27FC236}">
                <a16:creationId xmlns:a16="http://schemas.microsoft.com/office/drawing/2014/main" id="{22248D0B-3DC6-754C-DBA9-89DE360B1F3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12238" y="567202"/>
            <a:ext cx="138076" cy="138076"/>
          </a:xfrm>
          <a:prstGeom prst="rect">
            <a:avLst/>
          </a:prstGeom>
        </p:spPr>
      </p:pic>
      <p:sp>
        <p:nvSpPr>
          <p:cNvPr id="69" name="Oval 68">
            <a:extLst>
              <a:ext uri="{FF2B5EF4-FFF2-40B4-BE49-F238E27FC236}">
                <a16:creationId xmlns:a16="http://schemas.microsoft.com/office/drawing/2014/main" id="{D953E0F5-1AC2-DCE4-0746-6858810167F3}"/>
              </a:ext>
              <a:ext uri="{C183D7F6-B498-43B3-948B-1728B52AA6E4}">
                <adec:decorative xmlns:adec="http://schemas.microsoft.com/office/drawing/2017/decorative" val="1"/>
              </a:ext>
            </a:extLst>
          </p:cNvPr>
          <p:cNvSpPr/>
          <p:nvPr/>
        </p:nvSpPr>
        <p:spPr>
          <a:xfrm>
            <a:off x="8453066" y="514001"/>
            <a:ext cx="244479" cy="244479"/>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IN" sz="900">
              <a:latin typeface="+mj-lt"/>
              <a:ea typeface="Open Sans" panose="020B0606030504020204" pitchFamily="34" charset="0"/>
              <a:cs typeface="Open Sans" panose="020B0606030504020204" pitchFamily="34" charset="0"/>
            </a:endParaRPr>
          </a:p>
        </p:txBody>
      </p:sp>
      <p:pic>
        <p:nvPicPr>
          <p:cNvPr id="70" name="Graphic 69">
            <a:extLst>
              <a:ext uri="{FF2B5EF4-FFF2-40B4-BE49-F238E27FC236}">
                <a16:creationId xmlns:a16="http://schemas.microsoft.com/office/drawing/2014/main" id="{A8E81DED-E57C-00AD-ABE0-69A90694443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85294" y="546228"/>
            <a:ext cx="180024" cy="180024"/>
          </a:xfrm>
          <a:prstGeom prst="rect">
            <a:avLst/>
          </a:prstGeom>
        </p:spPr>
      </p:pic>
      <p:pic>
        <p:nvPicPr>
          <p:cNvPr id="72" name="Graphic 71">
            <a:extLst>
              <a:ext uri="{FF2B5EF4-FFF2-40B4-BE49-F238E27FC236}">
                <a16:creationId xmlns:a16="http://schemas.microsoft.com/office/drawing/2014/main" id="{DB38F84C-2F61-5929-4FD0-02239445A6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37320" y="568507"/>
            <a:ext cx="135467" cy="135467"/>
          </a:xfrm>
          <a:prstGeom prst="rect">
            <a:avLst/>
          </a:prstGeom>
        </p:spPr>
      </p:pic>
      <p:sp>
        <p:nvSpPr>
          <p:cNvPr id="75" name="Rounded Rectangle 74">
            <a:extLst>
              <a:ext uri="{FF2B5EF4-FFF2-40B4-BE49-F238E27FC236}">
                <a16:creationId xmlns:a16="http://schemas.microsoft.com/office/drawing/2014/main" id="{3A411039-03A1-819A-B711-46ABB409DB63}"/>
              </a:ext>
            </a:extLst>
          </p:cNvPr>
          <p:cNvSpPr/>
          <p:nvPr/>
        </p:nvSpPr>
        <p:spPr>
          <a:xfrm>
            <a:off x="7355795" y="864134"/>
            <a:ext cx="384968" cy="66200"/>
          </a:xfrm>
          <a:prstGeom prst="roundRect">
            <a:avLst>
              <a:gd name="adj" fmla="val 285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Open Sans" panose="020B0606030504020204" pitchFamily="34" charset="0"/>
            </a:endParaRPr>
          </a:p>
        </p:txBody>
      </p:sp>
      <p:sp>
        <p:nvSpPr>
          <p:cNvPr id="77" name="Rounded Rectangle 76">
            <a:extLst>
              <a:ext uri="{FF2B5EF4-FFF2-40B4-BE49-F238E27FC236}">
                <a16:creationId xmlns:a16="http://schemas.microsoft.com/office/drawing/2014/main" id="{B37FCADF-DBF3-25AE-3B6F-7A602AB4AE0D}"/>
              </a:ext>
            </a:extLst>
          </p:cNvPr>
          <p:cNvSpPr/>
          <p:nvPr/>
        </p:nvSpPr>
        <p:spPr>
          <a:xfrm>
            <a:off x="7769234" y="864134"/>
            <a:ext cx="384968" cy="66200"/>
          </a:xfrm>
          <a:prstGeom prst="roundRect">
            <a:avLst>
              <a:gd name="adj" fmla="val 285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Open Sans" panose="020B0606030504020204" pitchFamily="34" charset="0"/>
            </a:endParaRPr>
          </a:p>
        </p:txBody>
      </p:sp>
      <p:sp>
        <p:nvSpPr>
          <p:cNvPr id="78" name="Rounded Rectangle 77">
            <a:extLst>
              <a:ext uri="{FF2B5EF4-FFF2-40B4-BE49-F238E27FC236}">
                <a16:creationId xmlns:a16="http://schemas.microsoft.com/office/drawing/2014/main" id="{6ABBCF37-8A57-FA6E-2774-07A3F11C7055}"/>
              </a:ext>
            </a:extLst>
          </p:cNvPr>
          <p:cNvSpPr/>
          <p:nvPr/>
        </p:nvSpPr>
        <p:spPr>
          <a:xfrm>
            <a:off x="8182673" y="864134"/>
            <a:ext cx="384968" cy="66200"/>
          </a:xfrm>
          <a:prstGeom prst="roundRect">
            <a:avLst>
              <a:gd name="adj" fmla="val 285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Open Sans" panose="020B0606030504020204" pitchFamily="34" charset="0"/>
            </a:endParaRPr>
          </a:p>
        </p:txBody>
      </p:sp>
      <p:sp>
        <p:nvSpPr>
          <p:cNvPr id="83" name="Rounded Rectangle 82">
            <a:extLst>
              <a:ext uri="{FF2B5EF4-FFF2-40B4-BE49-F238E27FC236}">
                <a16:creationId xmlns:a16="http://schemas.microsoft.com/office/drawing/2014/main" id="{328BB70D-CE37-66F4-421F-819C9749D33E}"/>
              </a:ext>
            </a:extLst>
          </p:cNvPr>
          <p:cNvSpPr/>
          <p:nvPr/>
        </p:nvSpPr>
        <p:spPr>
          <a:xfrm>
            <a:off x="9009551" y="864134"/>
            <a:ext cx="384968" cy="66200"/>
          </a:xfrm>
          <a:prstGeom prst="roundRect">
            <a:avLst>
              <a:gd name="adj" fmla="val 285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Open Sans" panose="020B0606030504020204" pitchFamily="34" charset="0"/>
            </a:endParaRPr>
          </a:p>
        </p:txBody>
      </p:sp>
      <p:sp>
        <p:nvSpPr>
          <p:cNvPr id="98" name="Rounded Rectangle 97">
            <a:extLst>
              <a:ext uri="{FF2B5EF4-FFF2-40B4-BE49-F238E27FC236}">
                <a16:creationId xmlns:a16="http://schemas.microsoft.com/office/drawing/2014/main" id="{FADD85A5-D02F-F67E-BCBE-81F840E9D24E}"/>
              </a:ext>
            </a:extLst>
          </p:cNvPr>
          <p:cNvSpPr/>
          <p:nvPr/>
        </p:nvSpPr>
        <p:spPr>
          <a:xfrm>
            <a:off x="9836429" y="864134"/>
            <a:ext cx="384968" cy="66200"/>
          </a:xfrm>
          <a:prstGeom prst="roundRect">
            <a:avLst>
              <a:gd name="adj" fmla="val 2859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Open Sans" panose="020B0606030504020204" pitchFamily="34" charset="0"/>
            </a:endParaRPr>
          </a:p>
        </p:txBody>
      </p:sp>
      <p:sp>
        <p:nvSpPr>
          <p:cNvPr id="99" name="Rounded Rectangle 98">
            <a:extLst>
              <a:ext uri="{FF2B5EF4-FFF2-40B4-BE49-F238E27FC236}">
                <a16:creationId xmlns:a16="http://schemas.microsoft.com/office/drawing/2014/main" id="{B7321B2E-C28A-44FD-6E91-CEC39CD8E04F}"/>
              </a:ext>
            </a:extLst>
          </p:cNvPr>
          <p:cNvSpPr/>
          <p:nvPr/>
        </p:nvSpPr>
        <p:spPr>
          <a:xfrm>
            <a:off x="8596112" y="864134"/>
            <a:ext cx="384968" cy="66200"/>
          </a:xfrm>
          <a:prstGeom prst="roundRect">
            <a:avLst>
              <a:gd name="adj" fmla="val 285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Open Sans" panose="020B0606030504020204" pitchFamily="34" charset="0"/>
            </a:endParaRPr>
          </a:p>
        </p:txBody>
      </p:sp>
      <p:sp>
        <p:nvSpPr>
          <p:cNvPr id="106" name="Rounded Rectangle 105">
            <a:extLst>
              <a:ext uri="{FF2B5EF4-FFF2-40B4-BE49-F238E27FC236}">
                <a16:creationId xmlns:a16="http://schemas.microsoft.com/office/drawing/2014/main" id="{D3DAED61-1F50-F229-239B-348D42255BCA}"/>
              </a:ext>
            </a:extLst>
          </p:cNvPr>
          <p:cNvSpPr/>
          <p:nvPr/>
        </p:nvSpPr>
        <p:spPr>
          <a:xfrm>
            <a:off x="9422990" y="864134"/>
            <a:ext cx="384968" cy="66200"/>
          </a:xfrm>
          <a:prstGeom prst="roundRect">
            <a:avLst>
              <a:gd name="adj" fmla="val 285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Open Sans" panose="020B0606030504020204" pitchFamily="34" charset="0"/>
            </a:endParaRPr>
          </a:p>
        </p:txBody>
      </p:sp>
      <p:sp>
        <p:nvSpPr>
          <p:cNvPr id="107" name="Rounded Rectangle 106">
            <a:extLst>
              <a:ext uri="{FF2B5EF4-FFF2-40B4-BE49-F238E27FC236}">
                <a16:creationId xmlns:a16="http://schemas.microsoft.com/office/drawing/2014/main" id="{CAD4645F-63A4-1100-AE82-5EC631BBBC5A}"/>
              </a:ext>
            </a:extLst>
          </p:cNvPr>
          <p:cNvSpPr/>
          <p:nvPr/>
        </p:nvSpPr>
        <p:spPr>
          <a:xfrm>
            <a:off x="10249868" y="864134"/>
            <a:ext cx="384968" cy="66200"/>
          </a:xfrm>
          <a:prstGeom prst="roundRect">
            <a:avLst>
              <a:gd name="adj" fmla="val 2859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Open Sans" panose="020B0606030504020204" pitchFamily="34" charset="0"/>
            </a:endParaRPr>
          </a:p>
        </p:txBody>
      </p:sp>
      <p:sp>
        <p:nvSpPr>
          <p:cNvPr id="108" name="Rounded Rectangle 107">
            <a:extLst>
              <a:ext uri="{FF2B5EF4-FFF2-40B4-BE49-F238E27FC236}">
                <a16:creationId xmlns:a16="http://schemas.microsoft.com/office/drawing/2014/main" id="{CA8D7104-852C-3A89-31E4-9847D6FB5777}"/>
              </a:ext>
            </a:extLst>
          </p:cNvPr>
          <p:cNvSpPr/>
          <p:nvPr/>
        </p:nvSpPr>
        <p:spPr>
          <a:xfrm>
            <a:off x="10663307" y="864134"/>
            <a:ext cx="384968" cy="66200"/>
          </a:xfrm>
          <a:prstGeom prst="roundRect">
            <a:avLst>
              <a:gd name="adj" fmla="val 2859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Open Sans" panose="020B0606030504020204" pitchFamily="34" charset="0"/>
            </a:endParaRPr>
          </a:p>
        </p:txBody>
      </p:sp>
      <p:sp>
        <p:nvSpPr>
          <p:cNvPr id="109" name="Rounded Rectangle 108">
            <a:extLst>
              <a:ext uri="{FF2B5EF4-FFF2-40B4-BE49-F238E27FC236}">
                <a16:creationId xmlns:a16="http://schemas.microsoft.com/office/drawing/2014/main" id="{EE9CB67D-88C5-F9CC-CCDB-FEDCEAEC6850}"/>
              </a:ext>
            </a:extLst>
          </p:cNvPr>
          <p:cNvSpPr/>
          <p:nvPr/>
        </p:nvSpPr>
        <p:spPr>
          <a:xfrm>
            <a:off x="11076742" y="864134"/>
            <a:ext cx="384968" cy="66200"/>
          </a:xfrm>
          <a:prstGeom prst="roundRect">
            <a:avLst>
              <a:gd name="adj" fmla="val 2859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l"/>
            <a:endParaRPr lang="en-US" sz="1600">
              <a:solidFill>
                <a:schemeClr val="tx1"/>
              </a:solidFill>
              <a:latin typeface="Open Sans" panose="020B0606030504020204" pitchFamily="34" charset="0"/>
            </a:endParaRPr>
          </a:p>
        </p:txBody>
      </p:sp>
      <p:sp>
        <p:nvSpPr>
          <p:cNvPr id="111" name="Session 4 title">
            <a:extLst>
              <a:ext uri="{FF2B5EF4-FFF2-40B4-BE49-F238E27FC236}">
                <a16:creationId xmlns:a16="http://schemas.microsoft.com/office/drawing/2014/main" id="{E7720ED4-92EA-2130-61B5-1736B4D02B14}"/>
              </a:ext>
            </a:extLst>
          </p:cNvPr>
          <p:cNvSpPr txBox="1"/>
          <p:nvPr/>
        </p:nvSpPr>
        <p:spPr>
          <a:xfrm>
            <a:off x="9739887" y="992878"/>
            <a:ext cx="1721928" cy="158172"/>
          </a:xfrm>
          <a:prstGeom prst="rect">
            <a:avLst/>
          </a:prstGeom>
          <a:noFill/>
        </p:spPr>
        <p:txBody>
          <a:bodyPr wrap="square" lIns="0" tIns="0" rIns="0" bIns="0" anchor="t">
            <a:noAutofit/>
          </a:bodyPr>
          <a:lstStyle/>
          <a:p>
            <a:pPr algn="r">
              <a:lnSpc>
                <a:spcPct val="92000"/>
              </a:lnSpc>
            </a:pPr>
            <a:r>
              <a:rPr lang="en-US" sz="1050">
                <a:latin typeface="+mj-lt"/>
                <a:ea typeface="Open Sans" panose="020B0606030504020204" pitchFamily="34" charset="0"/>
                <a:cs typeface="Open Sans" panose="020B0606030504020204" pitchFamily="34" charset="0"/>
              </a:rPr>
              <a:t>1 of 10 sessions complete</a:t>
            </a:r>
          </a:p>
        </p:txBody>
      </p:sp>
      <p:sp>
        <p:nvSpPr>
          <p:cNvPr id="27" name="Oval 26">
            <a:extLst>
              <a:ext uri="{FF2B5EF4-FFF2-40B4-BE49-F238E27FC236}">
                <a16:creationId xmlns:a16="http://schemas.microsoft.com/office/drawing/2014/main" id="{D6A8CAD1-32BA-2C78-D642-DB447DE5C02C}"/>
              </a:ext>
            </a:extLst>
          </p:cNvPr>
          <p:cNvSpPr/>
          <p:nvPr/>
        </p:nvSpPr>
        <p:spPr>
          <a:xfrm>
            <a:off x="3797084" y="1838440"/>
            <a:ext cx="101260" cy="101260"/>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29" name="Oval 28">
            <a:extLst>
              <a:ext uri="{FF2B5EF4-FFF2-40B4-BE49-F238E27FC236}">
                <a16:creationId xmlns:a16="http://schemas.microsoft.com/office/drawing/2014/main" id="{F0500E8A-DB82-47F6-8CF3-8C6E1BBC461F}"/>
              </a:ext>
            </a:extLst>
          </p:cNvPr>
          <p:cNvSpPr/>
          <p:nvPr/>
        </p:nvSpPr>
        <p:spPr>
          <a:xfrm>
            <a:off x="8158071" y="1838440"/>
            <a:ext cx="101260" cy="10126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31" name="Oval 30">
            <a:extLst>
              <a:ext uri="{FF2B5EF4-FFF2-40B4-BE49-F238E27FC236}">
                <a16:creationId xmlns:a16="http://schemas.microsoft.com/office/drawing/2014/main" id="{918E731B-D0E4-7FCE-2962-C04E23831072}"/>
              </a:ext>
            </a:extLst>
          </p:cNvPr>
          <p:cNvSpPr/>
          <p:nvPr/>
        </p:nvSpPr>
        <p:spPr>
          <a:xfrm>
            <a:off x="5760282" y="3586189"/>
            <a:ext cx="101260" cy="10126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32" name="Oval 31">
            <a:extLst>
              <a:ext uri="{FF2B5EF4-FFF2-40B4-BE49-F238E27FC236}">
                <a16:creationId xmlns:a16="http://schemas.microsoft.com/office/drawing/2014/main" id="{8C970098-2BE1-2CAA-B479-ED0C31F71492}"/>
              </a:ext>
            </a:extLst>
          </p:cNvPr>
          <p:cNvSpPr/>
          <p:nvPr/>
        </p:nvSpPr>
        <p:spPr>
          <a:xfrm>
            <a:off x="10378027" y="3073586"/>
            <a:ext cx="101260" cy="101260"/>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cxnSp>
        <p:nvCxnSpPr>
          <p:cNvPr id="35" name="Straight Connector 34">
            <a:extLst>
              <a:ext uri="{FF2B5EF4-FFF2-40B4-BE49-F238E27FC236}">
                <a16:creationId xmlns:a16="http://schemas.microsoft.com/office/drawing/2014/main" id="{649B53F5-CE8F-92BD-8F29-D45D692D6955}"/>
              </a:ext>
            </a:extLst>
          </p:cNvPr>
          <p:cNvCxnSpPr>
            <a:cxnSpLocks/>
          </p:cNvCxnSpPr>
          <p:nvPr/>
        </p:nvCxnSpPr>
        <p:spPr>
          <a:xfrm>
            <a:off x="10433344" y="3184918"/>
            <a:ext cx="0" cy="245712"/>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Oval 37">
            <a:extLst>
              <a:ext uri="{FF2B5EF4-FFF2-40B4-BE49-F238E27FC236}">
                <a16:creationId xmlns:a16="http://schemas.microsoft.com/office/drawing/2014/main" id="{6D08252A-53E3-7216-9158-DAE8C6A296FF}"/>
              </a:ext>
            </a:extLst>
          </p:cNvPr>
          <p:cNvSpPr/>
          <p:nvPr/>
        </p:nvSpPr>
        <p:spPr>
          <a:xfrm>
            <a:off x="844333" y="5272376"/>
            <a:ext cx="101260" cy="101260"/>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39" name="Oval 38">
            <a:extLst>
              <a:ext uri="{FF2B5EF4-FFF2-40B4-BE49-F238E27FC236}">
                <a16:creationId xmlns:a16="http://schemas.microsoft.com/office/drawing/2014/main" id="{D2F971F9-A8A0-EA1F-327D-B65CA125BF05}"/>
              </a:ext>
            </a:extLst>
          </p:cNvPr>
          <p:cNvSpPr/>
          <p:nvPr/>
        </p:nvSpPr>
        <p:spPr>
          <a:xfrm>
            <a:off x="3197051" y="3576925"/>
            <a:ext cx="101260" cy="101260"/>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Tree>
    <p:custDataLst>
      <p:tags r:id="rId1"/>
    </p:custDataLst>
    <p:extLst>
      <p:ext uri="{BB962C8B-B14F-4D97-AF65-F5344CB8AC3E}">
        <p14:creationId xmlns:p14="http://schemas.microsoft.com/office/powerpoint/2010/main" val="1525923655"/>
      </p:ext>
    </p:extLst>
  </p:cSld>
  <p:clrMapOvr>
    <a:masterClrMapping/>
  </p:clrMapOvr>
  <p:extLst>
    <p:ext uri="{6950BFC3-D8DA-4A85-94F7-54DA5524770B}">
      <p188:commentRel xmlns:p188="http://schemas.microsoft.com/office/powerpoint/2018/8/main" r:id="rId4"/>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657E5F-4C04-3417-F582-D9880C9154AB}"/>
            </a:ext>
          </a:extLst>
        </p:cNvPr>
        <p:cNvGrpSpPr/>
        <p:nvPr/>
      </p:nvGrpSpPr>
      <p:grpSpPr>
        <a:xfrm>
          <a:off x="0" y="0"/>
          <a:ext cx="0" cy="0"/>
          <a:chOff x="0" y="0"/>
          <a:chExt cx="0" cy="0"/>
        </a:xfrm>
      </p:grpSpPr>
      <p:sp>
        <p:nvSpPr>
          <p:cNvPr id="17" name="Rounded Rectangle 16">
            <a:extLst>
              <a:ext uri="{FF2B5EF4-FFF2-40B4-BE49-F238E27FC236}">
                <a16:creationId xmlns:a16="http://schemas.microsoft.com/office/drawing/2014/main" id="{94311732-CAD2-BCB4-3C17-D5867C05891C}"/>
              </a:ext>
            </a:extLst>
          </p:cNvPr>
          <p:cNvSpPr/>
          <p:nvPr/>
        </p:nvSpPr>
        <p:spPr>
          <a:xfrm>
            <a:off x="7833863" y="1342834"/>
            <a:ext cx="3664071" cy="1282101"/>
          </a:xfrm>
          <a:prstGeom prst="roundRect">
            <a:avLst>
              <a:gd name="adj" fmla="val 9245"/>
            </a:avLst>
          </a:prstGeom>
          <a:solidFill>
            <a:schemeClr val="accent5">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8" name="Rounded Rectangle 17">
            <a:extLst>
              <a:ext uri="{FF2B5EF4-FFF2-40B4-BE49-F238E27FC236}">
                <a16:creationId xmlns:a16="http://schemas.microsoft.com/office/drawing/2014/main" id="{A73AB5CC-1E7C-BBF6-477E-3D53B9DE594C}"/>
              </a:ext>
            </a:extLst>
          </p:cNvPr>
          <p:cNvSpPr/>
          <p:nvPr/>
        </p:nvSpPr>
        <p:spPr>
          <a:xfrm>
            <a:off x="7833863" y="2797888"/>
            <a:ext cx="3664071" cy="1282101"/>
          </a:xfrm>
          <a:prstGeom prst="roundRect">
            <a:avLst>
              <a:gd name="adj" fmla="val 9245"/>
            </a:avLst>
          </a:prstGeom>
          <a:solidFill>
            <a:schemeClr val="accent5">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9" name="Rounded Rectangle 18">
            <a:extLst>
              <a:ext uri="{FF2B5EF4-FFF2-40B4-BE49-F238E27FC236}">
                <a16:creationId xmlns:a16="http://schemas.microsoft.com/office/drawing/2014/main" id="{6D709D34-7DA3-814B-0ECE-C7961266566B}"/>
              </a:ext>
            </a:extLst>
          </p:cNvPr>
          <p:cNvSpPr/>
          <p:nvPr/>
        </p:nvSpPr>
        <p:spPr>
          <a:xfrm>
            <a:off x="7833863" y="4173904"/>
            <a:ext cx="3664071" cy="1282101"/>
          </a:xfrm>
          <a:prstGeom prst="roundRect">
            <a:avLst>
              <a:gd name="adj" fmla="val 9245"/>
            </a:avLst>
          </a:prstGeom>
          <a:solidFill>
            <a:schemeClr val="accent5">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 name="TextBox 1">
            <a:extLst>
              <a:ext uri="{FF2B5EF4-FFF2-40B4-BE49-F238E27FC236}">
                <a16:creationId xmlns:a16="http://schemas.microsoft.com/office/drawing/2014/main" id="{CD528498-220C-963D-0AC6-58313ECB33A0}"/>
              </a:ext>
            </a:extLst>
          </p:cNvPr>
          <p:cNvSpPr txBox="1"/>
          <p:nvPr/>
        </p:nvSpPr>
        <p:spPr>
          <a:xfrm>
            <a:off x="723460" y="1952541"/>
            <a:ext cx="402336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bg1"/>
                </a:solidFill>
                <a:latin typeface="Open Sans" panose="020B0606030504020204" pitchFamily="34" charset="0"/>
                <a:ea typeface="Open Sans" panose="020B0606030504020204" pitchFamily="34" charset="0"/>
                <a:cs typeface="Open Sans" panose="020B0606030504020204" pitchFamily="34" charset="0"/>
              </a:rPr>
              <a:t>PROJECT WALKTHROUGH</a:t>
            </a:r>
          </a:p>
        </p:txBody>
      </p:sp>
      <p:sp>
        <p:nvSpPr>
          <p:cNvPr id="3" name="TextBox 2">
            <a:extLst>
              <a:ext uri="{FF2B5EF4-FFF2-40B4-BE49-F238E27FC236}">
                <a16:creationId xmlns:a16="http://schemas.microsoft.com/office/drawing/2014/main" id="{3BA60164-008C-3901-5571-A2F3247437AE}"/>
              </a:ext>
            </a:extLst>
          </p:cNvPr>
          <p:cNvSpPr txBox="1"/>
          <p:nvPr/>
        </p:nvSpPr>
        <p:spPr>
          <a:xfrm>
            <a:off x="612340" y="1790146"/>
            <a:ext cx="5743429" cy="1657382"/>
          </a:xfrm>
          <a:prstGeom prst="rect">
            <a:avLst/>
          </a:prstGeom>
          <a:noFill/>
          <a:ln>
            <a:noFill/>
          </a:ln>
        </p:spPr>
        <p:txBody>
          <a:bodyPr wrap="square" lIns="0" tIns="0" rIns="0" bIns="0" anchor="t">
            <a:noAutofit/>
          </a:bodyPr>
          <a:lstStyle/>
          <a:p>
            <a:r>
              <a:rPr lang="en-US" sz="6000" b="1" dirty="0">
                <a:latin typeface="Open Sans"/>
                <a:ea typeface="Open Sans"/>
                <a:cs typeface="Open Sans"/>
              </a:rPr>
              <a:t>Mini Project 3 </a:t>
            </a:r>
            <a:br>
              <a:rPr lang="en-US" sz="6000" b="1" dirty="0">
                <a:latin typeface="Open Sans"/>
                <a:ea typeface="Open Sans"/>
                <a:cs typeface="Open Sans"/>
              </a:rPr>
            </a:br>
            <a:r>
              <a:rPr sz="6000" b="1" i="0" dirty="0">
                <a:latin typeface="Open Sans"/>
                <a:ea typeface="Open Sans"/>
                <a:cs typeface="Open Sans"/>
              </a:rPr>
              <a:t>for </a:t>
            </a:r>
            <a:r>
              <a:rPr sz="6000" b="1" i="0" dirty="0">
                <a:solidFill>
                  <a:schemeClr val="accent2"/>
                </a:solidFill>
                <a:latin typeface="Open Sans"/>
                <a:ea typeface="Open Sans"/>
                <a:cs typeface="Open Sans"/>
              </a:rPr>
              <a:t>FDEs</a:t>
            </a:r>
          </a:p>
        </p:txBody>
      </p:sp>
      <p:sp>
        <p:nvSpPr>
          <p:cNvPr id="10" name="TextBox 9">
            <a:extLst>
              <a:ext uri="{FF2B5EF4-FFF2-40B4-BE49-F238E27FC236}">
                <a16:creationId xmlns:a16="http://schemas.microsoft.com/office/drawing/2014/main" id="{7CF76951-C17B-B440-173A-13729D65534D}"/>
              </a:ext>
            </a:extLst>
          </p:cNvPr>
          <p:cNvSpPr txBox="1"/>
          <p:nvPr/>
        </p:nvSpPr>
        <p:spPr>
          <a:xfrm>
            <a:off x="8103548" y="1555087"/>
            <a:ext cx="3180192" cy="274320"/>
          </a:xfrm>
          <a:prstGeom prst="rect">
            <a:avLst/>
          </a:prstGeom>
          <a:noFill/>
          <a:ln>
            <a:noFill/>
          </a:ln>
        </p:spPr>
        <p:txBody>
          <a:bodyPr wrap="square" lIns="0" tIns="0" rIns="0" bIns="0" anchor="t">
            <a:noAutofit/>
          </a:bodyPr>
          <a:lstStyle/>
          <a:p>
            <a:pPr algn="l">
              <a:lnSpc>
                <a:spcPct val="100000"/>
              </a:lnSpc>
              <a:spcAft>
                <a:spcPts val="0"/>
              </a:spcAft>
            </a:pPr>
            <a:r>
              <a:rPr sz="14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THE PROMISE</a:t>
            </a:r>
          </a:p>
        </p:txBody>
      </p:sp>
      <p:sp>
        <p:nvSpPr>
          <p:cNvPr id="11" name="TextBox 10">
            <a:extLst>
              <a:ext uri="{FF2B5EF4-FFF2-40B4-BE49-F238E27FC236}">
                <a16:creationId xmlns:a16="http://schemas.microsoft.com/office/drawing/2014/main" id="{4C7347FC-5F96-D56B-1511-B565F8A3947F}"/>
              </a:ext>
            </a:extLst>
          </p:cNvPr>
          <p:cNvSpPr txBox="1"/>
          <p:nvPr/>
        </p:nvSpPr>
        <p:spPr>
          <a:xfrm>
            <a:off x="8103548" y="1865983"/>
            <a:ext cx="3180192" cy="548640"/>
          </a:xfrm>
          <a:prstGeom prst="rect">
            <a:avLst/>
          </a:prstGeom>
          <a:noFill/>
          <a:ln>
            <a:noFill/>
          </a:ln>
        </p:spPr>
        <p:txBody>
          <a:bodyPr wrap="square" lIns="0" tIns="0" rIns="0" bIns="0" anchor="t">
            <a:noAutofit/>
          </a:bodyPr>
          <a:lstStyle/>
          <a:p>
            <a:r>
              <a:rPr lang="en-US" sz="1400" dirty="0">
                <a:latin typeface="Open Sans"/>
                <a:ea typeface="Open Sans"/>
                <a:cs typeface="Open Sans"/>
              </a:rPr>
              <a:t>Drafts </a:t>
            </a:r>
            <a:r>
              <a:rPr lang="en-US" sz="1400" dirty="0">
                <a:ea typeface="+mn-lt"/>
                <a:cs typeface="+mn-lt"/>
              </a:rPr>
              <a:t>anonymized, cited handoff; confidence set, using </a:t>
            </a:r>
            <a:r>
              <a:rPr sz="1400" b="0" i="0" dirty="0">
                <a:latin typeface="Open Sans"/>
                <a:ea typeface="Open Sans"/>
                <a:cs typeface="Open Sans"/>
              </a:rPr>
              <a:t>historical evidence.</a:t>
            </a:r>
          </a:p>
        </p:txBody>
      </p:sp>
      <p:sp>
        <p:nvSpPr>
          <p:cNvPr id="12" name="TextBox 11">
            <a:extLst>
              <a:ext uri="{FF2B5EF4-FFF2-40B4-BE49-F238E27FC236}">
                <a16:creationId xmlns:a16="http://schemas.microsoft.com/office/drawing/2014/main" id="{8758F29A-322B-C12D-56E8-82B64390FD94}"/>
              </a:ext>
            </a:extLst>
          </p:cNvPr>
          <p:cNvSpPr txBox="1"/>
          <p:nvPr/>
        </p:nvSpPr>
        <p:spPr>
          <a:xfrm>
            <a:off x="8103548" y="2973377"/>
            <a:ext cx="3318461" cy="274320"/>
          </a:xfrm>
          <a:prstGeom prst="rect">
            <a:avLst/>
          </a:prstGeom>
          <a:noFill/>
          <a:ln>
            <a:noFill/>
          </a:ln>
        </p:spPr>
        <p:txBody>
          <a:bodyPr wrap="square" lIns="0" tIns="0" rIns="0" bIns="0" anchor="t">
            <a:noAutofit/>
          </a:bodyPr>
          <a:lstStyle/>
          <a:p>
            <a:pPr algn="l">
              <a:lnSpc>
                <a:spcPct val="100000"/>
              </a:lnSpc>
              <a:spcAft>
                <a:spcPts val="0"/>
              </a:spcAft>
            </a:pPr>
            <a:r>
              <a:rPr sz="14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THE BOUNDARY</a:t>
            </a:r>
          </a:p>
        </p:txBody>
      </p:sp>
      <p:sp>
        <p:nvSpPr>
          <p:cNvPr id="13" name="TextBox 12">
            <a:extLst>
              <a:ext uri="{FF2B5EF4-FFF2-40B4-BE49-F238E27FC236}">
                <a16:creationId xmlns:a16="http://schemas.microsoft.com/office/drawing/2014/main" id="{AC5EA90A-2823-CAD1-E9DE-6A9BCAE691C4}"/>
              </a:ext>
            </a:extLst>
          </p:cNvPr>
          <p:cNvSpPr txBox="1"/>
          <p:nvPr/>
        </p:nvSpPr>
        <p:spPr>
          <a:xfrm>
            <a:off x="8103548" y="3284273"/>
            <a:ext cx="3318461" cy="713232"/>
          </a:xfrm>
          <a:prstGeom prst="rect">
            <a:avLst/>
          </a:prstGeom>
          <a:noFill/>
          <a:ln>
            <a:noFill/>
          </a:ln>
        </p:spPr>
        <p:txBody>
          <a:bodyPr wrap="square" lIns="0" tIns="0" rIns="0" bIns="0" anchor="t">
            <a:noAutofit/>
          </a:bodyPr>
          <a:lstStyle/>
          <a:p>
            <a:r>
              <a:rPr lang="en-US" sz="1400" dirty="0">
                <a:latin typeface="Open Sans"/>
                <a:ea typeface="Open Sans"/>
                <a:cs typeface="Open Sans"/>
              </a:rPr>
              <a:t>Patient privacy, uncertainty, evidence, role boundary </a:t>
            </a:r>
            <a:r>
              <a:rPr sz="1400" b="0" i="0" dirty="0">
                <a:latin typeface="Open Sans"/>
                <a:ea typeface="Open Sans"/>
                <a:cs typeface="Open Sans"/>
              </a:rPr>
              <a:t>and </a:t>
            </a:r>
            <a:r>
              <a:rPr lang="en-US" sz="1400" dirty="0">
                <a:latin typeface="Open Sans"/>
                <a:ea typeface="Open Sans"/>
                <a:cs typeface="Open Sans"/>
              </a:rPr>
              <a:t>other  </a:t>
            </a:r>
            <a:r>
              <a:rPr sz="1400" b="0" i="0" dirty="0">
                <a:latin typeface="Open Sans"/>
                <a:ea typeface="Open Sans"/>
                <a:cs typeface="Open Sans"/>
              </a:rPr>
              <a:t>prohibited uses bypass the model.</a:t>
            </a:r>
          </a:p>
        </p:txBody>
      </p:sp>
      <p:sp>
        <p:nvSpPr>
          <p:cNvPr id="14" name="TextBox 13">
            <a:extLst>
              <a:ext uri="{FF2B5EF4-FFF2-40B4-BE49-F238E27FC236}">
                <a16:creationId xmlns:a16="http://schemas.microsoft.com/office/drawing/2014/main" id="{6FF0421B-9626-5A7C-2DC2-48E2704C041E}"/>
              </a:ext>
            </a:extLst>
          </p:cNvPr>
          <p:cNvSpPr txBox="1"/>
          <p:nvPr/>
        </p:nvSpPr>
        <p:spPr>
          <a:xfrm>
            <a:off x="8103548" y="4431877"/>
            <a:ext cx="2977397" cy="274320"/>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2"/>
                </a:solidFill>
                <a:latin typeface="Open Sans" panose="020B0606030504020204" pitchFamily="34" charset="0"/>
                <a:ea typeface="Open Sans" panose="020B0606030504020204" pitchFamily="34" charset="0"/>
                <a:cs typeface="Open Sans" panose="020B0606030504020204" pitchFamily="34" charset="0"/>
              </a:rPr>
              <a:t>THE OWNER</a:t>
            </a:r>
          </a:p>
        </p:txBody>
      </p:sp>
      <p:sp>
        <p:nvSpPr>
          <p:cNvPr id="15" name="TextBox 14">
            <a:extLst>
              <a:ext uri="{FF2B5EF4-FFF2-40B4-BE49-F238E27FC236}">
                <a16:creationId xmlns:a16="http://schemas.microsoft.com/office/drawing/2014/main" id="{D6F24975-97AD-D2E4-5D71-55ED370910D6}"/>
              </a:ext>
            </a:extLst>
          </p:cNvPr>
          <p:cNvSpPr txBox="1"/>
          <p:nvPr/>
        </p:nvSpPr>
        <p:spPr>
          <a:xfrm>
            <a:off x="8103548" y="4742773"/>
            <a:ext cx="2977397" cy="713232"/>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A qualified reviewer makes every authorization decision.</a:t>
            </a:r>
          </a:p>
        </p:txBody>
      </p:sp>
      <p:sp>
        <p:nvSpPr>
          <p:cNvPr id="28" name="TextBox 27">
            <a:extLst>
              <a:ext uri="{FF2B5EF4-FFF2-40B4-BE49-F238E27FC236}">
                <a16:creationId xmlns:a16="http://schemas.microsoft.com/office/drawing/2014/main" id="{1DC57C67-8ACB-AE15-8A57-BD48DDCEA899}"/>
              </a:ext>
            </a:extLst>
          </p:cNvPr>
          <p:cNvSpPr txBox="1"/>
          <p:nvPr/>
        </p:nvSpPr>
        <p:spPr>
          <a:xfrm>
            <a:off x="612340" y="3899277"/>
            <a:ext cx="5401934" cy="274627"/>
          </a:xfrm>
          <a:prstGeom prst="rect">
            <a:avLst/>
          </a:prstGeom>
          <a:noFill/>
          <a:ln>
            <a:noFill/>
          </a:ln>
        </p:spPr>
        <p:txBody>
          <a:bodyPr wrap="square" lIns="0" tIns="0" rIns="0" bIns="0" anchor="t">
            <a:noAutofit/>
          </a:bodyPr>
          <a:lstStyle/>
          <a:p>
            <a:r>
              <a:rPr lang="en-US" sz="1600" b="1" dirty="0">
                <a:solidFill>
                  <a:schemeClr val="accent2"/>
                </a:solidFill>
                <a:ea typeface="+mn-lt"/>
                <a:cs typeface="+mn-lt"/>
              </a:rPr>
              <a:t>Case Summary Drafting Assistant</a:t>
            </a:r>
            <a:endParaRPr lang="en-US" b="1" dirty="0">
              <a:solidFill>
                <a:schemeClr val="accent2"/>
              </a:solidFill>
              <a:ea typeface="Open Sans"/>
              <a:cs typeface="Open Sans"/>
            </a:endParaRPr>
          </a:p>
        </p:txBody>
      </p:sp>
      <p:sp>
        <p:nvSpPr>
          <p:cNvPr id="8" name="TextBox 7">
            <a:extLst>
              <a:ext uri="{FF2B5EF4-FFF2-40B4-BE49-F238E27FC236}">
                <a16:creationId xmlns:a16="http://schemas.microsoft.com/office/drawing/2014/main" id="{C7C027F8-54AB-F48E-A81B-9F04882743BD}"/>
              </a:ext>
            </a:extLst>
          </p:cNvPr>
          <p:cNvSpPr txBox="1"/>
          <p:nvPr/>
        </p:nvSpPr>
        <p:spPr>
          <a:xfrm>
            <a:off x="612340" y="4742773"/>
            <a:ext cx="6300764" cy="459506"/>
          </a:xfrm>
          <a:prstGeom prst="rect">
            <a:avLst/>
          </a:prstGeom>
          <a:noFill/>
          <a:ln>
            <a:noFill/>
          </a:ln>
        </p:spPr>
        <p:txBody>
          <a:bodyPr wrap="square" lIns="0" tIns="0" rIns="0" bIns="0" anchor="t">
            <a:no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Build, test, and document a RAG assistant </a:t>
            </a:r>
            <a:r>
              <a:rPr lang="en-US" sz="1600" b="0" i="0" dirty="0">
                <a:latin typeface="Open Sans" panose="020B0606030504020204" pitchFamily="34" charset="0"/>
                <a:ea typeface="Open Sans" panose="020B0606030504020204" pitchFamily="34" charset="0"/>
                <a:cs typeface="Open Sans" panose="020B0606030504020204" pitchFamily="34" charset="0"/>
              </a:rPr>
              <a:t>that </a:t>
            </a:r>
            <a:r>
              <a:rPr lang="en-US" sz="1600" dirty="0">
                <a:latin typeface="Open Sans" panose="020B0606030504020204" pitchFamily="34" charset="0"/>
                <a:ea typeface="Open Sans" panose="020B0606030504020204" pitchFamily="34" charset="0"/>
                <a:cs typeface="Open Sans" panose="020B0606030504020204" pitchFamily="34" charset="0"/>
              </a:rPr>
              <a:t>drafts an anonymized prior-authorization handoff for a care manager</a:t>
            </a:r>
            <a:r>
              <a:rPr lang="en-US" sz="1600" b="0" i="0" dirty="0">
                <a:latin typeface="Open Sans" panose="020B0606030504020204" pitchFamily="34" charset="0"/>
                <a:ea typeface="Open Sans" panose="020B0606030504020204" pitchFamily="34" charset="0"/>
                <a:cs typeface="Open Sans" panose="020B0606030504020204" pitchFamily="34" charset="0"/>
              </a:rPr>
              <a:t>.</a:t>
            </a:r>
          </a:p>
        </p:txBody>
      </p:sp>
      <p:sp>
        <p:nvSpPr>
          <p:cNvPr id="21" name="Rectangle: Rounded Corners 1">
            <a:extLst>
              <a:ext uri="{FF2B5EF4-FFF2-40B4-BE49-F238E27FC236}">
                <a16:creationId xmlns:a16="http://schemas.microsoft.com/office/drawing/2014/main" id="{81AFF2CD-A29A-7059-4DD9-C461B395CD06}"/>
              </a:ext>
            </a:extLst>
          </p:cNvPr>
          <p:cNvSpPr>
            <a:spLocks noGrp="1"/>
          </p:cNvSpPr>
          <p:nvPr/>
        </p:nvSpPr>
        <p:spPr>
          <a:xfrm>
            <a:off x="612340" y="697416"/>
            <a:ext cx="2528369" cy="397510"/>
          </a:xfrm>
          <a:prstGeom prst="roundRect">
            <a:avLst>
              <a:gd name="adj" fmla="val 21640"/>
            </a:avLst>
          </a:prstGeom>
          <a:solidFill>
            <a:schemeClr val="accent5">
              <a:lumMod val="20000"/>
              <a:lumOff val="80000"/>
            </a:schemeClr>
          </a:solidFill>
          <a:ln w="12700">
            <a:solidFill>
              <a:schemeClr val="accent2"/>
            </a:solidFill>
            <a:prstDash val="solid"/>
          </a:ln>
        </p:spPr>
        <p:txBody>
          <a:bodyPr anchor="ctr"/>
          <a:lstStyle/>
          <a:p>
            <a:pPr algn="ctr"/>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15-minute walkthrough</a:t>
            </a:r>
          </a:p>
        </p:txBody>
      </p:sp>
      <p:cxnSp>
        <p:nvCxnSpPr>
          <p:cNvPr id="24" name="Straight Connector 23">
            <a:extLst>
              <a:ext uri="{FF2B5EF4-FFF2-40B4-BE49-F238E27FC236}">
                <a16:creationId xmlns:a16="http://schemas.microsoft.com/office/drawing/2014/main" id="{C256630A-C3B1-7341-961D-D92C974065C3}"/>
              </a:ext>
            </a:extLst>
          </p:cNvPr>
          <p:cNvCxnSpPr>
            <a:cxnSpLocks/>
          </p:cNvCxnSpPr>
          <p:nvPr/>
        </p:nvCxnSpPr>
        <p:spPr>
          <a:xfrm>
            <a:off x="591745" y="4499849"/>
            <a:ext cx="6303641" cy="0"/>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023246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70D0FC-9D9A-D05F-2AF5-768C900A78B8}"/>
            </a:ext>
          </a:extLst>
        </p:cNvPr>
        <p:cNvGrpSpPr/>
        <p:nvPr/>
      </p:nvGrpSpPr>
      <p:grpSpPr>
        <a:xfrm>
          <a:off x="0" y="0"/>
          <a:ext cx="0" cy="0"/>
          <a:chOff x="0" y="0"/>
          <a:chExt cx="0" cy="0"/>
        </a:xfrm>
      </p:grpSpPr>
      <p:sp>
        <p:nvSpPr>
          <p:cNvPr id="21" name="Rectangle: Rounded Corners 11">
            <a:extLst>
              <a:ext uri="{FF2B5EF4-FFF2-40B4-BE49-F238E27FC236}">
                <a16:creationId xmlns:a16="http://schemas.microsoft.com/office/drawing/2014/main" id="{6E70D54E-20A1-D4E6-A4D7-222F42CD4A7D}"/>
              </a:ext>
            </a:extLst>
          </p:cNvPr>
          <p:cNvSpPr>
            <a:spLocks noGrp="1"/>
          </p:cNvSpPr>
          <p:nvPr/>
        </p:nvSpPr>
        <p:spPr>
          <a:xfrm>
            <a:off x="685800" y="2419188"/>
            <a:ext cx="3327400" cy="2938004"/>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Rounded Corners 15">
            <a:extLst>
              <a:ext uri="{FF2B5EF4-FFF2-40B4-BE49-F238E27FC236}">
                <a16:creationId xmlns:a16="http://schemas.microsoft.com/office/drawing/2014/main" id="{95B4F0E1-169D-9779-BBD8-DC452E2B2940}"/>
              </a:ext>
            </a:extLst>
          </p:cNvPr>
          <p:cNvSpPr>
            <a:spLocks noGrp="1"/>
          </p:cNvSpPr>
          <p:nvPr/>
        </p:nvSpPr>
        <p:spPr>
          <a:xfrm>
            <a:off x="4432300" y="2419188"/>
            <a:ext cx="3327400" cy="2938004"/>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3" name="Rectangle: Rounded Corners 19">
            <a:extLst>
              <a:ext uri="{FF2B5EF4-FFF2-40B4-BE49-F238E27FC236}">
                <a16:creationId xmlns:a16="http://schemas.microsoft.com/office/drawing/2014/main" id="{3BDD9361-9E1E-041A-71DF-0C2C66967A5B}"/>
              </a:ext>
            </a:extLst>
          </p:cNvPr>
          <p:cNvSpPr>
            <a:spLocks noGrp="1"/>
          </p:cNvSpPr>
          <p:nvPr/>
        </p:nvSpPr>
        <p:spPr>
          <a:xfrm>
            <a:off x="8178800" y="2419188"/>
            <a:ext cx="3327400" cy="2938004"/>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92D94BAD-8C17-CEC9-9E8B-8C9FA318308E}"/>
              </a:ext>
            </a:extLst>
          </p:cNvPr>
          <p:cNvSpPr txBox="1"/>
          <p:nvPr/>
        </p:nvSpPr>
        <p:spPr>
          <a:xfrm>
            <a:off x="793253" y="3672194"/>
            <a:ext cx="3127248" cy="274320"/>
          </a:xfrm>
          <a:prstGeom prst="rect">
            <a:avLst/>
          </a:prstGeom>
          <a:noFill/>
          <a:ln>
            <a:noFill/>
          </a:ln>
        </p:spPr>
        <p:txBody>
          <a:bodyPr wrap="square" lIns="0" tIns="0" rIns="0" bIns="0" anchor="t">
            <a:noAutofit/>
          </a:bodyPr>
          <a:lstStyle/>
          <a:p>
            <a:pPr algn="ctr">
              <a:lnSpc>
                <a:spcPct val="100000"/>
              </a:lnSpc>
              <a:spcAft>
                <a:spcPts val="0"/>
              </a:spcAft>
            </a:pPr>
            <a:r>
              <a:rPr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BUSINESS NEED</a:t>
            </a:r>
          </a:p>
        </p:txBody>
      </p:sp>
      <p:sp>
        <p:nvSpPr>
          <p:cNvPr id="10" name="TextBox 9">
            <a:extLst>
              <a:ext uri="{FF2B5EF4-FFF2-40B4-BE49-F238E27FC236}">
                <a16:creationId xmlns:a16="http://schemas.microsoft.com/office/drawing/2014/main" id="{B459227F-E123-64B2-E3D0-38150F7AD93C}"/>
              </a:ext>
            </a:extLst>
          </p:cNvPr>
          <p:cNvSpPr txBox="1"/>
          <p:nvPr/>
        </p:nvSpPr>
        <p:spPr>
          <a:xfrm>
            <a:off x="793253" y="4215204"/>
            <a:ext cx="3127248" cy="960120"/>
          </a:xfrm>
          <a:prstGeom prst="rect">
            <a:avLst/>
          </a:prstGeom>
          <a:noFill/>
          <a:ln>
            <a:noFill/>
          </a:ln>
        </p:spPr>
        <p:txBody>
          <a:bodyPr wrap="square" lIns="0" tIns="0" rIns="0" bIns="0" anchor="t">
            <a:noAutofit/>
          </a:bodyPr>
          <a:lstStyle/>
          <a:p>
            <a:pPr algn="ctr">
              <a:lnSpc>
                <a:spcPct val="100000"/>
              </a:lnSpc>
              <a:spcAft>
                <a:spcPts val="0"/>
              </a:spcAft>
            </a:pPr>
            <a:r>
              <a:rPr sz="1600" b="0" i="0" dirty="0">
                <a:latin typeface="Open Sans" panose="020B0606030504020204" pitchFamily="34" charset="0"/>
                <a:ea typeface="Open Sans" panose="020B0606030504020204" pitchFamily="34" charset="0"/>
                <a:cs typeface="Open Sans" panose="020B0606030504020204" pitchFamily="34" charset="0"/>
              </a:rPr>
              <a:t>Reduce avoidable review friction and make routine evidence easier to see.</a:t>
            </a:r>
          </a:p>
        </p:txBody>
      </p:sp>
      <p:sp>
        <p:nvSpPr>
          <p:cNvPr id="11" name="TextBox 10">
            <a:extLst>
              <a:ext uri="{FF2B5EF4-FFF2-40B4-BE49-F238E27FC236}">
                <a16:creationId xmlns:a16="http://schemas.microsoft.com/office/drawing/2014/main" id="{8C616C42-A85D-B731-1C93-00CCF5E5E200}"/>
              </a:ext>
            </a:extLst>
          </p:cNvPr>
          <p:cNvSpPr txBox="1"/>
          <p:nvPr/>
        </p:nvSpPr>
        <p:spPr>
          <a:xfrm>
            <a:off x="4532376" y="3672194"/>
            <a:ext cx="3127248" cy="274320"/>
          </a:xfrm>
          <a:prstGeom prst="rect">
            <a:avLst/>
          </a:prstGeom>
          <a:noFill/>
          <a:ln>
            <a:noFill/>
          </a:ln>
        </p:spPr>
        <p:txBody>
          <a:bodyPr wrap="square" lIns="0" tIns="0" rIns="0" bIns="0" anchor="t">
            <a:noAutofit/>
          </a:bodyPr>
          <a:lstStyle/>
          <a:p>
            <a:pPr algn="ctr">
              <a:lnSpc>
                <a:spcPct val="100000"/>
              </a:lnSpc>
              <a:spcAft>
                <a:spcPts val="0"/>
              </a:spcAft>
            </a:pPr>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CHALLENGE</a:t>
            </a:r>
            <a:endParaRPr lang="en-US"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a:extLst>
              <a:ext uri="{FF2B5EF4-FFF2-40B4-BE49-F238E27FC236}">
                <a16:creationId xmlns:a16="http://schemas.microsoft.com/office/drawing/2014/main" id="{5031801E-C419-1BD4-EBE2-271813BC4DC9}"/>
              </a:ext>
            </a:extLst>
          </p:cNvPr>
          <p:cNvSpPr txBox="1"/>
          <p:nvPr/>
        </p:nvSpPr>
        <p:spPr>
          <a:xfrm>
            <a:off x="4532376" y="4215204"/>
            <a:ext cx="3127248" cy="960120"/>
          </a:xfrm>
          <a:prstGeom prst="rect">
            <a:avLst/>
          </a:prstGeom>
          <a:noFill/>
          <a:ln>
            <a:noFill/>
          </a:ln>
        </p:spPr>
        <p:txBody>
          <a:bodyPr wrap="square" lIns="0" tIns="0" rIns="0" bIns="0" anchor="t">
            <a:noAutofit/>
          </a:bodyPr>
          <a:lstStyle/>
          <a:p>
            <a:pPr algn="ctr"/>
            <a:r>
              <a:rPr lang="en-US" sz="1600" dirty="0">
                <a:latin typeface="Open Sans" panose="020B0606030504020204" pitchFamily="34" charset="0"/>
                <a:ea typeface="Open Sans" panose="020B0606030504020204" pitchFamily="34" charset="0"/>
                <a:cs typeface="Open Sans" panose="020B0606030504020204" pitchFamily="34" charset="0"/>
              </a:rPr>
              <a:t>Finding the right evidence is slow- and missing evidence creates risk during review.</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DF7366FA-378C-39D6-E310-212FF390323A}"/>
              </a:ext>
            </a:extLst>
          </p:cNvPr>
          <p:cNvSpPr txBox="1"/>
          <p:nvPr/>
        </p:nvSpPr>
        <p:spPr>
          <a:xfrm>
            <a:off x="8178799" y="3672194"/>
            <a:ext cx="3285501" cy="274320"/>
          </a:xfrm>
          <a:prstGeom prst="rect">
            <a:avLst/>
          </a:prstGeom>
          <a:noFill/>
          <a:ln>
            <a:noFill/>
          </a:ln>
        </p:spPr>
        <p:txBody>
          <a:bodyPr wrap="square" lIns="0" tIns="0" rIns="0" bIns="0" anchor="t">
            <a:noAutofit/>
          </a:bodyPr>
          <a:lstStyle/>
          <a:p>
            <a:pPr algn="ctr">
              <a:lnSpc>
                <a:spcPct val="100000"/>
              </a:lnSpc>
              <a:spcAft>
                <a:spcPts val="0"/>
              </a:spcAft>
            </a:pPr>
            <a:r>
              <a:rPr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HUMAN AUTHORITY</a:t>
            </a:r>
          </a:p>
        </p:txBody>
      </p:sp>
      <p:sp>
        <p:nvSpPr>
          <p:cNvPr id="14" name="TextBox 13">
            <a:extLst>
              <a:ext uri="{FF2B5EF4-FFF2-40B4-BE49-F238E27FC236}">
                <a16:creationId xmlns:a16="http://schemas.microsoft.com/office/drawing/2014/main" id="{5C42B811-1E25-CF8D-6EAE-09F722276040}"/>
              </a:ext>
            </a:extLst>
          </p:cNvPr>
          <p:cNvSpPr txBox="1"/>
          <p:nvPr/>
        </p:nvSpPr>
        <p:spPr>
          <a:xfrm>
            <a:off x="8304756" y="4215204"/>
            <a:ext cx="3093992" cy="960120"/>
          </a:xfrm>
          <a:prstGeom prst="rect">
            <a:avLst/>
          </a:prstGeom>
          <a:noFill/>
          <a:ln>
            <a:noFill/>
          </a:ln>
        </p:spPr>
        <p:txBody>
          <a:bodyPr wrap="square" lIns="0" tIns="0" rIns="0" bIns="0" anchor="t">
            <a:noAutofit/>
          </a:bodyPr>
          <a:lstStyle/>
          <a:p>
            <a:pPr algn="ctr"/>
            <a:r>
              <a:rPr lang="en-US" sz="1600" dirty="0">
                <a:latin typeface="Open Sans" panose="020B0606030504020204" pitchFamily="34" charset="0"/>
                <a:ea typeface="Open Sans" panose="020B0606030504020204" pitchFamily="34" charset="0"/>
                <a:cs typeface="Open Sans" panose="020B0606030504020204" pitchFamily="34" charset="0"/>
              </a:rPr>
              <a:t>Human reviewers need trustworthy AI with citations and retain every approval decision.</a:t>
            </a:r>
            <a:endParaRPr lang="en-US" sz="1600"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itle 16">
            <a:extLst>
              <a:ext uri="{FF2B5EF4-FFF2-40B4-BE49-F238E27FC236}">
                <a16:creationId xmlns:a16="http://schemas.microsoft.com/office/drawing/2014/main" id="{0E944ED5-1733-5227-D7D9-56B77373F5EF}"/>
              </a:ext>
            </a:extLst>
          </p:cNvPr>
          <p:cNvSpPr>
            <a:spLocks noGrp="1"/>
          </p:cNvSpPr>
          <p:nvPr>
            <p:ph type="title"/>
          </p:nvPr>
        </p:nvSpPr>
        <p:spPr>
          <a:xfrm>
            <a:off x="605365" y="539855"/>
            <a:ext cx="10605487" cy="1077218"/>
          </a:xfrm>
        </p:spPr>
        <p:txBody>
          <a:bodyPr wrap="square" lIns="91440" tIns="45720" rIns="91440" bIns="45720" anchor="t">
            <a:spAutoFit/>
          </a:bodyPr>
          <a:lstStyle/>
          <a:p>
            <a:r>
              <a:rPr lang="en-IN" sz="3200" dirty="0">
                <a:ea typeface="+mn-lt"/>
                <a:cs typeface="+mn-lt"/>
              </a:rPr>
              <a:t>Reduce evidence-finding effort while maintaining trust &amp; safety</a:t>
            </a:r>
            <a:endParaRPr lang="en-US" dirty="0"/>
          </a:p>
        </p:txBody>
      </p:sp>
      <p:sp>
        <p:nvSpPr>
          <p:cNvPr id="18" name="TextBox 17">
            <a:extLst>
              <a:ext uri="{FF2B5EF4-FFF2-40B4-BE49-F238E27FC236}">
                <a16:creationId xmlns:a16="http://schemas.microsoft.com/office/drawing/2014/main" id="{616B4F9B-6472-7ADC-4008-C5FD6276B1ED}"/>
              </a:ext>
            </a:extLst>
          </p:cNvPr>
          <p:cNvSpPr txBox="1"/>
          <p:nvPr/>
        </p:nvSpPr>
        <p:spPr>
          <a:xfrm>
            <a:off x="718097" y="1694917"/>
            <a:ext cx="10789920" cy="467820"/>
          </a:xfrm>
          <a:prstGeom prst="rect">
            <a:avLst/>
          </a:prstGeom>
          <a:noFill/>
        </p:spPr>
        <p:txBody>
          <a:bodyPr wrap="square" lIns="18288" tIns="18288" rIns="18288" bIns="18288" anchor="t">
            <a:spAutoFit/>
          </a:bodyPr>
          <a:lstStyle/>
          <a:p>
            <a:r>
              <a:rPr lang="en-IN" sz="1400" dirty="0">
                <a:ea typeface="+mn-lt"/>
                <a:cs typeface="+mn-lt"/>
              </a:rPr>
              <a:t>Healthcare teams face prior-authorization info overload; reviewers sift policies for evidence and handoffs, risking delays and errors without cited support.</a:t>
            </a:r>
            <a:endParaRPr lang="en-US" dirty="0">
              <a:ea typeface="+mn-lt"/>
              <a:cs typeface="+mn-lt"/>
            </a:endParaRPr>
          </a:p>
        </p:txBody>
      </p:sp>
      <p:sp>
        <p:nvSpPr>
          <p:cNvPr id="19" name="Shape 1">
            <a:extLst>
              <a:ext uri="{FF2B5EF4-FFF2-40B4-BE49-F238E27FC236}">
                <a16:creationId xmlns:a16="http://schemas.microsoft.com/office/drawing/2014/main" id="{ADBC663A-D108-2F3B-E933-B99EF69177F8}"/>
              </a:ext>
            </a:extLst>
          </p:cNvPr>
          <p:cNvSpPr/>
          <p:nvPr/>
        </p:nvSpPr>
        <p:spPr>
          <a:xfrm>
            <a:off x="683983" y="1609068"/>
            <a:ext cx="10824035" cy="0"/>
          </a:xfrm>
          <a:prstGeom prst="line">
            <a:avLst/>
          </a:prstGeom>
          <a:noFill/>
          <a:ln w="9525">
            <a:solidFill>
              <a:srgbClr val="F2F2F2"/>
            </a:solidFill>
            <a:prstDash val="solid"/>
          </a:ln>
        </p:spPr>
        <p:txBody>
          <a:bodyPr/>
          <a:lstStyle/>
          <a:p>
            <a:endParaRPr lang="en-US" sz="3187">
              <a:latin typeface="Open Sans" pitchFamily="2" charset="0"/>
              <a:ea typeface="Open Sans" pitchFamily="2" charset="0"/>
              <a:cs typeface="Open Sans" pitchFamily="2" charset="0"/>
            </a:endParaRPr>
          </a:p>
        </p:txBody>
      </p:sp>
      <p:sp>
        <p:nvSpPr>
          <p:cNvPr id="20" name="Rectangle 19">
            <a:extLst>
              <a:ext uri="{FF2B5EF4-FFF2-40B4-BE49-F238E27FC236}">
                <a16:creationId xmlns:a16="http://schemas.microsoft.com/office/drawing/2014/main" id="{ADC2278F-8743-99AD-DEF9-2904C9F5CC94}"/>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PROJECT IN ONE LINE</a:t>
            </a:r>
          </a:p>
        </p:txBody>
      </p:sp>
      <p:sp>
        <p:nvSpPr>
          <p:cNvPr id="24" name="Google Shape;876;p100">
            <a:extLst>
              <a:ext uri="{FF2B5EF4-FFF2-40B4-BE49-F238E27FC236}">
                <a16:creationId xmlns:a16="http://schemas.microsoft.com/office/drawing/2014/main" id="{8CD5EF78-2911-A7B5-8490-43C4E9DD07FA}"/>
              </a:ext>
            </a:extLst>
          </p:cNvPr>
          <p:cNvSpPr/>
          <p:nvPr/>
        </p:nvSpPr>
        <p:spPr>
          <a:xfrm>
            <a:off x="683984" y="5665531"/>
            <a:ext cx="10824034" cy="493776"/>
          </a:xfrm>
          <a:prstGeom prst="roundRect">
            <a:avLst>
              <a:gd name="adj" fmla="val 16667"/>
            </a:avLst>
          </a:prstGeom>
          <a:solidFill>
            <a:srgbClr val="F1F1F1"/>
          </a:solidFill>
          <a:ln w="9525" cap="flat" cmpd="sng">
            <a:solidFill>
              <a:srgbClr val="F1F1F1"/>
            </a:solidFill>
            <a:prstDash val="solid"/>
            <a:miter lim="8000"/>
            <a:headEnd type="none" w="sm" len="sm"/>
            <a:tailEnd type="none" w="sm" len="sm"/>
          </a:ln>
        </p:spPr>
        <p:txBody>
          <a:bodyPr spcFirstLastPara="1" wrap="square" lIns="109725" tIns="18275" rIns="109725" bIns="18275" anchor="ctr" anchorCtr="0">
            <a:noAutofit/>
          </a:bodyPr>
          <a:lstStyle/>
          <a:p>
            <a:pPr algn="ctr"/>
            <a:r>
              <a:rPr lang="en-IN" sz="1400" b="1" dirty="0">
                <a:solidFill>
                  <a:schemeClr val="accent2"/>
                </a:solidFill>
                <a:latin typeface="Open Sans"/>
                <a:ea typeface="Open Sans"/>
                <a:cs typeface="Open Sans"/>
              </a:rPr>
              <a:t>Simple FDE rule: </a:t>
            </a:r>
            <a:r>
              <a:rPr lang="en-IN" sz="1400" dirty="0">
                <a:ea typeface="+mn-lt"/>
                <a:cs typeface="+mn-lt"/>
              </a:rPr>
              <a:t>AI can inform with evidence; humans retain every decision.</a:t>
            </a:r>
            <a:endParaRPr lang="en-IN" sz="1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3" name="Graphic 2">
            <a:extLst>
              <a:ext uri="{FF2B5EF4-FFF2-40B4-BE49-F238E27FC236}">
                <a16:creationId xmlns:a16="http://schemas.microsoft.com/office/drawing/2014/main" id="{D94E4663-3027-65B4-A94A-295498CAA3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96661" y="2678282"/>
            <a:ext cx="705678" cy="705678"/>
          </a:xfrm>
          <a:prstGeom prst="rect">
            <a:avLst/>
          </a:prstGeom>
        </p:spPr>
      </p:pic>
      <p:pic>
        <p:nvPicPr>
          <p:cNvPr id="5" name="Graphic 4">
            <a:extLst>
              <a:ext uri="{FF2B5EF4-FFF2-40B4-BE49-F238E27FC236}">
                <a16:creationId xmlns:a16="http://schemas.microsoft.com/office/drawing/2014/main" id="{682FF70F-4A36-9C51-B42B-D1DFDD68AD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60801" y="2658583"/>
            <a:ext cx="670397" cy="670397"/>
          </a:xfrm>
          <a:prstGeom prst="rect">
            <a:avLst/>
          </a:prstGeom>
        </p:spPr>
      </p:pic>
      <p:pic>
        <p:nvPicPr>
          <p:cNvPr id="7" name="Graphic 6">
            <a:extLst>
              <a:ext uri="{FF2B5EF4-FFF2-40B4-BE49-F238E27FC236}">
                <a16:creationId xmlns:a16="http://schemas.microsoft.com/office/drawing/2014/main" id="{AD46AEF3-67A6-314A-1F74-994D01D9B4F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86766" y="2628795"/>
            <a:ext cx="729971" cy="729971"/>
          </a:xfrm>
          <a:prstGeom prst="rect">
            <a:avLst/>
          </a:prstGeom>
        </p:spPr>
      </p:pic>
    </p:spTree>
    <p:custDataLst>
      <p:tags r:id="rId1"/>
    </p:custDataLst>
    <p:extLst>
      <p:ext uri="{BB962C8B-B14F-4D97-AF65-F5344CB8AC3E}">
        <p14:creationId xmlns:p14="http://schemas.microsoft.com/office/powerpoint/2010/main" val="2325229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03414C-80EE-C01C-7A33-422FF1E624A6}"/>
            </a:ext>
          </a:extLst>
        </p:cNvPr>
        <p:cNvGrpSpPr/>
        <p:nvPr/>
      </p:nvGrpSpPr>
      <p:grpSpPr>
        <a:xfrm>
          <a:off x="0" y="0"/>
          <a:ext cx="0" cy="0"/>
          <a:chOff x="0" y="0"/>
          <a:chExt cx="0" cy="0"/>
        </a:xfrm>
      </p:grpSpPr>
      <p:sp>
        <p:nvSpPr>
          <p:cNvPr id="20" name="Rounded Rectangle 19">
            <a:extLst>
              <a:ext uri="{FF2B5EF4-FFF2-40B4-BE49-F238E27FC236}">
                <a16:creationId xmlns:a16="http://schemas.microsoft.com/office/drawing/2014/main" id="{9E7A62E0-676A-8A8D-5D53-602768371A00}"/>
              </a:ext>
            </a:extLst>
          </p:cNvPr>
          <p:cNvSpPr/>
          <p:nvPr/>
        </p:nvSpPr>
        <p:spPr>
          <a:xfrm>
            <a:off x="632497" y="1799846"/>
            <a:ext cx="2980554" cy="3732750"/>
          </a:xfrm>
          <a:prstGeom prst="roundRect">
            <a:avLst>
              <a:gd name="adj" fmla="val 338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1" name="Rounded Rectangle 20">
            <a:extLst>
              <a:ext uri="{FF2B5EF4-FFF2-40B4-BE49-F238E27FC236}">
                <a16:creationId xmlns:a16="http://schemas.microsoft.com/office/drawing/2014/main" id="{35040C8F-61A6-AC46-93BB-C2BF2201B296}"/>
              </a:ext>
            </a:extLst>
          </p:cNvPr>
          <p:cNvSpPr/>
          <p:nvPr/>
        </p:nvSpPr>
        <p:spPr>
          <a:xfrm>
            <a:off x="3737654" y="1799845"/>
            <a:ext cx="3435202" cy="3732756"/>
          </a:xfrm>
          <a:prstGeom prst="roundRect">
            <a:avLst>
              <a:gd name="adj" fmla="val 34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a:extLst>
              <a:ext uri="{FF2B5EF4-FFF2-40B4-BE49-F238E27FC236}">
                <a16:creationId xmlns:a16="http://schemas.microsoft.com/office/drawing/2014/main" id="{3ACD7043-4C28-D76F-7E60-820B58FF6E58}"/>
              </a:ext>
            </a:extLst>
          </p:cNvPr>
          <p:cNvSpPr txBox="1"/>
          <p:nvPr/>
        </p:nvSpPr>
        <p:spPr>
          <a:xfrm>
            <a:off x="813410" y="2084794"/>
            <a:ext cx="2834640" cy="274320"/>
          </a:xfrm>
          <a:prstGeom prst="rect">
            <a:avLst/>
          </a:prstGeom>
          <a:noFill/>
          <a:ln>
            <a:noFill/>
          </a:ln>
        </p:spPr>
        <p:txBody>
          <a:bodyPr wrap="square" lIns="0" tIns="0" rIns="0" bIns="0" anchor="t">
            <a:noAutofit/>
          </a:bodyPr>
          <a:lstStyle/>
          <a:p>
            <a:pPr algn="l">
              <a:lnSpc>
                <a:spcPct val="100000"/>
              </a:lnSpc>
              <a:spcAft>
                <a:spcPts val="0"/>
              </a:spcAft>
            </a:pPr>
            <a:r>
              <a:rPr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Mini Project 1</a:t>
            </a:r>
          </a:p>
        </p:txBody>
      </p:sp>
      <p:sp>
        <p:nvSpPr>
          <p:cNvPr id="15" name="TextBox 14">
            <a:extLst>
              <a:ext uri="{FF2B5EF4-FFF2-40B4-BE49-F238E27FC236}">
                <a16:creationId xmlns:a16="http://schemas.microsoft.com/office/drawing/2014/main" id="{41B20F10-159E-7061-D985-DD0CAF543FFA}"/>
              </a:ext>
            </a:extLst>
          </p:cNvPr>
          <p:cNvSpPr txBox="1"/>
          <p:nvPr/>
        </p:nvSpPr>
        <p:spPr>
          <a:xfrm>
            <a:off x="3907595" y="2077380"/>
            <a:ext cx="2709837" cy="289148"/>
          </a:xfrm>
          <a:prstGeom prst="rect">
            <a:avLst/>
          </a:prstGeom>
          <a:noFill/>
          <a:ln>
            <a:noFill/>
          </a:ln>
        </p:spPr>
        <p:txBody>
          <a:bodyPr wrap="square" lIns="0" tIns="0" rIns="0" bIns="0" anchor="t">
            <a:noAutofit/>
          </a:bodyPr>
          <a:lstStyle/>
          <a:p>
            <a:pPr algn="l">
              <a:lnSpc>
                <a:spcPct val="100000"/>
              </a:lnSpc>
              <a:spcAft>
                <a:spcPts val="0"/>
              </a:spcAft>
            </a:pPr>
            <a:r>
              <a:rPr sz="1800" b="1" i="0" dirty="0">
                <a:solidFill>
                  <a:schemeClr val="accent2"/>
                </a:solidFill>
                <a:latin typeface="Open Sans"/>
                <a:ea typeface="Open Sans"/>
                <a:cs typeface="Open Sans"/>
              </a:rPr>
              <a:t>Mini Project 2 </a:t>
            </a:r>
          </a:p>
        </p:txBody>
      </p:sp>
      <p:sp>
        <p:nvSpPr>
          <p:cNvPr id="16" name="TextBox 15">
            <a:extLst>
              <a:ext uri="{FF2B5EF4-FFF2-40B4-BE49-F238E27FC236}">
                <a16:creationId xmlns:a16="http://schemas.microsoft.com/office/drawing/2014/main" id="{EC13FCBB-25F7-B05D-024D-8968DC8416F1}"/>
              </a:ext>
            </a:extLst>
          </p:cNvPr>
          <p:cNvSpPr txBox="1"/>
          <p:nvPr/>
        </p:nvSpPr>
        <p:spPr>
          <a:xfrm>
            <a:off x="3907595" y="2563452"/>
            <a:ext cx="2923609" cy="2844937"/>
          </a:xfrm>
          <a:prstGeom prst="rect">
            <a:avLst/>
          </a:prstGeom>
          <a:noFill/>
          <a:ln>
            <a:noFill/>
          </a:ln>
        </p:spPr>
        <p:txBody>
          <a:bodyPr wrap="square" lIns="18288" tIns="18288" rIns="18288" bIns="18288" anchor="t">
            <a:noAutofit/>
          </a:bodyPr>
          <a:lstStyle/>
          <a:p>
            <a:pPr>
              <a:spcAft>
                <a:spcPts val="1300"/>
              </a:spcAft>
            </a:pPr>
            <a:r>
              <a:rPr sz="1600" b="1" dirty="0">
                <a:latin typeface="Open Sans"/>
                <a:ea typeface="Open Sans"/>
                <a:cs typeface="Open Sans"/>
              </a:rPr>
              <a:t>Policy gates  </a:t>
            </a:r>
            <a:br>
              <a:rPr lang="en-US" sz="1600" b="1" dirty="0">
                <a:latin typeface="Open Sans"/>
                <a:ea typeface="Open Sans"/>
                <a:cs typeface="Open Sans"/>
              </a:rPr>
            </a:br>
            <a:r>
              <a:rPr sz="1600" dirty="0">
                <a:latin typeface="Open Sans"/>
                <a:ea typeface="Open Sans"/>
                <a:cs typeface="Open Sans"/>
              </a:rPr>
              <a:t>Stop invalid, incomplete, urgent, or out-of-scope paths.</a:t>
            </a:r>
          </a:p>
          <a:p>
            <a:pPr>
              <a:spcAft>
                <a:spcPts val="1300"/>
              </a:spcAft>
            </a:pPr>
            <a:r>
              <a:rPr sz="1600" b="1" dirty="0">
                <a:latin typeface="Open Sans"/>
                <a:ea typeface="Open Sans"/>
                <a:cs typeface="Open Sans"/>
              </a:rPr>
              <a:t>Model signal  </a:t>
            </a:r>
            <a:br>
              <a:rPr lang="en-US" sz="1600" b="1" dirty="0">
                <a:latin typeface="Open Sans"/>
                <a:ea typeface="Open Sans"/>
                <a:cs typeface="Open Sans"/>
              </a:rPr>
            </a:br>
            <a:r>
              <a:rPr sz="1600" dirty="0">
                <a:latin typeface="Open Sans"/>
                <a:ea typeface="Open Sans"/>
                <a:cs typeface="Open Sans"/>
              </a:rPr>
              <a:t>Run for eligible</a:t>
            </a:r>
            <a:r>
              <a:rPr lang="en-US" sz="1600" dirty="0">
                <a:latin typeface="Open Sans"/>
                <a:ea typeface="Open Sans"/>
                <a:cs typeface="Open Sans"/>
              </a:rPr>
              <a:t> </a:t>
            </a:r>
            <a:r>
              <a:rPr sz="1600" dirty="0">
                <a:latin typeface="Open Sans"/>
                <a:ea typeface="Open Sans"/>
                <a:cs typeface="Open Sans"/>
              </a:rPr>
              <a:t>requests.</a:t>
            </a:r>
          </a:p>
          <a:p>
            <a:pPr>
              <a:spcAft>
                <a:spcPts val="1300"/>
              </a:spcAft>
            </a:pPr>
            <a:r>
              <a:rPr sz="1600" b="1" dirty="0">
                <a:latin typeface="Open Sans"/>
                <a:ea typeface="Open Sans"/>
                <a:cs typeface="Open Sans"/>
              </a:rPr>
              <a:t>Named service state  </a:t>
            </a:r>
            <a:br>
              <a:rPr lang="en-US" sz="1600" b="1" dirty="0">
                <a:latin typeface="Open Sans"/>
                <a:ea typeface="Open Sans"/>
                <a:cs typeface="Open Sans"/>
              </a:rPr>
            </a:br>
            <a:r>
              <a:rPr sz="1600" dirty="0">
                <a:latin typeface="Open Sans"/>
                <a:ea typeface="Open Sans"/>
                <a:cs typeface="Open Sans"/>
              </a:rPr>
              <a:t>Tell callers what </a:t>
            </a:r>
            <a:r>
              <a:rPr lang="en-US" sz="1600" dirty="0">
                <a:latin typeface="Open Sans"/>
                <a:ea typeface="Open Sans"/>
                <a:cs typeface="Open Sans"/>
              </a:rPr>
              <a:t>to do next</a:t>
            </a:r>
            <a:r>
              <a:rPr sz="1600" dirty="0">
                <a:latin typeface="Open Sans"/>
                <a:ea typeface="Open Sans"/>
                <a:cs typeface="Open Sans"/>
              </a:rPr>
              <a:t>.</a:t>
            </a:r>
          </a:p>
          <a:p>
            <a:pPr>
              <a:spcAft>
                <a:spcPts val="1300"/>
              </a:spcAft>
            </a:pPr>
            <a:r>
              <a:rPr sz="1600" b="1" dirty="0">
                <a:latin typeface="Open Sans"/>
                <a:ea typeface="Open Sans"/>
                <a:cs typeface="Open Sans"/>
              </a:rPr>
              <a:t>Qualified reviewer  </a:t>
            </a:r>
            <a:br>
              <a:rPr lang="en-US" sz="1600" b="1" dirty="0">
                <a:latin typeface="Open Sans"/>
                <a:ea typeface="Open Sans"/>
                <a:cs typeface="Open Sans"/>
              </a:rPr>
            </a:br>
            <a:r>
              <a:rPr sz="1600" dirty="0">
                <a:latin typeface="Open Sans"/>
                <a:ea typeface="Open Sans"/>
                <a:cs typeface="Open Sans"/>
              </a:rPr>
              <a:t>Retains decision authority.</a:t>
            </a:r>
          </a:p>
        </p:txBody>
      </p:sp>
      <p:sp>
        <p:nvSpPr>
          <p:cNvPr id="19" name="Google Shape;876;p100">
            <a:extLst>
              <a:ext uri="{FF2B5EF4-FFF2-40B4-BE49-F238E27FC236}">
                <a16:creationId xmlns:a16="http://schemas.microsoft.com/office/drawing/2014/main" id="{596A959A-3303-BF86-4E11-E1599E586C86}"/>
              </a:ext>
            </a:extLst>
          </p:cNvPr>
          <p:cNvSpPr/>
          <p:nvPr/>
        </p:nvSpPr>
        <p:spPr>
          <a:xfrm>
            <a:off x="605365" y="5834346"/>
            <a:ext cx="10824034" cy="493776"/>
          </a:xfrm>
          <a:prstGeom prst="roundRect">
            <a:avLst>
              <a:gd name="adj" fmla="val 16667"/>
            </a:avLst>
          </a:prstGeom>
          <a:solidFill>
            <a:srgbClr val="F1F1F1"/>
          </a:solidFill>
          <a:ln w="9525" cap="flat" cmpd="sng">
            <a:solidFill>
              <a:srgbClr val="F1F1F1"/>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A downstream model never erases the upstream safety contract.</a:t>
            </a:r>
          </a:p>
        </p:txBody>
      </p:sp>
      <p:sp>
        <p:nvSpPr>
          <p:cNvPr id="23" name="Rectangle 22">
            <a:extLst>
              <a:ext uri="{FF2B5EF4-FFF2-40B4-BE49-F238E27FC236}">
                <a16:creationId xmlns:a16="http://schemas.microsoft.com/office/drawing/2014/main" id="{F3FFFC02-D07A-2BBB-467D-C3A762AD5D8D}"/>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CONTINUITY</a:t>
            </a:r>
          </a:p>
        </p:txBody>
      </p:sp>
      <p:sp>
        <p:nvSpPr>
          <p:cNvPr id="2" name="Rounded Rectangle 20">
            <a:extLst>
              <a:ext uri="{FF2B5EF4-FFF2-40B4-BE49-F238E27FC236}">
                <a16:creationId xmlns:a16="http://schemas.microsoft.com/office/drawing/2014/main" id="{3C277D06-2BC9-360A-06DB-7363936ED787}"/>
              </a:ext>
            </a:extLst>
          </p:cNvPr>
          <p:cNvSpPr/>
          <p:nvPr/>
        </p:nvSpPr>
        <p:spPr>
          <a:xfrm>
            <a:off x="7290221" y="1799845"/>
            <a:ext cx="4269283" cy="3732750"/>
          </a:xfrm>
          <a:prstGeom prst="roundRect">
            <a:avLst>
              <a:gd name="adj" fmla="val 2528"/>
            </a:avLst>
          </a:prstGeom>
          <a:solidFill>
            <a:schemeClr val="accent5">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 name="TextBox 3">
            <a:extLst>
              <a:ext uri="{FF2B5EF4-FFF2-40B4-BE49-F238E27FC236}">
                <a16:creationId xmlns:a16="http://schemas.microsoft.com/office/drawing/2014/main" id="{68093588-FFA7-69A8-E744-68E8D6A31DDB}"/>
              </a:ext>
            </a:extLst>
          </p:cNvPr>
          <p:cNvSpPr txBox="1"/>
          <p:nvPr/>
        </p:nvSpPr>
        <p:spPr>
          <a:xfrm>
            <a:off x="7467600" y="2563452"/>
            <a:ext cx="3984230" cy="2844937"/>
          </a:xfrm>
          <a:prstGeom prst="rect">
            <a:avLst/>
          </a:prstGeom>
          <a:noFill/>
          <a:ln>
            <a:noFill/>
          </a:ln>
        </p:spPr>
        <p:txBody>
          <a:bodyPr wrap="square" lIns="18288" tIns="18288" rIns="18288" bIns="18288" anchor="t">
            <a:noAutofit/>
          </a:bodyPr>
          <a:lstStyle/>
          <a:p>
            <a:pPr>
              <a:spcAft>
                <a:spcPts val="1300"/>
              </a:spcAft>
            </a:pPr>
            <a:r>
              <a:rPr lang="en-US" sz="1600" b="1" dirty="0">
                <a:latin typeface="Open Sans"/>
                <a:ea typeface="Open Sans"/>
                <a:cs typeface="Open Sans"/>
              </a:rPr>
              <a:t>Produces</a:t>
            </a:r>
            <a:r>
              <a:rPr sz="1600" b="1" dirty="0">
                <a:latin typeface="Open Sans"/>
                <a:ea typeface="Open Sans"/>
                <a:cs typeface="Open Sans"/>
              </a:rPr>
              <a:t>  </a:t>
            </a:r>
            <a:br>
              <a:rPr lang="en-US" sz="1600" b="1" dirty="0">
                <a:latin typeface="Open Sans"/>
                <a:ea typeface="Open Sans"/>
                <a:cs typeface="Open Sans"/>
              </a:rPr>
            </a:br>
            <a:r>
              <a:rPr lang="en-US" sz="1600" dirty="0" err="1">
                <a:ea typeface="+mn-lt"/>
                <a:cs typeface="+mn-lt"/>
              </a:rPr>
              <a:t>HandoffReady</a:t>
            </a:r>
            <a:r>
              <a:rPr lang="en-US" sz="1600" dirty="0">
                <a:ea typeface="+mn-lt"/>
                <a:cs typeface="+mn-lt"/>
              </a:rPr>
              <a:t> ≠ sent/approved/decided</a:t>
            </a:r>
            <a:endParaRPr sz="1600" dirty="0">
              <a:latin typeface="Open Sans"/>
              <a:ea typeface="Open Sans"/>
              <a:cs typeface="Open Sans"/>
            </a:endParaRPr>
          </a:p>
          <a:p>
            <a:pPr>
              <a:spcAft>
                <a:spcPts val="1300"/>
              </a:spcAft>
            </a:pPr>
            <a:r>
              <a:rPr lang="en-US" sz="1600" b="1" dirty="0">
                <a:latin typeface="Open Sans"/>
                <a:ea typeface="Open Sans"/>
                <a:cs typeface="Open Sans"/>
              </a:rPr>
              <a:t>Safety boundary</a:t>
            </a:r>
            <a:r>
              <a:rPr sz="1600" b="1" dirty="0">
                <a:latin typeface="Open Sans"/>
                <a:ea typeface="Open Sans"/>
                <a:cs typeface="Open Sans"/>
              </a:rPr>
              <a:t>  </a:t>
            </a:r>
            <a:br>
              <a:rPr lang="en-US" sz="1600" b="1" dirty="0">
                <a:latin typeface="Open Sans"/>
                <a:ea typeface="Open Sans"/>
                <a:cs typeface="Open Sans"/>
              </a:rPr>
            </a:br>
            <a:r>
              <a:rPr lang="en-US" sz="1600" dirty="0">
                <a:ea typeface="+mn-lt"/>
                <a:cs typeface="+mn-lt"/>
              </a:rPr>
              <a:t>Retrieved text is evidence only</a:t>
            </a:r>
          </a:p>
          <a:p>
            <a:pPr>
              <a:spcAft>
                <a:spcPts val="1300"/>
              </a:spcAft>
            </a:pPr>
            <a:r>
              <a:rPr lang="en-US" sz="1600" b="1" dirty="0">
                <a:latin typeface="Open Sans"/>
                <a:ea typeface="Open Sans"/>
                <a:cs typeface="Open Sans"/>
              </a:rPr>
              <a:t>Tests to prove  </a:t>
            </a:r>
            <a:r>
              <a:rPr sz="1600" b="1" dirty="0">
                <a:latin typeface="Open Sans"/>
                <a:ea typeface="Open Sans"/>
                <a:cs typeface="Open Sans"/>
              </a:rPr>
              <a:t> </a:t>
            </a:r>
            <a:br>
              <a:rPr lang="en-US" sz="1600" b="1" dirty="0">
                <a:latin typeface="Open Sans"/>
                <a:ea typeface="Open Sans"/>
                <a:cs typeface="Open Sans"/>
              </a:rPr>
            </a:br>
            <a:r>
              <a:rPr lang="en-US" sz="1600" dirty="0">
                <a:ea typeface="+mn-lt"/>
                <a:cs typeface="+mn-lt"/>
              </a:rPr>
              <a:t>Focused implementation tests </a:t>
            </a:r>
            <a:endParaRPr lang="en-US" sz="1600" dirty="0">
              <a:latin typeface="Open Sans"/>
              <a:ea typeface="Open Sans"/>
              <a:cs typeface="Open Sans"/>
            </a:endParaRPr>
          </a:p>
          <a:p>
            <a:pPr>
              <a:spcAft>
                <a:spcPts val="1300"/>
              </a:spcAft>
            </a:pPr>
            <a:r>
              <a:rPr sz="1600" b="1" dirty="0">
                <a:latin typeface="Open Sans"/>
                <a:ea typeface="Open Sans"/>
                <a:cs typeface="Open Sans"/>
              </a:rPr>
              <a:t>Qualified reviewer  </a:t>
            </a:r>
            <a:br>
              <a:rPr lang="en-US" sz="1600" b="1" dirty="0">
                <a:latin typeface="Open Sans"/>
                <a:ea typeface="Open Sans"/>
                <a:cs typeface="Open Sans"/>
              </a:rPr>
            </a:br>
            <a:r>
              <a:rPr sz="1600" dirty="0">
                <a:latin typeface="Open Sans"/>
                <a:ea typeface="Open Sans"/>
                <a:cs typeface="Open Sans"/>
              </a:rPr>
              <a:t>Retains decision authority.</a:t>
            </a:r>
          </a:p>
        </p:txBody>
      </p:sp>
      <p:sp>
        <p:nvSpPr>
          <p:cNvPr id="5" name="TextBox 4">
            <a:extLst>
              <a:ext uri="{FF2B5EF4-FFF2-40B4-BE49-F238E27FC236}">
                <a16:creationId xmlns:a16="http://schemas.microsoft.com/office/drawing/2014/main" id="{6B08E9A6-BD13-792C-EF88-80F28233D6DE}"/>
              </a:ext>
            </a:extLst>
          </p:cNvPr>
          <p:cNvSpPr txBox="1"/>
          <p:nvPr/>
        </p:nvSpPr>
        <p:spPr>
          <a:xfrm>
            <a:off x="7467600" y="2077380"/>
            <a:ext cx="2709837" cy="289148"/>
          </a:xfrm>
          <a:prstGeom prst="rect">
            <a:avLst/>
          </a:prstGeom>
          <a:noFill/>
          <a:ln>
            <a:noFill/>
          </a:ln>
        </p:spPr>
        <p:txBody>
          <a:bodyPr wrap="square" lIns="0" tIns="0" rIns="0" bIns="0" anchor="t">
            <a:noAutofit/>
          </a:bodyPr>
          <a:lstStyle/>
          <a:p>
            <a:r>
              <a:rPr sz="1800" b="1" i="0" dirty="0">
                <a:solidFill>
                  <a:schemeClr val="accent2"/>
                </a:solidFill>
                <a:latin typeface="Open Sans"/>
                <a:ea typeface="Open Sans"/>
                <a:cs typeface="Open Sans"/>
              </a:rPr>
              <a:t>Mini Project </a:t>
            </a:r>
            <a:r>
              <a:rPr lang="en-US" sz="1800" b="1" dirty="0">
                <a:solidFill>
                  <a:schemeClr val="accent2"/>
                </a:solidFill>
                <a:latin typeface="Open Sans"/>
                <a:ea typeface="Open Sans"/>
                <a:cs typeface="Open Sans"/>
              </a:rPr>
              <a:t>3 </a:t>
            </a:r>
            <a:endParaRPr sz="1800" b="1" i="0" dirty="0">
              <a:solidFill>
                <a:schemeClr val="accent2"/>
              </a:solidFill>
              <a:latin typeface="Open Sans"/>
              <a:ea typeface="Open Sans"/>
              <a:cs typeface="Open Sans"/>
            </a:endParaRPr>
          </a:p>
        </p:txBody>
      </p:sp>
      <p:sp>
        <p:nvSpPr>
          <p:cNvPr id="3" name="Title 16">
            <a:extLst>
              <a:ext uri="{FF2B5EF4-FFF2-40B4-BE49-F238E27FC236}">
                <a16:creationId xmlns:a16="http://schemas.microsoft.com/office/drawing/2014/main" id="{95AACC09-C44A-FA1C-C9C5-2C2CDF81E72F}"/>
              </a:ext>
            </a:extLst>
          </p:cNvPr>
          <p:cNvSpPr txBox="1">
            <a:spLocks/>
          </p:cNvSpPr>
          <p:nvPr/>
        </p:nvSpPr>
        <p:spPr>
          <a:xfrm>
            <a:off x="605365" y="539855"/>
            <a:ext cx="10605487" cy="1077218"/>
          </a:xfrm>
          <a:prstGeom prst="rect">
            <a:avLst/>
          </a:prstGeom>
        </p:spPr>
        <p:txBody>
          <a:bodyPr wrap="square" lIns="91440" tIns="45720" rIns="91440" bIns="45720" anchor="t">
            <a:spAutoFit/>
          </a:bodyPr>
          <a:lstStyle>
            <a:lvl1pPr algn="l" defTabSz="914377"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sz="3200" dirty="0">
                <a:ea typeface="Open Sans"/>
                <a:cs typeface="Open Sans"/>
              </a:rPr>
              <a:t>Mini Project 1 &amp; 2</a:t>
            </a:r>
            <a:br>
              <a:rPr lang="en-IN" sz="3200" dirty="0">
                <a:ea typeface="Open Sans"/>
                <a:cs typeface="Open Sans"/>
              </a:rPr>
            </a:br>
            <a:r>
              <a:rPr lang="en-IN" sz="3200" dirty="0">
                <a:ea typeface="Open Sans"/>
                <a:cs typeface="Open Sans"/>
              </a:rPr>
              <a:t>Evidence and safety contract remains enforced </a:t>
            </a:r>
            <a:endParaRPr lang="en-US" dirty="0"/>
          </a:p>
        </p:txBody>
      </p:sp>
      <p:sp>
        <p:nvSpPr>
          <p:cNvPr id="17" name="Shape 1">
            <a:extLst>
              <a:ext uri="{FF2B5EF4-FFF2-40B4-BE49-F238E27FC236}">
                <a16:creationId xmlns:a16="http://schemas.microsoft.com/office/drawing/2014/main" id="{B23A11BF-43E7-6BE7-22E2-A7F6E86A7233}"/>
              </a:ext>
            </a:extLst>
          </p:cNvPr>
          <p:cNvSpPr/>
          <p:nvPr/>
        </p:nvSpPr>
        <p:spPr>
          <a:xfrm>
            <a:off x="683983" y="1609068"/>
            <a:ext cx="10824035" cy="0"/>
          </a:xfrm>
          <a:prstGeom prst="line">
            <a:avLst/>
          </a:prstGeom>
          <a:noFill/>
          <a:ln w="9525">
            <a:solidFill>
              <a:srgbClr val="F2F2F2"/>
            </a:solidFill>
            <a:prstDash val="solid"/>
          </a:ln>
        </p:spPr>
        <p:txBody>
          <a:bodyPr/>
          <a:lstStyle/>
          <a:p>
            <a:endParaRPr lang="en-US" sz="3187">
              <a:latin typeface="Open Sans" pitchFamily="2" charset="0"/>
              <a:ea typeface="Open Sans" pitchFamily="2" charset="0"/>
              <a:cs typeface="Open Sans" pitchFamily="2" charset="0"/>
            </a:endParaRPr>
          </a:p>
        </p:txBody>
      </p:sp>
      <p:sp>
        <p:nvSpPr>
          <p:cNvPr id="27" name="TextBox 26">
            <a:extLst>
              <a:ext uri="{FF2B5EF4-FFF2-40B4-BE49-F238E27FC236}">
                <a16:creationId xmlns:a16="http://schemas.microsoft.com/office/drawing/2014/main" id="{4F1A5A90-9FDD-3275-2F59-CED3296B6A49}"/>
              </a:ext>
            </a:extLst>
          </p:cNvPr>
          <p:cNvSpPr txBox="1"/>
          <p:nvPr/>
        </p:nvSpPr>
        <p:spPr>
          <a:xfrm>
            <a:off x="806807" y="2563452"/>
            <a:ext cx="2834641" cy="2844937"/>
          </a:xfrm>
          <a:prstGeom prst="rect">
            <a:avLst/>
          </a:prstGeom>
          <a:noFill/>
          <a:ln>
            <a:noFill/>
          </a:ln>
        </p:spPr>
        <p:txBody>
          <a:bodyPr wrap="square" lIns="18288" tIns="18288" rIns="18288" bIns="18288" anchor="t">
            <a:noAutofit/>
          </a:bodyPr>
          <a:lstStyle/>
          <a:p>
            <a:pPr>
              <a:spcAft>
                <a:spcPts val="1300"/>
              </a:spcAft>
            </a:pPr>
            <a:r>
              <a:rPr lang="en-US" sz="1600" b="1" dirty="0">
                <a:ea typeface="Open Sans"/>
                <a:cs typeface="Open Sans"/>
              </a:rPr>
              <a:t>Admin readiness</a:t>
            </a:r>
            <a:br>
              <a:rPr lang="en-US" sz="1600" b="1" dirty="0">
                <a:latin typeface="Open Sans"/>
                <a:ea typeface="Open Sans"/>
                <a:cs typeface="Open Sans"/>
              </a:rPr>
            </a:br>
            <a:r>
              <a:rPr lang="en-US" sz="1600" dirty="0">
                <a:ea typeface="Open Sans"/>
                <a:cs typeface="Open Sans"/>
              </a:rPr>
              <a:t>Upstream status.</a:t>
            </a:r>
          </a:p>
          <a:p>
            <a:pPr>
              <a:spcAft>
                <a:spcPts val="1300"/>
              </a:spcAft>
            </a:pPr>
            <a:r>
              <a:rPr lang="en-US" sz="1600" b="1" dirty="0">
                <a:ea typeface="Open Sans"/>
                <a:cs typeface="Open Sans"/>
              </a:rPr>
              <a:t>Documents</a:t>
            </a:r>
            <a:br>
              <a:rPr lang="en-US" sz="1600" b="1" dirty="0">
                <a:latin typeface="Open Sans"/>
                <a:ea typeface="Open Sans"/>
                <a:cs typeface="Open Sans"/>
              </a:rPr>
            </a:br>
            <a:r>
              <a:rPr lang="en-US" sz="1600" dirty="0">
                <a:ea typeface="Open Sans"/>
                <a:cs typeface="Open Sans"/>
              </a:rPr>
              <a:t>Required versus submitted.</a:t>
            </a:r>
          </a:p>
          <a:p>
            <a:pPr>
              <a:spcAft>
                <a:spcPts val="1300"/>
              </a:spcAft>
            </a:pPr>
            <a:r>
              <a:rPr lang="en-US" sz="1600" b="1" dirty="0">
                <a:ea typeface="Open Sans"/>
                <a:cs typeface="Open Sans"/>
              </a:rPr>
              <a:t>Urgency</a:t>
            </a:r>
            <a:br>
              <a:rPr lang="en-US" sz="1600" b="1" dirty="0">
                <a:latin typeface="Open Sans"/>
                <a:ea typeface="Open Sans"/>
                <a:cs typeface="Open Sans"/>
              </a:rPr>
            </a:br>
            <a:r>
              <a:rPr lang="en-US" sz="1600" dirty="0">
                <a:ea typeface="Open Sans"/>
                <a:cs typeface="Open Sans"/>
              </a:rPr>
              <a:t>Routine, urgent, or STAT</a:t>
            </a:r>
            <a:endParaRPr sz="1600" dirty="0">
              <a:latin typeface="Open Sans"/>
              <a:ea typeface="Open Sans"/>
              <a:cs typeface="Open Sans"/>
            </a:endParaRPr>
          </a:p>
        </p:txBody>
      </p:sp>
    </p:spTree>
    <p:custDataLst>
      <p:tags r:id="rId1"/>
    </p:custDataLst>
    <p:extLst>
      <p:ext uri="{BB962C8B-B14F-4D97-AF65-F5344CB8AC3E}">
        <p14:creationId xmlns:p14="http://schemas.microsoft.com/office/powerpoint/2010/main" val="2725560981"/>
      </p:ext>
    </p:extLst>
  </p:cSld>
  <p:clrMapOvr>
    <a:masterClrMapping/>
  </p:clrMapOvr>
  <p:extLst>
    <p:ext uri="{6950BFC3-D8DA-4A85-94F7-54DA5524770B}">
      <p188:commentRel xmlns:p188="http://schemas.microsoft.com/office/powerpoint/2018/8/main" r:id="rId4"/>
    </p:ext>
  </p:extLst>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4" name="Rounded Rectangle 23">
            <a:extLst>
              <a:ext uri="{FF2B5EF4-FFF2-40B4-BE49-F238E27FC236}">
                <a16:creationId xmlns:a16="http://schemas.microsoft.com/office/drawing/2014/main" id="{E0A610B2-AF26-50E1-C2B7-7FD0358571ED}"/>
              </a:ext>
            </a:extLst>
          </p:cNvPr>
          <p:cNvSpPr/>
          <p:nvPr/>
        </p:nvSpPr>
        <p:spPr>
          <a:xfrm>
            <a:off x="707911" y="4172140"/>
            <a:ext cx="10776178" cy="1857105"/>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2" name="Rounded Rectangle 21">
            <a:extLst>
              <a:ext uri="{FF2B5EF4-FFF2-40B4-BE49-F238E27FC236}">
                <a16:creationId xmlns:a16="http://schemas.microsoft.com/office/drawing/2014/main" id="{2376E5C7-8F9E-F280-906A-AD90F8444783}"/>
              </a:ext>
            </a:extLst>
          </p:cNvPr>
          <p:cNvSpPr/>
          <p:nvPr/>
        </p:nvSpPr>
        <p:spPr>
          <a:xfrm>
            <a:off x="1065868" y="4395804"/>
            <a:ext cx="4617720" cy="1049160"/>
          </a:xfrm>
          <a:prstGeom prst="roundRect">
            <a:avLst>
              <a:gd name="adj" fmla="val 856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3" name="Rounded Rectangle 22">
            <a:extLst>
              <a:ext uri="{FF2B5EF4-FFF2-40B4-BE49-F238E27FC236}">
                <a16:creationId xmlns:a16="http://schemas.microsoft.com/office/drawing/2014/main" id="{96AF5463-DAFB-D8AB-EABE-A5FA30E52E85}"/>
              </a:ext>
            </a:extLst>
          </p:cNvPr>
          <p:cNvSpPr/>
          <p:nvPr/>
        </p:nvSpPr>
        <p:spPr>
          <a:xfrm>
            <a:off x="6418788" y="4395804"/>
            <a:ext cx="4617721" cy="1049160"/>
          </a:xfrm>
          <a:prstGeom prst="roundRect">
            <a:avLst>
              <a:gd name="adj" fmla="val 95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0" name="Rounded Rectangle 19">
            <a:extLst>
              <a:ext uri="{FF2B5EF4-FFF2-40B4-BE49-F238E27FC236}">
                <a16:creationId xmlns:a16="http://schemas.microsoft.com/office/drawing/2014/main" id="{346DFFB2-C1F7-9351-D8D3-D5D84FF96170}"/>
              </a:ext>
            </a:extLst>
          </p:cNvPr>
          <p:cNvSpPr/>
          <p:nvPr/>
        </p:nvSpPr>
        <p:spPr>
          <a:xfrm>
            <a:off x="683983" y="1340519"/>
            <a:ext cx="6720840" cy="2585748"/>
          </a:xfrm>
          <a:prstGeom prst="roundRect">
            <a:avLst>
              <a:gd name="adj" fmla="val 380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1" name="Rounded Rectangle 20">
            <a:extLst>
              <a:ext uri="{FF2B5EF4-FFF2-40B4-BE49-F238E27FC236}">
                <a16:creationId xmlns:a16="http://schemas.microsoft.com/office/drawing/2014/main" id="{D0AC51CB-3ACC-B91F-1678-1925A1E50AF4}"/>
              </a:ext>
            </a:extLst>
          </p:cNvPr>
          <p:cNvSpPr/>
          <p:nvPr/>
        </p:nvSpPr>
        <p:spPr>
          <a:xfrm>
            <a:off x="7603299" y="1353421"/>
            <a:ext cx="3856862" cy="2591139"/>
          </a:xfrm>
          <a:prstGeom prst="roundRect">
            <a:avLst>
              <a:gd name="adj" fmla="val 303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p:cNvSpPr txBox="1">
            <a:spLocks/>
          </p:cNvSpPr>
          <p:nvPr/>
        </p:nvSpPr>
        <p:spPr>
          <a:xfrm>
            <a:off x="882459" y="1629537"/>
            <a:ext cx="2834640" cy="274320"/>
          </a:xfrm>
          <a:prstGeom prst="rect">
            <a:avLst/>
          </a:prstGeom>
          <a:noFill/>
          <a:ln>
            <a:noFill/>
          </a:ln>
        </p:spPr>
        <p:txBody>
          <a:bodyPr wrap="square" lIns="0" tIns="0" rIns="0" bIns="0" anchor="t">
            <a:noAutofit/>
          </a:bodyPr>
          <a:lstStyle/>
          <a:p>
            <a:pPr algn="l">
              <a:lnSpc>
                <a:spcPct val="100000"/>
              </a:lnSpc>
              <a:spcAft>
                <a:spcPts val="0"/>
              </a:spcAft>
            </a:pPr>
            <a:r>
              <a:rPr lang="en-US"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CORE FDE QUESTION</a:t>
            </a:r>
          </a:p>
        </p:txBody>
      </p:sp>
      <p:sp>
        <p:nvSpPr>
          <p:cNvPr id="8" name="TextBox 7"/>
          <p:cNvSpPr txBox="1">
            <a:spLocks/>
          </p:cNvSpPr>
          <p:nvPr/>
        </p:nvSpPr>
        <p:spPr>
          <a:xfrm>
            <a:off x="882460" y="2304016"/>
            <a:ext cx="6006856" cy="1524878"/>
          </a:xfrm>
          <a:prstGeom prst="rect">
            <a:avLst/>
          </a:prstGeom>
          <a:noFill/>
          <a:ln>
            <a:noFill/>
          </a:ln>
        </p:spPr>
        <p:txBody>
          <a:bodyPr wrap="square" lIns="0" tIns="0" rIns="0" bIns="0" anchor="t">
            <a:noAutofit/>
          </a:bodyPr>
          <a:lstStyle/>
          <a:p>
            <a:r>
              <a:rPr lang="en-US" sz="2000" dirty="0">
                <a:latin typeface="Open Sans" panose="020B0606030504020204" pitchFamily="34" charset="0"/>
                <a:ea typeface="Open Sans" panose="020B0606030504020204" pitchFamily="34" charset="0"/>
                <a:cs typeface="Open Sans" panose="020B0606030504020204" pitchFamily="34" charset="0"/>
              </a:rPr>
              <a:t>Can the RAG system finds evidence, drafts a trustworthy handoff, and knows when a human needs to step in?</a:t>
            </a:r>
            <a:endParaRPr lang="en-US" sz="2000" i="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p:cNvSpPr txBox="1">
            <a:spLocks/>
          </p:cNvSpPr>
          <p:nvPr/>
        </p:nvSpPr>
        <p:spPr>
          <a:xfrm>
            <a:off x="8065008" y="1629537"/>
            <a:ext cx="2468880" cy="274320"/>
          </a:xfrm>
          <a:prstGeom prst="rect">
            <a:avLst/>
          </a:prstGeom>
          <a:noFill/>
          <a:ln>
            <a:noFill/>
          </a:ln>
        </p:spPr>
        <p:txBody>
          <a:bodyPr wrap="square" lIns="0" tIns="0" rIns="0" bIns="0" anchor="t">
            <a:noAutofit/>
          </a:bodyPr>
          <a:lstStyle/>
          <a:p>
            <a:pPr algn="l">
              <a:lnSpc>
                <a:spcPct val="100000"/>
              </a:lnSpc>
              <a:spcAft>
                <a:spcPts val="0"/>
              </a:spcAft>
            </a:pPr>
            <a:r>
              <a:rPr lang="en-US"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NEVER ALLOWED</a:t>
            </a:r>
          </a:p>
        </p:txBody>
      </p:sp>
      <p:sp>
        <p:nvSpPr>
          <p:cNvPr id="11" name="TextBox 10"/>
          <p:cNvSpPr txBox="1">
            <a:spLocks/>
          </p:cNvSpPr>
          <p:nvPr/>
        </p:nvSpPr>
        <p:spPr>
          <a:xfrm>
            <a:off x="8065008" y="2018162"/>
            <a:ext cx="3054096" cy="1524878"/>
          </a:xfrm>
          <a:prstGeom prst="rect">
            <a:avLst/>
          </a:prstGeom>
          <a:noFill/>
          <a:ln>
            <a:noFill/>
          </a:ln>
        </p:spPr>
        <p:txBody>
          <a:bodyPr wrap="square" lIns="18288" tIns="18288" rIns="18288" bIns="18288" anchor="t">
            <a:noAutofit/>
          </a:bodyPr>
          <a:lstStyle/>
          <a:p>
            <a:pPr marL="285750" indent="-285750">
              <a:lnSpc>
                <a:spcPct val="105000"/>
              </a:lnSpc>
              <a:spcAft>
                <a:spcPts val="400"/>
              </a:spcAft>
              <a:buClr>
                <a:schemeClr val="accent2"/>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Approve or deny</a:t>
            </a:r>
          </a:p>
          <a:p>
            <a:pPr marL="285750" indent="-285750">
              <a:lnSpc>
                <a:spcPct val="105000"/>
              </a:lnSpc>
              <a:spcAft>
                <a:spcPts val="400"/>
              </a:spcAft>
              <a:buClr>
                <a:schemeClr val="accent2"/>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Determine coverage</a:t>
            </a:r>
          </a:p>
          <a:p>
            <a:pPr marL="285750" indent="-285750">
              <a:lnSpc>
                <a:spcPct val="105000"/>
              </a:lnSpc>
              <a:spcAft>
                <a:spcPts val="400"/>
              </a:spcAft>
              <a:buClr>
                <a:schemeClr val="accent2"/>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Recommend treatment</a:t>
            </a:r>
          </a:p>
          <a:p>
            <a:pPr marL="285750" indent="-285750">
              <a:lnSpc>
                <a:spcPct val="105000"/>
              </a:lnSpc>
              <a:spcAft>
                <a:spcPts val="400"/>
              </a:spcAft>
              <a:buClr>
                <a:schemeClr val="accent2"/>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Suppress review</a:t>
            </a:r>
          </a:p>
          <a:p>
            <a:pPr marL="285750" indent="-285750">
              <a:lnSpc>
                <a:spcPct val="105000"/>
              </a:lnSpc>
              <a:spcAft>
                <a:spcPts val="400"/>
              </a:spcAft>
              <a:buClr>
                <a:schemeClr val="accent2"/>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Override urgency</a:t>
            </a:r>
          </a:p>
        </p:txBody>
      </p:sp>
      <p:sp>
        <p:nvSpPr>
          <p:cNvPr id="13" name="TextBox 12"/>
          <p:cNvSpPr txBox="1">
            <a:spLocks/>
          </p:cNvSpPr>
          <p:nvPr/>
        </p:nvSpPr>
        <p:spPr>
          <a:xfrm>
            <a:off x="1422825" y="4538245"/>
            <a:ext cx="3864906" cy="270024"/>
          </a:xfrm>
          <a:prstGeom prst="rect">
            <a:avLst/>
          </a:prstGeom>
          <a:noFill/>
          <a:ln>
            <a:noFill/>
          </a:ln>
        </p:spPr>
        <p:txBody>
          <a:bodyPr wrap="square" lIns="0" tIns="0" rIns="0" bIns="0" anchor="t">
            <a:noAutofit/>
          </a:bodyPr>
          <a:lstStyle/>
          <a:p>
            <a:pPr algn="l">
              <a:lnSpc>
                <a:spcPct val="100000"/>
              </a:lnSpc>
              <a:spcAft>
                <a:spcPts val="0"/>
              </a:spcAft>
            </a:pPr>
            <a:r>
              <a:rPr lang="en-US" sz="16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SUCCESS LOOKS LIKE</a:t>
            </a:r>
          </a:p>
        </p:txBody>
      </p:sp>
      <p:sp>
        <p:nvSpPr>
          <p:cNvPr id="14" name="TextBox 13"/>
          <p:cNvSpPr txBox="1">
            <a:spLocks/>
          </p:cNvSpPr>
          <p:nvPr/>
        </p:nvSpPr>
        <p:spPr>
          <a:xfrm>
            <a:off x="1422825" y="4830853"/>
            <a:ext cx="3864906" cy="535434"/>
          </a:xfrm>
          <a:prstGeom prst="rect">
            <a:avLst/>
          </a:prstGeom>
          <a:noFill/>
          <a:ln>
            <a:noFill/>
          </a:ln>
        </p:spPr>
        <p:txBody>
          <a:bodyPr wrap="square" lIns="0" tIns="0" rIns="0" bIns="0" anchor="t">
            <a:noAutofit/>
          </a:bodyPr>
          <a:lstStyle/>
          <a:p>
            <a:r>
              <a:rPr lang="en-US" sz="1600" dirty="0">
                <a:latin typeface="Open Sans"/>
                <a:ea typeface="Open Sans"/>
                <a:cs typeface="Open Sans"/>
              </a:rPr>
              <a:t>Supporting</a:t>
            </a:r>
            <a:r>
              <a:rPr lang="en-US" sz="1600" b="0" i="0" dirty="0">
                <a:latin typeface="Open Sans"/>
                <a:ea typeface="Open Sans"/>
                <a:cs typeface="Open Sans"/>
              </a:rPr>
              <a:t> evidence and release identity</a:t>
            </a:r>
            <a:r>
              <a:rPr lang="en-US" sz="1600" dirty="0">
                <a:latin typeface="Open Sans"/>
                <a:ea typeface="Open Sans"/>
                <a:cs typeface="Open Sans"/>
              </a:rPr>
              <a:t> help draft handoff.</a:t>
            </a:r>
            <a:endParaRPr lang="en-US" sz="1600" b="0" i="0" dirty="0">
              <a:latin typeface="Open Sans"/>
              <a:ea typeface="Open Sans"/>
              <a:cs typeface="Open Sans"/>
            </a:endParaRPr>
          </a:p>
        </p:txBody>
      </p:sp>
      <p:sp>
        <p:nvSpPr>
          <p:cNvPr id="15" name="TextBox 14"/>
          <p:cNvSpPr txBox="1">
            <a:spLocks/>
          </p:cNvSpPr>
          <p:nvPr/>
        </p:nvSpPr>
        <p:spPr>
          <a:xfrm>
            <a:off x="6772716" y="4517809"/>
            <a:ext cx="3837432" cy="310896"/>
          </a:xfrm>
          <a:prstGeom prst="rect">
            <a:avLst/>
          </a:prstGeom>
          <a:noFill/>
          <a:ln>
            <a:noFill/>
          </a:ln>
        </p:spPr>
        <p:txBody>
          <a:bodyPr wrap="square" lIns="0" tIns="0" rIns="0" bIns="0" anchor="t">
            <a:noAutofit/>
          </a:bodyPr>
          <a:lstStyle/>
          <a:p>
            <a:pPr algn="l">
              <a:lnSpc>
                <a:spcPct val="100000"/>
              </a:lnSpc>
              <a:spcAft>
                <a:spcPts val="0"/>
              </a:spcAft>
            </a:pPr>
            <a:r>
              <a:rPr lang="en-US" sz="16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SAFE FAILURE LOOKS LIKE</a:t>
            </a:r>
          </a:p>
        </p:txBody>
      </p:sp>
      <p:sp>
        <p:nvSpPr>
          <p:cNvPr id="16" name="TextBox 15"/>
          <p:cNvSpPr txBox="1">
            <a:spLocks/>
          </p:cNvSpPr>
          <p:nvPr/>
        </p:nvSpPr>
        <p:spPr>
          <a:xfrm>
            <a:off x="6772716" y="4830853"/>
            <a:ext cx="3837432" cy="535434"/>
          </a:xfrm>
          <a:prstGeom prst="rect">
            <a:avLst/>
          </a:prstGeom>
          <a:noFill/>
          <a:ln>
            <a:noFill/>
          </a:ln>
        </p:spPr>
        <p:txBody>
          <a:bodyPr wrap="square" lIns="0" tIns="0" rIns="0" bIns="0" anchor="t">
            <a:noAutofit/>
          </a:bodyPr>
          <a:lstStyle/>
          <a:p>
            <a:r>
              <a:rPr lang="en-US" sz="1600" dirty="0">
                <a:latin typeface="Open Sans"/>
                <a:ea typeface="Open Sans"/>
                <a:cs typeface="Open Sans"/>
              </a:rPr>
              <a:t>When evidence is missing</a:t>
            </a:r>
            <a:r>
              <a:rPr lang="en-US" sz="1600" dirty="0">
                <a:ea typeface="+mn-lt"/>
                <a:cs typeface="+mn-lt"/>
              </a:rPr>
              <a:t>, out-of-scope, or at a boundary, the system halts. </a:t>
            </a:r>
            <a:endParaRPr lang="en-US" sz="1600"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Box 16"/>
          <p:cNvSpPr txBox="1">
            <a:spLocks/>
          </p:cNvSpPr>
          <p:nvPr/>
        </p:nvSpPr>
        <p:spPr>
          <a:xfrm>
            <a:off x="4032755" y="5621903"/>
            <a:ext cx="4126491" cy="267913"/>
          </a:xfrm>
          <a:prstGeom prst="rect">
            <a:avLst/>
          </a:prstGeom>
          <a:noFill/>
          <a:ln>
            <a:noFill/>
          </a:ln>
        </p:spPr>
        <p:txBody>
          <a:bodyPr wrap="square" lIns="0" tIns="0" rIns="0" bIns="0" anchor="t">
            <a:noAutofit/>
          </a:bodyPr>
          <a:lstStyle/>
          <a:p>
            <a:pPr algn="ctr">
              <a:lnSpc>
                <a:spcPct val="100000"/>
              </a:lnSpc>
              <a:spcAft>
                <a:spcPts val="0"/>
              </a:spcAft>
            </a:pPr>
            <a:r>
              <a:rPr lang="en-US" sz="1600" b="1" i="0" dirty="0">
                <a:latin typeface="Open Sans" panose="020B0606030504020204" pitchFamily="34" charset="0"/>
                <a:ea typeface="Open Sans" panose="020B0606030504020204" pitchFamily="34" charset="0"/>
                <a:cs typeface="Open Sans" panose="020B0606030504020204" pitchFamily="34" charset="0"/>
              </a:rPr>
              <a:t>Synthetic educational data only</a:t>
            </a:r>
          </a:p>
        </p:txBody>
      </p:sp>
      <p:sp>
        <p:nvSpPr>
          <p:cNvPr id="5" name="Title 4">
            <a:extLst>
              <a:ext uri="{FF2B5EF4-FFF2-40B4-BE49-F238E27FC236}">
                <a16:creationId xmlns:a16="http://schemas.microsoft.com/office/drawing/2014/main" id="{799F7FBF-DD74-4A98-E3FF-6CCB43E4B544}"/>
              </a:ext>
            </a:extLst>
          </p:cNvPr>
          <p:cNvSpPr>
            <a:spLocks noGrp="1"/>
          </p:cNvSpPr>
          <p:nvPr>
            <p:ph type="title"/>
          </p:nvPr>
        </p:nvSpPr>
        <p:spPr>
          <a:xfrm>
            <a:off x="605364" y="498666"/>
            <a:ext cx="10854797" cy="646331"/>
          </a:xfrm>
        </p:spPr>
        <p:txBody>
          <a:bodyPr wrap="square" lIns="91440" tIns="45720" rIns="91440" bIns="45720" anchor="t">
            <a:spAutoFit/>
          </a:bodyPr>
          <a:lstStyle/>
          <a:p>
            <a:r>
              <a:rPr lang="en-US" dirty="0">
                <a:latin typeface="Open Sans"/>
                <a:ea typeface="Open Sans"/>
                <a:cs typeface="Open Sans"/>
              </a:rPr>
              <a:t>Build RAG system without overriding authority</a:t>
            </a:r>
          </a:p>
        </p:txBody>
      </p:sp>
      <p:sp>
        <p:nvSpPr>
          <p:cNvPr id="18" name="Rectangle 17">
            <a:extLst>
              <a:ext uri="{FF2B5EF4-FFF2-40B4-BE49-F238E27FC236}">
                <a16:creationId xmlns:a16="http://schemas.microsoft.com/office/drawing/2014/main" id="{AC83845D-02C5-4E7A-1085-1434E418B376}"/>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PROBLEM STATEMENT</a:t>
            </a:r>
          </a:p>
        </p:txBody>
      </p:sp>
      <p:sp>
        <p:nvSpPr>
          <p:cNvPr id="19" name="Shape 1">
            <a:extLst>
              <a:ext uri="{FF2B5EF4-FFF2-40B4-BE49-F238E27FC236}">
                <a16:creationId xmlns:a16="http://schemas.microsoft.com/office/drawing/2014/main" id="{3D50AFF0-5A9D-BC6B-5C87-077E5D1ED0B3}"/>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Tree>
    <p:custDataLst>
      <p:tags r:id="rId1"/>
    </p:custDataLst>
    <p:extLst>
      <p:ext uri="{BB962C8B-B14F-4D97-AF65-F5344CB8AC3E}">
        <p14:creationId xmlns:p14="http://schemas.microsoft.com/office/powerpoint/2010/main" val="671927568"/>
      </p:ext>
    </p:extLst>
  </p:cSld>
  <p:clrMapOvr>
    <a:masterClrMapping/>
  </p:clrMapOvr>
  <p:extLst>
    <p:ext uri="{6950BFC3-D8DA-4A85-94F7-54DA5524770B}">
      <p188:commentRel xmlns:p188="http://schemas.microsoft.com/office/powerpoint/2018/8/main" r:id="rId4"/>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0A72F0-46ED-D4C6-061C-EEAB6B5DC247}"/>
            </a:ext>
          </a:extLst>
        </p:cNvPr>
        <p:cNvGrpSpPr/>
        <p:nvPr/>
      </p:nvGrpSpPr>
      <p:grpSpPr>
        <a:xfrm>
          <a:off x="0" y="0"/>
          <a:ext cx="0" cy="0"/>
          <a:chOff x="0" y="0"/>
          <a:chExt cx="0" cy="0"/>
        </a:xfrm>
      </p:grpSpPr>
      <p:sp>
        <p:nvSpPr>
          <p:cNvPr id="17" name="Rounded Rectangle 16">
            <a:extLst>
              <a:ext uri="{FF2B5EF4-FFF2-40B4-BE49-F238E27FC236}">
                <a16:creationId xmlns:a16="http://schemas.microsoft.com/office/drawing/2014/main" id="{8CE744F6-4C36-1B23-806C-181C71D5E0CE}"/>
              </a:ext>
            </a:extLst>
          </p:cNvPr>
          <p:cNvSpPr/>
          <p:nvPr/>
        </p:nvSpPr>
        <p:spPr>
          <a:xfrm>
            <a:off x="683983" y="1836972"/>
            <a:ext cx="3386469" cy="3580590"/>
          </a:xfrm>
          <a:prstGeom prst="roundRect">
            <a:avLst>
              <a:gd name="adj" fmla="val 300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8" name="Rounded Rectangle 17">
            <a:extLst>
              <a:ext uri="{FF2B5EF4-FFF2-40B4-BE49-F238E27FC236}">
                <a16:creationId xmlns:a16="http://schemas.microsoft.com/office/drawing/2014/main" id="{62969989-E5D3-3674-D489-668D4B671CE7}"/>
              </a:ext>
            </a:extLst>
          </p:cNvPr>
          <p:cNvSpPr/>
          <p:nvPr/>
        </p:nvSpPr>
        <p:spPr>
          <a:xfrm>
            <a:off x="4397330" y="1836972"/>
            <a:ext cx="3365874" cy="3580590"/>
          </a:xfrm>
          <a:prstGeom prst="roundRect">
            <a:avLst>
              <a:gd name="adj" fmla="val 210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a:extLst>
              <a:ext uri="{FF2B5EF4-FFF2-40B4-BE49-F238E27FC236}">
                <a16:creationId xmlns:a16="http://schemas.microsoft.com/office/drawing/2014/main" id="{D4C328C5-A1DC-4F70-91E7-0A5DB7FDDE1A}"/>
              </a:ext>
            </a:extLst>
          </p:cNvPr>
          <p:cNvSpPr txBox="1"/>
          <p:nvPr/>
        </p:nvSpPr>
        <p:spPr>
          <a:xfrm>
            <a:off x="1843892" y="2032820"/>
            <a:ext cx="1066650" cy="274320"/>
          </a:xfrm>
          <a:prstGeom prst="rect">
            <a:avLst/>
          </a:prstGeom>
          <a:noFill/>
          <a:ln>
            <a:noFill/>
          </a:ln>
        </p:spPr>
        <p:txBody>
          <a:bodyPr wrap="square" lIns="0" tIns="0" rIns="0" bIns="0" anchor="t">
            <a:noAutofit/>
          </a:bodyPr>
          <a:lstStyle/>
          <a:p>
            <a:pPr algn="ctr"/>
            <a:r>
              <a:rPr lang="en-US" sz="1800" b="1" dirty="0">
                <a:solidFill>
                  <a:schemeClr val="accent2"/>
                </a:solidFill>
                <a:ea typeface="Open Sans"/>
                <a:cs typeface="Open Sans"/>
              </a:rPr>
              <a:t>BUILD </a:t>
            </a:r>
          </a:p>
        </p:txBody>
      </p:sp>
      <p:sp>
        <p:nvSpPr>
          <p:cNvPr id="8" name="TextBox 7">
            <a:extLst>
              <a:ext uri="{FF2B5EF4-FFF2-40B4-BE49-F238E27FC236}">
                <a16:creationId xmlns:a16="http://schemas.microsoft.com/office/drawing/2014/main" id="{EB94FE89-F915-0167-F80E-12F21C7FD3F0}"/>
              </a:ext>
            </a:extLst>
          </p:cNvPr>
          <p:cNvSpPr txBox="1"/>
          <p:nvPr/>
        </p:nvSpPr>
        <p:spPr>
          <a:xfrm>
            <a:off x="900801" y="2368883"/>
            <a:ext cx="3132438" cy="2397983"/>
          </a:xfrm>
          <a:prstGeom prst="rect">
            <a:avLst/>
          </a:prstGeom>
          <a:noFill/>
          <a:ln>
            <a:noFill/>
          </a:ln>
        </p:spPr>
        <p:txBody>
          <a:bodyPr wrap="square" lIns="18288" tIns="18288" rIns="18288" bIns="18288" anchor="t">
            <a:noAutofit/>
          </a:bodyPr>
          <a:lstStyle/>
          <a:p>
            <a:pPr>
              <a:lnSpc>
                <a:spcPct val="150000"/>
              </a:lnSpc>
            </a:pPr>
            <a:r>
              <a:rPr lang="en-US" sz="1400" b="1" dirty="0">
                <a:solidFill>
                  <a:srgbClr val="383838"/>
                </a:solidFill>
                <a:latin typeface="Open Sans"/>
                <a:ea typeface="Open Sans"/>
                <a:cs typeface="Open Sans"/>
              </a:rPr>
              <a:t>Deliverable</a:t>
            </a:r>
          </a:p>
          <a:p>
            <a:pPr marL="285750" indent="-285750">
              <a:lnSpc>
                <a:spcPct val="150000"/>
              </a:lnSpc>
              <a:buClr>
                <a:schemeClr val="accent2"/>
              </a:buClr>
              <a:buFont typeface="Arial"/>
              <a:buChar char="•"/>
            </a:pPr>
            <a:r>
              <a:rPr lang="en-US" sz="1400" dirty="0">
                <a:latin typeface="Open Sans"/>
                <a:ea typeface="Open Sans"/>
                <a:cs typeface="Open Sans"/>
              </a:rPr>
              <a:t>Complete</a:t>
            </a:r>
            <a:r>
              <a:rPr lang="en-US" sz="1400" dirty="0">
                <a:ea typeface="+mn-lt"/>
                <a:cs typeface="+mn-lt"/>
              </a:rPr>
              <a:t> the starter repository</a:t>
            </a:r>
            <a:endParaRPr lang="en-US" dirty="0">
              <a:ea typeface="Open Sans"/>
              <a:cs typeface="Open Sans"/>
            </a:endParaRPr>
          </a:p>
          <a:p>
            <a:pPr marL="285750" indent="-285750">
              <a:lnSpc>
                <a:spcPct val="150000"/>
              </a:lnSpc>
              <a:buClr>
                <a:schemeClr val="accent2"/>
              </a:buClr>
              <a:buFont typeface="Arial"/>
              <a:buChar char="•"/>
            </a:pPr>
            <a:r>
              <a:rPr lang="en-US" sz="1400" dirty="0">
                <a:ea typeface="+mn-lt"/>
                <a:cs typeface="+mn-lt"/>
              </a:rPr>
              <a:t>Resolve all marked implementation gaps</a:t>
            </a:r>
            <a:endParaRPr dirty="0">
              <a:ea typeface="Open Sans"/>
              <a:cs typeface="Open Sans"/>
            </a:endParaRPr>
          </a:p>
          <a:p>
            <a:pPr marL="285750" indent="-285750">
              <a:lnSpc>
                <a:spcPct val="150000"/>
              </a:lnSpc>
              <a:spcAft>
                <a:spcPts val="1300"/>
              </a:spcAft>
              <a:buClr>
                <a:schemeClr val="accent2"/>
              </a:buClr>
              <a:buFont typeface="Arial"/>
              <a:buChar char="•"/>
            </a:pPr>
            <a:r>
              <a:rPr lang="en-US" sz="1400" dirty="0">
                <a:ea typeface="+mn-lt"/>
                <a:cs typeface="+mn-lt"/>
              </a:rPr>
              <a:t>Ensure the solution runs successfully</a:t>
            </a:r>
            <a:endParaRPr sz="1400" dirty="0">
              <a:ea typeface="Open Sans"/>
              <a:cs typeface="Open Sans"/>
            </a:endParaRPr>
          </a:p>
        </p:txBody>
      </p:sp>
      <p:sp>
        <p:nvSpPr>
          <p:cNvPr id="10" name="TextBox 9">
            <a:extLst>
              <a:ext uri="{FF2B5EF4-FFF2-40B4-BE49-F238E27FC236}">
                <a16:creationId xmlns:a16="http://schemas.microsoft.com/office/drawing/2014/main" id="{22375D4D-92E4-2239-C6D8-C80FC31139AF}"/>
              </a:ext>
            </a:extLst>
          </p:cNvPr>
          <p:cNvSpPr txBox="1"/>
          <p:nvPr/>
        </p:nvSpPr>
        <p:spPr>
          <a:xfrm>
            <a:off x="5411710" y="1986362"/>
            <a:ext cx="1337114" cy="274320"/>
          </a:xfrm>
          <a:prstGeom prst="rect">
            <a:avLst/>
          </a:prstGeom>
          <a:noFill/>
          <a:ln>
            <a:noFill/>
          </a:ln>
        </p:spPr>
        <p:txBody>
          <a:bodyPr wrap="square" lIns="0" tIns="0" rIns="0" bIns="0" anchor="t">
            <a:noAutofit/>
          </a:bodyPr>
          <a:lstStyle/>
          <a:p>
            <a:pPr algn="ctr">
              <a:lnSpc>
                <a:spcPct val="100000"/>
              </a:lnSpc>
              <a:spcAft>
                <a:spcPts val="0"/>
              </a:spcAft>
            </a:pPr>
            <a:r>
              <a:rPr lang="en-US" sz="1800" b="1" dirty="0">
                <a:solidFill>
                  <a:schemeClr val="accent2"/>
                </a:solidFill>
                <a:latin typeface="Open Sans"/>
                <a:ea typeface="Open Sans"/>
                <a:cs typeface="Open Sans"/>
              </a:rPr>
              <a:t>VALIDATE</a:t>
            </a:r>
            <a:endParaRPr lang="en-US"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CE06E915-70AC-F615-5D1A-295B44AA279F}"/>
              </a:ext>
            </a:extLst>
          </p:cNvPr>
          <p:cNvSpPr txBox="1"/>
          <p:nvPr/>
        </p:nvSpPr>
        <p:spPr>
          <a:xfrm>
            <a:off x="4679917" y="2410072"/>
            <a:ext cx="3038119" cy="2397983"/>
          </a:xfrm>
          <a:prstGeom prst="rect">
            <a:avLst/>
          </a:prstGeom>
          <a:noFill/>
          <a:ln>
            <a:noFill/>
          </a:ln>
        </p:spPr>
        <p:txBody>
          <a:bodyPr wrap="square" lIns="18288" tIns="18288" rIns="18288" bIns="18288" anchor="t">
            <a:noAutofit/>
          </a:bodyPr>
          <a:lstStyle/>
          <a:p>
            <a:pPr>
              <a:lnSpc>
                <a:spcPct val="150000"/>
              </a:lnSpc>
            </a:pPr>
            <a:r>
              <a:rPr lang="en-US" sz="1400" b="1" dirty="0">
                <a:ea typeface="+mn-lt"/>
                <a:cs typeface="+mn-lt"/>
              </a:rPr>
              <a:t>Verification</a:t>
            </a:r>
            <a:endParaRPr lang="en-US" b="1" dirty="0">
              <a:ea typeface="Open Sans"/>
              <a:cs typeface="Open Sans"/>
            </a:endParaRPr>
          </a:p>
          <a:p>
            <a:pPr marL="285750" indent="-285750">
              <a:lnSpc>
                <a:spcPct val="150000"/>
              </a:lnSpc>
              <a:buClr>
                <a:schemeClr val="accent2"/>
              </a:buClr>
              <a:buFont typeface="Arial"/>
              <a:buChar char="•"/>
            </a:pPr>
            <a:r>
              <a:rPr lang="en-US" sz="1400" dirty="0">
                <a:ea typeface="+mn-lt"/>
                <a:cs typeface="+mn-lt"/>
              </a:rPr>
              <a:t>Run focused checks</a:t>
            </a:r>
            <a:endParaRPr lang="en-US" dirty="0">
              <a:ea typeface="Open Sans"/>
              <a:cs typeface="Open Sans"/>
            </a:endParaRPr>
          </a:p>
          <a:p>
            <a:pPr marL="285750" indent="-285750">
              <a:lnSpc>
                <a:spcPct val="150000"/>
              </a:lnSpc>
              <a:buClr>
                <a:schemeClr val="accent2"/>
              </a:buClr>
              <a:buFont typeface="Arial"/>
              <a:buChar char="•"/>
            </a:pPr>
            <a:r>
              <a:rPr lang="en-US" sz="1400" dirty="0">
                <a:ea typeface="+mn-lt"/>
                <a:cs typeface="+mn-lt"/>
              </a:rPr>
              <a:t>Run full validation checks</a:t>
            </a:r>
            <a:endParaRPr lang="en-US" dirty="0">
              <a:ea typeface="Open Sans"/>
              <a:cs typeface="Open Sans"/>
            </a:endParaRPr>
          </a:p>
          <a:p>
            <a:pPr marL="285750" indent="-285750">
              <a:lnSpc>
                <a:spcPct val="150000"/>
              </a:lnSpc>
              <a:buClr>
                <a:schemeClr val="accent2"/>
              </a:buClr>
              <a:buFont typeface="Arial"/>
              <a:buChar char="•"/>
            </a:pPr>
            <a:r>
              <a:rPr lang="en-US" sz="1400" dirty="0">
                <a:ea typeface="+mn-lt"/>
                <a:cs typeface="+mn-lt"/>
              </a:rPr>
              <a:t>Record observed outcomes</a:t>
            </a:r>
            <a:endParaRPr lang="en-US" dirty="0">
              <a:ea typeface="Open Sans"/>
              <a:cs typeface="Open Sans"/>
            </a:endParaRPr>
          </a:p>
          <a:p>
            <a:pPr>
              <a:lnSpc>
                <a:spcPct val="150000"/>
              </a:lnSpc>
            </a:pPr>
            <a:r>
              <a:rPr lang="en-US" sz="1400" b="1" dirty="0">
                <a:ea typeface="+mn-lt"/>
                <a:cs typeface="+mn-lt"/>
              </a:rPr>
              <a:t>Capture</a:t>
            </a:r>
            <a:endParaRPr lang="en-US" b="1" dirty="0">
              <a:ea typeface="Open Sans"/>
              <a:cs typeface="Open Sans"/>
            </a:endParaRPr>
          </a:p>
          <a:p>
            <a:pPr marL="285750" indent="-285750">
              <a:lnSpc>
                <a:spcPct val="150000"/>
              </a:lnSpc>
              <a:buClr>
                <a:schemeClr val="accent2"/>
              </a:buClr>
              <a:buFont typeface="Arial"/>
              <a:buChar char="•"/>
            </a:pPr>
            <a:r>
              <a:rPr lang="en-US" sz="1400" dirty="0">
                <a:ea typeface="+mn-lt"/>
                <a:cs typeface="+mn-lt"/>
              </a:rPr>
              <a:t>Automated test results</a:t>
            </a:r>
            <a:endParaRPr dirty="0">
              <a:ea typeface="Open Sans"/>
              <a:cs typeface="Open Sans"/>
            </a:endParaRPr>
          </a:p>
          <a:p>
            <a:pPr marL="285750" indent="-285750">
              <a:lnSpc>
                <a:spcPct val="150000"/>
              </a:lnSpc>
              <a:buClr>
                <a:schemeClr val="accent2"/>
              </a:buClr>
              <a:buFont typeface="Arial"/>
              <a:buChar char="•"/>
            </a:pPr>
            <a:r>
              <a:rPr lang="en-US" sz="1400" dirty="0">
                <a:ea typeface="+mn-lt"/>
                <a:cs typeface="+mn-lt"/>
              </a:rPr>
              <a:t>Sample case results</a:t>
            </a:r>
            <a:endParaRPr dirty="0">
              <a:ea typeface="Open Sans"/>
              <a:cs typeface="Open Sans"/>
            </a:endParaRPr>
          </a:p>
          <a:p>
            <a:pPr marL="285750" indent="-285750">
              <a:lnSpc>
                <a:spcPct val="150000"/>
              </a:lnSpc>
              <a:buClr>
                <a:schemeClr val="accent2"/>
              </a:buClr>
              <a:buFont typeface="Arial"/>
              <a:buChar char="•"/>
            </a:pPr>
            <a:r>
              <a:rPr lang="en-US" sz="1400" dirty="0">
                <a:ea typeface="+mn-lt"/>
                <a:cs typeface="+mn-lt"/>
              </a:rPr>
              <a:t>Idempotency results</a:t>
            </a:r>
            <a:endParaRPr dirty="0">
              <a:ea typeface="Open Sans"/>
              <a:cs typeface="Open Sans"/>
            </a:endParaRPr>
          </a:p>
          <a:p>
            <a:pPr marL="285750" indent="-285750">
              <a:lnSpc>
                <a:spcPct val="150000"/>
              </a:lnSpc>
              <a:spcAft>
                <a:spcPts val="1000"/>
              </a:spcAft>
              <a:buClr>
                <a:schemeClr val="accent2"/>
              </a:buClr>
              <a:buFont typeface="Arial"/>
              <a:buChar char="•"/>
            </a:pPr>
            <a:r>
              <a:rPr lang="en-US" sz="1400" dirty="0">
                <a:ea typeface="+mn-lt"/>
                <a:cs typeface="+mn-lt"/>
              </a:rPr>
              <a:t>Audit-safety results</a:t>
            </a:r>
            <a:endParaRPr lang="en-US" sz="1400" b="1" dirty="0">
              <a:ea typeface="Open Sans"/>
              <a:cs typeface="Open Sans"/>
            </a:endParaRPr>
          </a:p>
        </p:txBody>
      </p:sp>
      <p:sp>
        <p:nvSpPr>
          <p:cNvPr id="16" name="Rectangle 15">
            <a:extLst>
              <a:ext uri="{FF2B5EF4-FFF2-40B4-BE49-F238E27FC236}">
                <a16:creationId xmlns:a16="http://schemas.microsoft.com/office/drawing/2014/main" id="{A6321AEB-4F47-C694-8C19-0A866A9593C4}"/>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LEARNER MISSION</a:t>
            </a:r>
          </a:p>
        </p:txBody>
      </p:sp>
      <p:sp>
        <p:nvSpPr>
          <p:cNvPr id="19" name="Google Shape;876;p100">
            <a:extLst>
              <a:ext uri="{FF2B5EF4-FFF2-40B4-BE49-F238E27FC236}">
                <a16:creationId xmlns:a16="http://schemas.microsoft.com/office/drawing/2014/main" id="{CE5D20F6-A329-A038-A8A1-D07B38651772}"/>
              </a:ext>
            </a:extLst>
          </p:cNvPr>
          <p:cNvSpPr/>
          <p:nvPr/>
        </p:nvSpPr>
        <p:spPr>
          <a:xfrm>
            <a:off x="683984" y="5645465"/>
            <a:ext cx="10824034" cy="493776"/>
          </a:xfrm>
          <a:prstGeom prst="roundRect">
            <a:avLst>
              <a:gd name="adj" fmla="val 16667"/>
            </a:avLst>
          </a:prstGeom>
          <a:solidFill>
            <a:schemeClr val="accent5">
              <a:lumMod val="20000"/>
              <a:lumOff val="80000"/>
            </a:schemeClr>
          </a:solidFill>
          <a:ln w="12700" cap="flat" cmpd="sng">
            <a:solidFill>
              <a:schemeClr val="accent2"/>
            </a:solidFill>
            <a:prstDash val="solid"/>
            <a:miter lim="8000"/>
            <a:headEnd type="none" w="sm" len="sm"/>
            <a:tailEnd type="none" w="sm" len="sm"/>
          </a:ln>
        </p:spPr>
        <p:txBody>
          <a:bodyPr spcFirstLastPara="1" wrap="square" lIns="109725" tIns="18275" rIns="109725" bIns="18275" anchor="ctr" anchorCtr="0">
            <a:noAutofit/>
          </a:bodyPr>
          <a:lstStyle/>
          <a:p>
            <a:pPr algn="ctr"/>
            <a:r>
              <a:rPr lang="en-IN" sz="1400" b="1" dirty="0">
                <a:solidFill>
                  <a:schemeClr val="accent2"/>
                </a:solidFill>
                <a:latin typeface="Open Sans"/>
                <a:ea typeface="Open Sans"/>
                <a:cs typeface="Open Sans"/>
              </a:rPr>
              <a:t>Output: </a:t>
            </a:r>
            <a:r>
              <a:rPr lang="en-IN" sz="1400" dirty="0">
                <a:ea typeface="+mn-lt"/>
                <a:cs typeface="+mn-lt"/>
              </a:rPr>
              <a:t>The package contains complete case-summary-assistant folder. Do not assume readiness for production use.</a:t>
            </a:r>
          </a:p>
        </p:txBody>
      </p:sp>
      <p:sp>
        <p:nvSpPr>
          <p:cNvPr id="2" name="Rounded Rectangle 17">
            <a:extLst>
              <a:ext uri="{FF2B5EF4-FFF2-40B4-BE49-F238E27FC236}">
                <a16:creationId xmlns:a16="http://schemas.microsoft.com/office/drawing/2014/main" id="{327EEB12-79E5-9E8E-4F74-793A780473A3}"/>
              </a:ext>
            </a:extLst>
          </p:cNvPr>
          <p:cNvSpPr/>
          <p:nvPr/>
        </p:nvSpPr>
        <p:spPr>
          <a:xfrm>
            <a:off x="8011681" y="1836972"/>
            <a:ext cx="3365874" cy="3580590"/>
          </a:xfrm>
          <a:prstGeom prst="roundRect">
            <a:avLst>
              <a:gd name="adj" fmla="val 33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 name="TextBox 2">
            <a:extLst>
              <a:ext uri="{FF2B5EF4-FFF2-40B4-BE49-F238E27FC236}">
                <a16:creationId xmlns:a16="http://schemas.microsoft.com/office/drawing/2014/main" id="{2BE44128-B2CD-EDF1-B9F6-79C827124195}"/>
              </a:ext>
            </a:extLst>
          </p:cNvPr>
          <p:cNvSpPr txBox="1"/>
          <p:nvPr/>
        </p:nvSpPr>
        <p:spPr>
          <a:xfrm>
            <a:off x="8953264" y="1986362"/>
            <a:ext cx="1482709" cy="274320"/>
          </a:xfrm>
          <a:prstGeom prst="rect">
            <a:avLst/>
          </a:prstGeom>
          <a:noFill/>
          <a:ln>
            <a:noFill/>
          </a:ln>
        </p:spPr>
        <p:txBody>
          <a:bodyPr wrap="square" lIns="0" tIns="0" rIns="0" bIns="0" anchor="t">
            <a:noAutofit/>
          </a:bodyPr>
          <a:lstStyle/>
          <a:p>
            <a:pPr algn="ctr">
              <a:lnSpc>
                <a:spcPct val="100000"/>
              </a:lnSpc>
              <a:spcAft>
                <a:spcPts val="0"/>
              </a:spcAft>
            </a:pPr>
            <a:r>
              <a:rPr lang="en-US" sz="1800" b="1" dirty="0">
                <a:solidFill>
                  <a:schemeClr val="accent2"/>
                </a:solidFill>
                <a:latin typeface="Open Sans"/>
                <a:ea typeface="Open Sans"/>
                <a:cs typeface="Open Sans"/>
              </a:rPr>
              <a:t>HANDOFF</a:t>
            </a:r>
            <a:endParaRPr lang="en-US"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F0C44B48-BC73-F9A0-DBD1-D0AF2A6164B8}"/>
              </a:ext>
            </a:extLst>
          </p:cNvPr>
          <p:cNvSpPr txBox="1"/>
          <p:nvPr/>
        </p:nvSpPr>
        <p:spPr>
          <a:xfrm>
            <a:off x="8294268" y="2410072"/>
            <a:ext cx="3038119" cy="2397983"/>
          </a:xfrm>
          <a:prstGeom prst="rect">
            <a:avLst/>
          </a:prstGeom>
          <a:noFill/>
          <a:ln>
            <a:noFill/>
          </a:ln>
        </p:spPr>
        <p:txBody>
          <a:bodyPr wrap="square" lIns="18288" tIns="18288" rIns="18288" bIns="18288" anchor="t">
            <a:noAutofit/>
          </a:bodyPr>
          <a:lstStyle/>
          <a:p>
            <a:pPr>
              <a:lnSpc>
                <a:spcPct val="150000"/>
              </a:lnSpc>
            </a:pPr>
            <a:r>
              <a:rPr lang="en-US" sz="1400" b="1" dirty="0">
                <a:ea typeface="Open Sans"/>
                <a:cs typeface="Open Sans"/>
              </a:rPr>
              <a:t>Documentation</a:t>
            </a:r>
          </a:p>
          <a:p>
            <a:pPr marL="285750" indent="-285750">
              <a:lnSpc>
                <a:spcPct val="150000"/>
              </a:lnSpc>
              <a:buClr>
                <a:schemeClr val="accent2"/>
              </a:buClr>
              <a:buFont typeface="Arial" panose="020B0604020202020204" pitchFamily="34" charset="0"/>
              <a:buChar char="•"/>
            </a:pPr>
            <a:r>
              <a:rPr lang="en-US" sz="1400" dirty="0">
                <a:ea typeface="+mn-lt"/>
                <a:cs typeface="+mn-lt"/>
              </a:rPr>
              <a:t>How the system works</a:t>
            </a:r>
            <a:endParaRPr lang="en-US" dirty="0">
              <a:ea typeface="Open Sans"/>
              <a:cs typeface="Open Sans"/>
            </a:endParaRPr>
          </a:p>
          <a:p>
            <a:pPr marL="285750" indent="-285750">
              <a:lnSpc>
                <a:spcPct val="150000"/>
              </a:lnSpc>
              <a:buClr>
                <a:schemeClr val="accent2"/>
              </a:buClr>
              <a:buFont typeface="Arial" panose="020B0604020202020204" pitchFamily="34" charset="0"/>
              <a:buChar char="•"/>
            </a:pPr>
            <a:r>
              <a:rPr lang="en-US" sz="1400" dirty="0">
                <a:ea typeface="+mn-lt"/>
                <a:cs typeface="+mn-lt"/>
              </a:rPr>
              <a:t>Known limitations</a:t>
            </a:r>
            <a:endParaRPr lang="en-US" dirty="0">
              <a:ea typeface="+mn-lt"/>
              <a:cs typeface="+mn-lt"/>
            </a:endParaRPr>
          </a:p>
          <a:p>
            <a:pPr marL="285750" indent="-285750">
              <a:lnSpc>
                <a:spcPct val="150000"/>
              </a:lnSpc>
              <a:buClr>
                <a:schemeClr val="accent2"/>
              </a:buClr>
              <a:buFont typeface="Arial" panose="020B0604020202020204" pitchFamily="34" charset="0"/>
              <a:buChar char="•"/>
            </a:pPr>
            <a:r>
              <a:rPr lang="en-US" sz="1400" dirty="0">
                <a:ea typeface="+mn-lt"/>
                <a:cs typeface="+mn-lt"/>
              </a:rPr>
              <a:t>Changes required before a real pilot</a:t>
            </a:r>
            <a:endParaRPr lang="en-US" dirty="0">
              <a:ea typeface="Open Sans"/>
              <a:cs typeface="Open Sans"/>
            </a:endParaRPr>
          </a:p>
          <a:p>
            <a:endParaRPr dirty="0">
              <a:ea typeface="Open Sans"/>
              <a:cs typeface="Open Sans"/>
            </a:endParaRPr>
          </a:p>
        </p:txBody>
      </p:sp>
      <p:sp>
        <p:nvSpPr>
          <p:cNvPr id="5" name="Title 16">
            <a:extLst>
              <a:ext uri="{FF2B5EF4-FFF2-40B4-BE49-F238E27FC236}">
                <a16:creationId xmlns:a16="http://schemas.microsoft.com/office/drawing/2014/main" id="{965E312D-15E2-9BAA-B213-35F34CC93B97}"/>
              </a:ext>
            </a:extLst>
          </p:cNvPr>
          <p:cNvSpPr txBox="1">
            <a:spLocks/>
          </p:cNvSpPr>
          <p:nvPr/>
        </p:nvSpPr>
        <p:spPr>
          <a:xfrm>
            <a:off x="605365" y="539855"/>
            <a:ext cx="10605487" cy="1077218"/>
          </a:xfrm>
          <a:prstGeom prst="rect">
            <a:avLst/>
          </a:prstGeom>
        </p:spPr>
        <p:txBody>
          <a:bodyPr wrap="square" lIns="91440" tIns="45720" rIns="91440" bIns="45720" anchor="t">
            <a:spAutoFit/>
          </a:bodyPr>
          <a:lstStyle>
            <a:lvl1pPr algn="l" defTabSz="914377"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sz="3200" dirty="0">
                <a:ea typeface="+mn-lt"/>
                <a:cs typeface="+mn-lt"/>
              </a:rPr>
              <a:t>Complete, validate and prepare the operational handoff</a:t>
            </a:r>
            <a:endParaRPr lang="en-US" dirty="0"/>
          </a:p>
        </p:txBody>
      </p:sp>
      <p:sp>
        <p:nvSpPr>
          <p:cNvPr id="6" name="Shape 1">
            <a:extLst>
              <a:ext uri="{FF2B5EF4-FFF2-40B4-BE49-F238E27FC236}">
                <a16:creationId xmlns:a16="http://schemas.microsoft.com/office/drawing/2014/main" id="{647B596A-2880-AD00-60E4-925924E06411}"/>
              </a:ext>
            </a:extLst>
          </p:cNvPr>
          <p:cNvSpPr/>
          <p:nvPr/>
        </p:nvSpPr>
        <p:spPr>
          <a:xfrm>
            <a:off x="683983" y="1609068"/>
            <a:ext cx="10824035" cy="0"/>
          </a:xfrm>
          <a:prstGeom prst="line">
            <a:avLst/>
          </a:prstGeom>
          <a:noFill/>
          <a:ln w="9525">
            <a:solidFill>
              <a:srgbClr val="F2F2F2"/>
            </a:solidFill>
            <a:prstDash val="solid"/>
          </a:ln>
        </p:spPr>
        <p:txBody>
          <a:bodyPr/>
          <a:lstStyle/>
          <a:p>
            <a:endParaRPr lang="en-US" sz="3187">
              <a:latin typeface="Open Sans" pitchFamily="2" charset="0"/>
              <a:ea typeface="Open Sans" pitchFamily="2" charset="0"/>
              <a:cs typeface="Open Sans" pitchFamily="2" charset="0"/>
            </a:endParaRPr>
          </a:p>
        </p:txBody>
      </p:sp>
    </p:spTree>
    <p:custDataLst>
      <p:tags r:id="rId1"/>
    </p:custDataLst>
    <p:extLst>
      <p:ext uri="{BB962C8B-B14F-4D97-AF65-F5344CB8AC3E}">
        <p14:creationId xmlns:p14="http://schemas.microsoft.com/office/powerpoint/2010/main" val="1842247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14" name="Rounded Rectangle 20">
            <a:extLst>
              <a:ext uri="{FF2B5EF4-FFF2-40B4-BE49-F238E27FC236}">
                <a16:creationId xmlns:a16="http://schemas.microsoft.com/office/drawing/2014/main" id="{26B6933A-599B-6178-6276-A822D9780B8E}"/>
              </a:ext>
            </a:extLst>
          </p:cNvPr>
          <p:cNvSpPr/>
          <p:nvPr/>
        </p:nvSpPr>
        <p:spPr>
          <a:xfrm>
            <a:off x="605364" y="1562625"/>
            <a:ext cx="5328297" cy="3732750"/>
          </a:xfrm>
          <a:prstGeom prst="roundRect">
            <a:avLst>
              <a:gd name="adj" fmla="val 2528"/>
            </a:avLst>
          </a:prstGeom>
          <a:solidFill>
            <a:schemeClr val="accent5">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5" name="Rounded Rectangle 20">
            <a:extLst>
              <a:ext uri="{FF2B5EF4-FFF2-40B4-BE49-F238E27FC236}">
                <a16:creationId xmlns:a16="http://schemas.microsoft.com/office/drawing/2014/main" id="{37D04A4A-7308-694C-D02E-0F5D05234275}"/>
              </a:ext>
            </a:extLst>
          </p:cNvPr>
          <p:cNvSpPr/>
          <p:nvPr/>
        </p:nvSpPr>
        <p:spPr>
          <a:xfrm>
            <a:off x="6299421" y="1562625"/>
            <a:ext cx="5328297" cy="3732750"/>
          </a:xfrm>
          <a:prstGeom prst="roundRect">
            <a:avLst>
              <a:gd name="adj" fmla="val 2528"/>
            </a:avLst>
          </a:prstGeom>
          <a:solidFill>
            <a:schemeClr val="accent6">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5" name="Text 3"/>
          <p:cNvSpPr/>
          <p:nvPr/>
        </p:nvSpPr>
        <p:spPr>
          <a:xfrm>
            <a:off x="648232" y="1709531"/>
            <a:ext cx="5242560" cy="6705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Naive LLM Summary</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1013992" y="2561453"/>
            <a:ext cx="4511040" cy="1916449"/>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lnSpc>
                <a:spcPts val="2533"/>
              </a:lnSpc>
              <a:buClr>
                <a:schemeClr val="accent2"/>
              </a:buClr>
              <a:buSzPct val="100000"/>
              <a:buChar char="•"/>
            </a:pPr>
            <a:r>
              <a:rPr lang="en-US" sz="1600" dirty="0">
                <a:latin typeface="Open Sans" panose="020B0606030504020204" pitchFamily="34" charset="0"/>
                <a:ea typeface="Open Sans" panose="020B0606030504020204" pitchFamily="34" charset="0"/>
                <a:cs typeface="Open Sans" panose="020B0606030504020204" pitchFamily="34" charset="0"/>
              </a:rPr>
              <a:t>Hallucinates dates, dosages, diagnoses</a:t>
            </a:r>
          </a:p>
          <a:p>
            <a:pPr marL="457189" indent="-457189">
              <a:lnSpc>
                <a:spcPts val="2533"/>
              </a:lnSpc>
              <a:buClr>
                <a:schemeClr val="accent2"/>
              </a:buClr>
              <a:buSzPct val="100000"/>
              <a:buChar char="•"/>
            </a:pPr>
            <a:r>
              <a:rPr lang="en-US" sz="1600" dirty="0">
                <a:latin typeface="Open Sans" panose="020B0606030504020204" pitchFamily="34" charset="0"/>
                <a:ea typeface="Open Sans" panose="020B0606030504020204" pitchFamily="34" charset="0"/>
                <a:cs typeface="Open Sans" panose="020B0606030504020204" pitchFamily="34" charset="0"/>
              </a:rPr>
              <a:t>No traceability back to source chart</a:t>
            </a:r>
          </a:p>
          <a:p>
            <a:pPr marL="457189" indent="-457189">
              <a:lnSpc>
                <a:spcPts val="2533"/>
              </a:lnSpc>
              <a:buClr>
                <a:schemeClr val="accent2"/>
              </a:buClr>
              <a:buSzPct val="100000"/>
              <a:buChar char="•"/>
            </a:pPr>
            <a:r>
              <a:rPr lang="en-US" sz="1600" dirty="0">
                <a:latin typeface="Open Sans" panose="020B0606030504020204" pitchFamily="34" charset="0"/>
                <a:ea typeface="Open Sans" panose="020B0606030504020204" pitchFamily="34" charset="0"/>
                <a:cs typeface="Open Sans" panose="020B0606030504020204" pitchFamily="34" charset="0"/>
              </a:rPr>
              <a:t>Clinician must re-verify everything</a:t>
            </a:r>
          </a:p>
          <a:p>
            <a:pPr marL="457189" indent="-457189">
              <a:lnSpc>
                <a:spcPts val="2533"/>
              </a:lnSpc>
              <a:buClr>
                <a:schemeClr val="accent2"/>
              </a:buClr>
              <a:buSzPct val="100000"/>
              <a:buChar char="•"/>
            </a:pPr>
            <a:r>
              <a:rPr lang="en-US" sz="1600" dirty="0">
                <a:latin typeface="Open Sans" panose="020B0606030504020204" pitchFamily="34" charset="0"/>
                <a:ea typeface="Open Sans" panose="020B0606030504020204" pitchFamily="34" charset="0"/>
                <a:cs typeface="Open Sans" panose="020B0606030504020204" pitchFamily="34" charset="0"/>
              </a:rPr>
              <a:t>Inconsistent structure across cases</a:t>
            </a:r>
          </a:p>
          <a:p>
            <a:pPr marL="457189" indent="-457189">
              <a:lnSpc>
                <a:spcPts val="2533"/>
              </a:lnSpc>
              <a:buClr>
                <a:schemeClr val="accent2"/>
              </a:buClr>
              <a:buSzPct val="100000"/>
              <a:buChar char="•"/>
            </a:pPr>
            <a:r>
              <a:rPr lang="en-US" sz="1600" dirty="0">
                <a:latin typeface="Open Sans" panose="020B0606030504020204" pitchFamily="34" charset="0"/>
                <a:ea typeface="Open Sans" panose="020B0606030504020204" pitchFamily="34" charset="0"/>
                <a:cs typeface="Open Sans" panose="020B0606030504020204" pitchFamily="34" charset="0"/>
              </a:rPr>
              <a:t>High liability risk for payer submission</a:t>
            </a:r>
          </a:p>
        </p:txBody>
      </p:sp>
      <p:sp>
        <p:nvSpPr>
          <p:cNvPr id="9" name="Text 7"/>
          <p:cNvSpPr/>
          <p:nvPr/>
        </p:nvSpPr>
        <p:spPr>
          <a:xfrm>
            <a:off x="6342289" y="1709531"/>
            <a:ext cx="5242560" cy="6705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Evidence-Grounded RAG</a:t>
            </a:r>
            <a:endParaRPr lang="en-US" sz="20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81490" y="2561453"/>
            <a:ext cx="4764158" cy="1916449"/>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lnSpc>
                <a:spcPts val="2533"/>
              </a:lnSpc>
              <a:buClr>
                <a:schemeClr val="accent1"/>
              </a:buClr>
              <a:buSzPct val="100000"/>
              <a:buChar char="•"/>
            </a:pPr>
            <a:r>
              <a:rPr lang="en-US" sz="1600" dirty="0">
                <a:latin typeface="Open Sans" panose="020B0606030504020204" pitchFamily="34" charset="0"/>
                <a:ea typeface="Open Sans" panose="020B0606030504020204" pitchFamily="34" charset="0"/>
                <a:cs typeface="Open Sans" panose="020B0606030504020204" pitchFamily="34" charset="0"/>
              </a:rPr>
              <a:t>Every claim cites a specific chunk/page</a:t>
            </a:r>
          </a:p>
          <a:p>
            <a:pPr marL="457189" indent="-457189">
              <a:lnSpc>
                <a:spcPts val="2533"/>
              </a:lnSpc>
              <a:buClr>
                <a:schemeClr val="accent1"/>
              </a:buClr>
              <a:buSzPct val="100000"/>
              <a:buChar char="•"/>
            </a:pPr>
            <a:r>
              <a:rPr lang="en-US" sz="1600" dirty="0">
                <a:latin typeface="Open Sans" panose="020B0606030504020204" pitchFamily="34" charset="0"/>
                <a:ea typeface="Open Sans" panose="020B0606030504020204" pitchFamily="34" charset="0"/>
                <a:cs typeface="Open Sans" panose="020B0606030504020204" pitchFamily="34" charset="0"/>
              </a:rPr>
              <a:t>Confidence scoring flags weak evidence</a:t>
            </a:r>
          </a:p>
          <a:p>
            <a:pPr marL="457189" indent="-457189">
              <a:lnSpc>
                <a:spcPts val="2533"/>
              </a:lnSpc>
              <a:buClr>
                <a:schemeClr val="accent1"/>
              </a:buClr>
              <a:buSzPct val="100000"/>
              <a:buChar char="•"/>
            </a:pPr>
            <a:r>
              <a:rPr lang="en-US" sz="1600" dirty="0">
                <a:latin typeface="Open Sans" panose="020B0606030504020204" pitchFamily="34" charset="0"/>
                <a:ea typeface="Open Sans" panose="020B0606030504020204" pitchFamily="34" charset="0"/>
                <a:cs typeface="Open Sans" panose="020B0606030504020204" pitchFamily="34" charset="0"/>
              </a:rPr>
              <a:t>Clinician reviews only flagged items</a:t>
            </a:r>
          </a:p>
          <a:p>
            <a:pPr marL="457189" indent="-457189">
              <a:lnSpc>
                <a:spcPts val="2533"/>
              </a:lnSpc>
              <a:buClr>
                <a:schemeClr val="accent1"/>
              </a:buClr>
              <a:buSzPct val="100000"/>
              <a:buChar char="•"/>
            </a:pPr>
            <a:r>
              <a:rPr lang="en-US" sz="1600" dirty="0">
                <a:latin typeface="Open Sans" panose="020B0606030504020204" pitchFamily="34" charset="0"/>
                <a:ea typeface="Open Sans" panose="020B0606030504020204" pitchFamily="34" charset="0"/>
                <a:cs typeface="Open Sans" panose="020B0606030504020204" pitchFamily="34" charset="0"/>
              </a:rPr>
              <a:t>Standardized payer-ready template</a:t>
            </a:r>
          </a:p>
          <a:p>
            <a:pPr marL="457189" indent="-457189">
              <a:lnSpc>
                <a:spcPts val="2533"/>
              </a:lnSpc>
              <a:buClr>
                <a:schemeClr val="accent1"/>
              </a:buClr>
              <a:buSzPct val="100000"/>
              <a:buChar char="•"/>
            </a:pPr>
            <a:r>
              <a:rPr lang="en-US" sz="1600" dirty="0">
                <a:latin typeface="Open Sans" panose="020B0606030504020204" pitchFamily="34" charset="0"/>
                <a:ea typeface="Open Sans" panose="020B0606030504020204" pitchFamily="34" charset="0"/>
                <a:cs typeface="Open Sans" panose="020B0606030504020204" pitchFamily="34" charset="0"/>
              </a:rPr>
              <a:t>Auditable trail for compliance</a:t>
            </a:r>
          </a:p>
        </p:txBody>
      </p:sp>
      <p:sp>
        <p:nvSpPr>
          <p:cNvPr id="12" name="Shape 1">
            <a:extLst>
              <a:ext uri="{FF2B5EF4-FFF2-40B4-BE49-F238E27FC236}">
                <a16:creationId xmlns:a16="http://schemas.microsoft.com/office/drawing/2014/main" id="{574D298A-1E35-CAA0-D154-2085394D3341}"/>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13" name="Title 12">
            <a:extLst>
              <a:ext uri="{FF2B5EF4-FFF2-40B4-BE49-F238E27FC236}">
                <a16:creationId xmlns:a16="http://schemas.microsoft.com/office/drawing/2014/main" id="{2747701D-2D83-A4E8-FC61-FAAF9D44293A}"/>
              </a:ext>
            </a:extLst>
          </p:cNvPr>
          <p:cNvSpPr>
            <a:spLocks noGrp="1"/>
          </p:cNvSpPr>
          <p:nvPr>
            <p:ph type="title"/>
          </p:nvPr>
        </p:nvSpPr>
        <p:spPr>
          <a:xfrm>
            <a:off x="605364" y="498666"/>
            <a:ext cx="10854797" cy="584775"/>
          </a:xfrm>
        </p:spPr>
        <p:txBody>
          <a:bodyPr/>
          <a:lstStyle/>
          <a:p>
            <a:r>
              <a:rPr lang="en-US" sz="3200" dirty="0">
                <a:latin typeface="Open Sans" panose="020B0606030504020204" pitchFamily="34" charset="0"/>
              </a:rPr>
              <a:t>Naive Summarization vs. Evidence-Grounded RAG</a:t>
            </a:r>
          </a:p>
        </p:txBody>
      </p:sp>
    </p:spTree>
    <p:extLst>
      <p:ext uri="{BB962C8B-B14F-4D97-AF65-F5344CB8AC3E}">
        <p14:creationId xmlns:p14="http://schemas.microsoft.com/office/powerpoint/2010/main" val="3302339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1B22049C-7D84-1099-20FB-27FD3A9C7AED}"/>
              </a:ext>
            </a:extLst>
          </p:cNvPr>
          <p:cNvSpPr/>
          <p:nvPr/>
        </p:nvSpPr>
        <p:spPr>
          <a:xfrm>
            <a:off x="4315450" y="2341042"/>
            <a:ext cx="1711347" cy="1922846"/>
          </a:xfrm>
          <a:prstGeom prst="roundRect">
            <a:avLst>
              <a:gd name="adj" fmla="val 300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 name="Rounded Rectangle 3">
            <a:extLst>
              <a:ext uri="{FF2B5EF4-FFF2-40B4-BE49-F238E27FC236}">
                <a16:creationId xmlns:a16="http://schemas.microsoft.com/office/drawing/2014/main" id="{EC750299-598A-197D-E4C7-FACDEB7E8EB4}"/>
              </a:ext>
            </a:extLst>
          </p:cNvPr>
          <p:cNvSpPr/>
          <p:nvPr/>
        </p:nvSpPr>
        <p:spPr>
          <a:xfrm>
            <a:off x="625071" y="2341042"/>
            <a:ext cx="1711347" cy="1922846"/>
          </a:xfrm>
          <a:prstGeom prst="roundRect">
            <a:avLst>
              <a:gd name="adj" fmla="val 300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5" name="Rounded Rectangle 4">
            <a:extLst>
              <a:ext uri="{FF2B5EF4-FFF2-40B4-BE49-F238E27FC236}">
                <a16:creationId xmlns:a16="http://schemas.microsoft.com/office/drawing/2014/main" id="{43EB366F-2E2F-FB3A-50BA-9265CB2B8918}"/>
              </a:ext>
            </a:extLst>
          </p:cNvPr>
          <p:cNvSpPr/>
          <p:nvPr/>
        </p:nvSpPr>
        <p:spPr>
          <a:xfrm>
            <a:off x="2472436" y="2341042"/>
            <a:ext cx="1711347" cy="1922846"/>
          </a:xfrm>
          <a:prstGeom prst="roundRect">
            <a:avLst>
              <a:gd name="adj" fmla="val 300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Rounded Rectangle 6">
            <a:extLst>
              <a:ext uri="{FF2B5EF4-FFF2-40B4-BE49-F238E27FC236}">
                <a16:creationId xmlns:a16="http://schemas.microsoft.com/office/drawing/2014/main" id="{D58CA177-208A-C66E-6924-7E6767D47435}"/>
              </a:ext>
            </a:extLst>
          </p:cNvPr>
          <p:cNvSpPr/>
          <p:nvPr/>
        </p:nvSpPr>
        <p:spPr>
          <a:xfrm>
            <a:off x="6158464" y="2341042"/>
            <a:ext cx="1711347" cy="1922846"/>
          </a:xfrm>
          <a:prstGeom prst="roundRect">
            <a:avLst>
              <a:gd name="adj" fmla="val 300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9" name="Rounded Rectangle 8">
            <a:extLst>
              <a:ext uri="{FF2B5EF4-FFF2-40B4-BE49-F238E27FC236}">
                <a16:creationId xmlns:a16="http://schemas.microsoft.com/office/drawing/2014/main" id="{A028348B-15DA-1F42-F29D-EB890D71C193}"/>
              </a:ext>
            </a:extLst>
          </p:cNvPr>
          <p:cNvSpPr/>
          <p:nvPr/>
        </p:nvSpPr>
        <p:spPr>
          <a:xfrm>
            <a:off x="8003665" y="2341042"/>
            <a:ext cx="1711347" cy="1922846"/>
          </a:xfrm>
          <a:prstGeom prst="roundRect">
            <a:avLst>
              <a:gd name="adj" fmla="val 300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0" name="Rounded Rectangle 9">
            <a:extLst>
              <a:ext uri="{FF2B5EF4-FFF2-40B4-BE49-F238E27FC236}">
                <a16:creationId xmlns:a16="http://schemas.microsoft.com/office/drawing/2014/main" id="{91F2D239-4DAE-D4A2-10AC-2472685B035B}"/>
              </a:ext>
            </a:extLst>
          </p:cNvPr>
          <p:cNvSpPr/>
          <p:nvPr/>
        </p:nvSpPr>
        <p:spPr>
          <a:xfrm>
            <a:off x="9848866" y="2341042"/>
            <a:ext cx="1711347" cy="1922846"/>
          </a:xfrm>
          <a:prstGeom prst="roundRect">
            <a:avLst>
              <a:gd name="adj" fmla="val 300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8" name="TextBox 7"/>
          <p:cNvSpPr txBox="1"/>
          <p:nvPr/>
        </p:nvSpPr>
        <p:spPr>
          <a:xfrm>
            <a:off x="683982" y="3753086"/>
            <a:ext cx="1627632" cy="274320"/>
          </a:xfrm>
          <a:prstGeom prst="rect">
            <a:avLst/>
          </a:prstGeom>
          <a:noFill/>
          <a:ln>
            <a:noFill/>
          </a:ln>
        </p:spPr>
        <p:txBody>
          <a:bodyPr wrap="square" lIns="0" tIns="0" rIns="0" bIns="0" anchor="t">
            <a:noAutofit/>
          </a:bodyPr>
          <a:lstStyle/>
          <a:p>
            <a:pPr algn="ctr">
              <a:lnSpc>
                <a:spcPct val="100000"/>
              </a:lnSpc>
              <a:spcAft>
                <a:spcPts val="0"/>
              </a:spcAft>
            </a:pPr>
            <a:r>
              <a:rPr lang="en-US" sz="1600" b="1" dirty="0">
                <a:solidFill>
                  <a:schemeClr val="accent2"/>
                </a:solidFill>
                <a:latin typeface="Open Sans"/>
                <a:ea typeface="Open Sans"/>
                <a:cs typeface="Open Sans"/>
              </a:rPr>
              <a:t>RETRIEVAL</a:t>
            </a:r>
            <a:endParaRPr lang="en-US" sz="16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p:cNvSpPr txBox="1"/>
          <p:nvPr/>
        </p:nvSpPr>
        <p:spPr>
          <a:xfrm>
            <a:off x="2523263" y="3753086"/>
            <a:ext cx="1627632" cy="274320"/>
          </a:xfrm>
          <a:prstGeom prst="rect">
            <a:avLst/>
          </a:prstGeom>
          <a:noFill/>
          <a:ln>
            <a:noFill/>
          </a:ln>
        </p:spPr>
        <p:txBody>
          <a:bodyPr wrap="square" lIns="0" tIns="0" rIns="0" bIns="0" anchor="t">
            <a:noAutofit/>
          </a:bodyPr>
          <a:lstStyle/>
          <a:p>
            <a:pPr algn="ctr">
              <a:lnSpc>
                <a:spcPct val="100000"/>
              </a:lnSpc>
              <a:spcAft>
                <a:spcPts val="0"/>
              </a:spcAft>
            </a:pPr>
            <a:r>
              <a:rPr lang="en-US" sz="1600" b="1" dirty="0">
                <a:solidFill>
                  <a:schemeClr val="accent2"/>
                </a:solidFill>
                <a:latin typeface="Open Sans"/>
                <a:ea typeface="Open Sans"/>
                <a:cs typeface="Open Sans"/>
              </a:rPr>
              <a:t>DRAFTING</a:t>
            </a:r>
            <a:endParaRPr sz="16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p:cNvSpPr txBox="1"/>
          <p:nvPr/>
        </p:nvSpPr>
        <p:spPr>
          <a:xfrm>
            <a:off x="4362544" y="3753086"/>
            <a:ext cx="1627632" cy="274320"/>
          </a:xfrm>
          <a:prstGeom prst="rect">
            <a:avLst/>
          </a:prstGeom>
          <a:noFill/>
          <a:ln>
            <a:noFill/>
          </a:ln>
        </p:spPr>
        <p:txBody>
          <a:bodyPr wrap="square" lIns="0" tIns="0" rIns="0" bIns="0" anchor="t">
            <a:noAutofit/>
          </a:bodyPr>
          <a:lstStyle/>
          <a:p>
            <a:pPr algn="ctr">
              <a:lnSpc>
                <a:spcPct val="100000"/>
              </a:lnSpc>
              <a:spcAft>
                <a:spcPts val="0"/>
              </a:spcAft>
            </a:pPr>
            <a:r>
              <a:rPr lang="en-US" sz="1600" b="1" dirty="0">
                <a:solidFill>
                  <a:schemeClr val="accent2"/>
                </a:solidFill>
                <a:latin typeface="Open Sans"/>
                <a:ea typeface="Open Sans"/>
                <a:cs typeface="Open Sans"/>
              </a:rPr>
              <a:t>REVIEW</a:t>
            </a:r>
            <a:endParaRPr lang="en-US" sz="16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p:cNvSpPr txBox="1"/>
          <p:nvPr/>
        </p:nvSpPr>
        <p:spPr>
          <a:xfrm>
            <a:off x="6201825" y="3753086"/>
            <a:ext cx="1627632" cy="274320"/>
          </a:xfrm>
          <a:prstGeom prst="rect">
            <a:avLst/>
          </a:prstGeom>
          <a:noFill/>
          <a:ln>
            <a:noFill/>
          </a:ln>
        </p:spPr>
        <p:txBody>
          <a:bodyPr wrap="square" lIns="0" tIns="0" rIns="0" bIns="0" anchor="t">
            <a:noAutofit/>
          </a:bodyPr>
          <a:lstStyle/>
          <a:p>
            <a:pPr algn="ctr">
              <a:lnSpc>
                <a:spcPct val="100000"/>
              </a:lnSpc>
              <a:spcAft>
                <a:spcPts val="0"/>
              </a:spcAft>
            </a:pPr>
            <a:r>
              <a:rPr lang="en-US" sz="1600" b="1" dirty="0">
                <a:solidFill>
                  <a:schemeClr val="accent2"/>
                </a:solidFill>
                <a:latin typeface="Open Sans"/>
                <a:ea typeface="Open Sans"/>
                <a:cs typeface="Open Sans"/>
              </a:rPr>
              <a:t>SUPERVISOR</a:t>
            </a:r>
            <a:endParaRPr lang="en-US" sz="16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TextBox 23"/>
          <p:cNvSpPr txBox="1"/>
          <p:nvPr/>
        </p:nvSpPr>
        <p:spPr>
          <a:xfrm>
            <a:off x="8041106" y="3753086"/>
            <a:ext cx="1627632" cy="274320"/>
          </a:xfrm>
          <a:prstGeom prst="rect">
            <a:avLst/>
          </a:prstGeom>
          <a:noFill/>
          <a:ln>
            <a:noFill/>
          </a:ln>
        </p:spPr>
        <p:txBody>
          <a:bodyPr wrap="square" lIns="0" tIns="0" rIns="0" bIns="0" anchor="t">
            <a:noAutofit/>
          </a:bodyPr>
          <a:lstStyle/>
          <a:p>
            <a:pPr algn="ctr">
              <a:lnSpc>
                <a:spcPct val="100000"/>
              </a:lnSpc>
              <a:spcAft>
                <a:spcPts val="0"/>
              </a:spcAft>
            </a:pPr>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PERSISTENCE</a:t>
            </a:r>
            <a:endParaRPr lang="en-US" sz="16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TextBox 27"/>
          <p:cNvSpPr txBox="1"/>
          <p:nvPr/>
        </p:nvSpPr>
        <p:spPr>
          <a:xfrm>
            <a:off x="9880385" y="3753086"/>
            <a:ext cx="1627632" cy="274320"/>
          </a:xfrm>
          <a:prstGeom prst="rect">
            <a:avLst/>
          </a:prstGeom>
          <a:noFill/>
          <a:ln>
            <a:noFill/>
          </a:ln>
        </p:spPr>
        <p:txBody>
          <a:bodyPr wrap="square" lIns="0" tIns="0" rIns="0" bIns="0" anchor="t">
            <a:noAutofit/>
          </a:bodyPr>
          <a:lstStyle/>
          <a:p>
            <a:pPr algn="ctr"/>
            <a:r>
              <a:rPr lang="en-US" sz="1600" b="1" dirty="0">
                <a:solidFill>
                  <a:schemeClr val="accent2"/>
                </a:solidFill>
                <a:latin typeface="Open Sans"/>
                <a:ea typeface="Open Sans"/>
                <a:cs typeface="Open Sans"/>
              </a:rPr>
              <a:t>LLM CONFIG</a:t>
            </a:r>
            <a:endParaRPr lang="en-US" sz="16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Title 34">
            <a:extLst>
              <a:ext uri="{FF2B5EF4-FFF2-40B4-BE49-F238E27FC236}">
                <a16:creationId xmlns:a16="http://schemas.microsoft.com/office/drawing/2014/main" id="{1D769168-B975-14DF-BD53-753F05B0E4B9}"/>
              </a:ext>
            </a:extLst>
          </p:cNvPr>
          <p:cNvSpPr>
            <a:spLocks noGrp="1"/>
          </p:cNvSpPr>
          <p:nvPr>
            <p:ph type="title"/>
          </p:nvPr>
        </p:nvSpPr>
        <p:spPr>
          <a:xfrm>
            <a:off x="605364" y="498666"/>
            <a:ext cx="10854797" cy="646331"/>
          </a:xfrm>
        </p:spPr>
        <p:txBody>
          <a:bodyPr wrap="square" lIns="91440" tIns="45720" rIns="91440" bIns="45720" anchor="t">
            <a:spAutoFit/>
          </a:bodyPr>
          <a:lstStyle/>
          <a:p>
            <a:r>
              <a:rPr lang="en-IN" dirty="0">
                <a:latin typeface="Open Sans"/>
                <a:ea typeface="Open Sans"/>
                <a:cs typeface="Open Sans"/>
              </a:rPr>
              <a:t>Move through six implementation tasks</a:t>
            </a:r>
          </a:p>
        </p:txBody>
      </p:sp>
      <p:sp>
        <p:nvSpPr>
          <p:cNvPr id="36" name="Rectangle 35">
            <a:extLst>
              <a:ext uri="{FF2B5EF4-FFF2-40B4-BE49-F238E27FC236}">
                <a16:creationId xmlns:a16="http://schemas.microsoft.com/office/drawing/2014/main" id="{5A6A0ED0-369F-CCD3-EE31-79C4E33F762E}"/>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WALKTHROUGH MAP</a:t>
            </a:r>
          </a:p>
        </p:txBody>
      </p:sp>
      <p:sp>
        <p:nvSpPr>
          <p:cNvPr id="37" name="Shape 1">
            <a:extLst>
              <a:ext uri="{FF2B5EF4-FFF2-40B4-BE49-F238E27FC236}">
                <a16:creationId xmlns:a16="http://schemas.microsoft.com/office/drawing/2014/main" id="{F6BCACB2-8139-06F7-B9BF-2F44486AA9A7}"/>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38" name="Oval 37">
            <a:extLst>
              <a:ext uri="{FF2B5EF4-FFF2-40B4-BE49-F238E27FC236}">
                <a16:creationId xmlns:a16="http://schemas.microsoft.com/office/drawing/2014/main" id="{E41B4BC6-A8FC-B0A4-754F-3CFB250C2026}"/>
              </a:ext>
            </a:extLst>
          </p:cNvPr>
          <p:cNvSpPr/>
          <p:nvPr/>
        </p:nvSpPr>
        <p:spPr>
          <a:xfrm>
            <a:off x="1281798" y="2126776"/>
            <a:ext cx="432000" cy="43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1</a:t>
            </a:r>
          </a:p>
        </p:txBody>
      </p:sp>
      <p:pic>
        <p:nvPicPr>
          <p:cNvPr id="13" name="Graphic 12">
            <a:extLst>
              <a:ext uri="{FF2B5EF4-FFF2-40B4-BE49-F238E27FC236}">
                <a16:creationId xmlns:a16="http://schemas.microsoft.com/office/drawing/2014/main" id="{7208533A-C489-B0A0-A2D9-4D7EE48872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81797" y="2783759"/>
            <a:ext cx="575405" cy="575405"/>
          </a:xfrm>
          <a:prstGeom prst="rect">
            <a:avLst/>
          </a:prstGeom>
        </p:spPr>
      </p:pic>
      <p:sp>
        <p:nvSpPr>
          <p:cNvPr id="39" name="Oval 38">
            <a:extLst>
              <a:ext uri="{FF2B5EF4-FFF2-40B4-BE49-F238E27FC236}">
                <a16:creationId xmlns:a16="http://schemas.microsoft.com/office/drawing/2014/main" id="{B344878C-06FC-0646-B8AE-7142F9F6A9CB}"/>
              </a:ext>
            </a:extLst>
          </p:cNvPr>
          <p:cNvSpPr/>
          <p:nvPr/>
        </p:nvSpPr>
        <p:spPr>
          <a:xfrm>
            <a:off x="3120578" y="2126776"/>
            <a:ext cx="432000" cy="43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2</a:t>
            </a:r>
          </a:p>
        </p:txBody>
      </p:sp>
      <p:sp>
        <p:nvSpPr>
          <p:cNvPr id="40" name="Oval 39">
            <a:extLst>
              <a:ext uri="{FF2B5EF4-FFF2-40B4-BE49-F238E27FC236}">
                <a16:creationId xmlns:a16="http://schemas.microsoft.com/office/drawing/2014/main" id="{4328C271-365D-AE13-8BB2-4A55CD1B206F}"/>
              </a:ext>
            </a:extLst>
          </p:cNvPr>
          <p:cNvSpPr/>
          <p:nvPr/>
        </p:nvSpPr>
        <p:spPr>
          <a:xfrm>
            <a:off x="4959358" y="2126776"/>
            <a:ext cx="432000" cy="43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3</a:t>
            </a:r>
          </a:p>
        </p:txBody>
      </p:sp>
      <p:sp>
        <p:nvSpPr>
          <p:cNvPr id="41" name="Oval 40">
            <a:extLst>
              <a:ext uri="{FF2B5EF4-FFF2-40B4-BE49-F238E27FC236}">
                <a16:creationId xmlns:a16="http://schemas.microsoft.com/office/drawing/2014/main" id="{25AA164D-47B7-C8F1-C505-E74F78485DD9}"/>
              </a:ext>
            </a:extLst>
          </p:cNvPr>
          <p:cNvSpPr/>
          <p:nvPr/>
        </p:nvSpPr>
        <p:spPr>
          <a:xfrm>
            <a:off x="6798138" y="2126776"/>
            <a:ext cx="432000" cy="43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4</a:t>
            </a:r>
          </a:p>
        </p:txBody>
      </p:sp>
      <p:sp>
        <p:nvSpPr>
          <p:cNvPr id="42" name="Oval 41">
            <a:extLst>
              <a:ext uri="{FF2B5EF4-FFF2-40B4-BE49-F238E27FC236}">
                <a16:creationId xmlns:a16="http://schemas.microsoft.com/office/drawing/2014/main" id="{CEBDBD92-4FA9-E26F-6B32-675EC98D383D}"/>
              </a:ext>
            </a:extLst>
          </p:cNvPr>
          <p:cNvSpPr/>
          <p:nvPr/>
        </p:nvSpPr>
        <p:spPr>
          <a:xfrm>
            <a:off x="8636918" y="2126776"/>
            <a:ext cx="432000" cy="43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5</a:t>
            </a:r>
          </a:p>
        </p:txBody>
      </p:sp>
      <p:sp>
        <p:nvSpPr>
          <p:cNvPr id="43" name="Oval 42">
            <a:extLst>
              <a:ext uri="{FF2B5EF4-FFF2-40B4-BE49-F238E27FC236}">
                <a16:creationId xmlns:a16="http://schemas.microsoft.com/office/drawing/2014/main" id="{16B848DE-D0A3-F9E0-5963-A4FA9DA79172}"/>
              </a:ext>
            </a:extLst>
          </p:cNvPr>
          <p:cNvSpPr/>
          <p:nvPr/>
        </p:nvSpPr>
        <p:spPr>
          <a:xfrm>
            <a:off x="10475697" y="2126776"/>
            <a:ext cx="432000" cy="43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6</a:t>
            </a:r>
          </a:p>
        </p:txBody>
      </p:sp>
      <p:pic>
        <p:nvPicPr>
          <p:cNvPr id="15" name="Graphic 14">
            <a:extLst>
              <a:ext uri="{FF2B5EF4-FFF2-40B4-BE49-F238E27FC236}">
                <a16:creationId xmlns:a16="http://schemas.microsoft.com/office/drawing/2014/main" id="{F7E8B698-A508-5B7E-750F-8BDFB17C83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64568" y="2807920"/>
            <a:ext cx="527083" cy="527083"/>
          </a:xfrm>
          <a:prstGeom prst="rect">
            <a:avLst/>
          </a:prstGeom>
        </p:spPr>
      </p:pic>
      <p:pic>
        <p:nvPicPr>
          <p:cNvPr id="19" name="Graphic 18">
            <a:extLst>
              <a:ext uri="{FF2B5EF4-FFF2-40B4-BE49-F238E27FC236}">
                <a16:creationId xmlns:a16="http://schemas.microsoft.com/office/drawing/2014/main" id="{11EC9A01-E407-E6CF-E9C4-B861F69850A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26451" y="2826789"/>
            <a:ext cx="489345" cy="489345"/>
          </a:xfrm>
          <a:prstGeom prst="rect">
            <a:avLst/>
          </a:prstGeom>
        </p:spPr>
      </p:pic>
      <p:pic>
        <p:nvPicPr>
          <p:cNvPr id="22" name="Graphic 21">
            <a:extLst>
              <a:ext uri="{FF2B5EF4-FFF2-40B4-BE49-F238E27FC236}">
                <a16:creationId xmlns:a16="http://schemas.microsoft.com/office/drawing/2014/main" id="{C5202F02-0219-F91D-3BE1-F43DAC0CC6A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10993" y="2768318"/>
            <a:ext cx="606287" cy="606287"/>
          </a:xfrm>
          <a:prstGeom prst="rect">
            <a:avLst/>
          </a:prstGeom>
        </p:spPr>
      </p:pic>
      <p:pic>
        <p:nvPicPr>
          <p:cNvPr id="25" name="Graphic 24">
            <a:extLst>
              <a:ext uri="{FF2B5EF4-FFF2-40B4-BE49-F238E27FC236}">
                <a16:creationId xmlns:a16="http://schemas.microsoft.com/office/drawing/2014/main" id="{2191D7F8-D2CE-A3A3-7864-5889429208E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97318" y="2715861"/>
            <a:ext cx="711200" cy="711200"/>
          </a:xfrm>
          <a:prstGeom prst="rect">
            <a:avLst/>
          </a:prstGeom>
        </p:spPr>
      </p:pic>
      <p:pic>
        <p:nvPicPr>
          <p:cNvPr id="27" name="Graphic 26">
            <a:extLst>
              <a:ext uri="{FF2B5EF4-FFF2-40B4-BE49-F238E27FC236}">
                <a16:creationId xmlns:a16="http://schemas.microsoft.com/office/drawing/2014/main" id="{16B0E0ED-FDAB-E2FB-D03E-9EA9A4038C3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423509" y="2790432"/>
            <a:ext cx="562059" cy="562059"/>
          </a:xfrm>
          <a:prstGeom prst="rect">
            <a:avLst/>
          </a:prstGeom>
        </p:spPr>
      </p:pic>
    </p:spTree>
    <p:custDataLst>
      <p:tags r:id="rId1"/>
    </p:custDataLst>
    <p:extLst>
      <p:ext uri="{BB962C8B-B14F-4D97-AF65-F5344CB8AC3E}">
        <p14:creationId xmlns:p14="http://schemas.microsoft.com/office/powerpoint/2010/main" val="751605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ounded Rectangle 36">
            <a:extLst>
              <a:ext uri="{FF2B5EF4-FFF2-40B4-BE49-F238E27FC236}">
                <a16:creationId xmlns:a16="http://schemas.microsoft.com/office/drawing/2014/main" id="{FA505E9B-85F1-2A52-2399-0A8C8E901185}"/>
              </a:ext>
            </a:extLst>
          </p:cNvPr>
          <p:cNvSpPr/>
          <p:nvPr/>
        </p:nvSpPr>
        <p:spPr>
          <a:xfrm>
            <a:off x="6756791" y="2376385"/>
            <a:ext cx="3878078" cy="55037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8" name="Rounded Rectangle 37">
            <a:extLst>
              <a:ext uri="{FF2B5EF4-FFF2-40B4-BE49-F238E27FC236}">
                <a16:creationId xmlns:a16="http://schemas.microsoft.com/office/drawing/2014/main" id="{F97E7B71-A7B8-2590-C164-6BCF1BC8DE38}"/>
              </a:ext>
            </a:extLst>
          </p:cNvPr>
          <p:cNvSpPr/>
          <p:nvPr/>
        </p:nvSpPr>
        <p:spPr>
          <a:xfrm>
            <a:off x="1557131" y="3433997"/>
            <a:ext cx="3878078" cy="55037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9" name="Rounded Rectangle 38">
            <a:extLst>
              <a:ext uri="{FF2B5EF4-FFF2-40B4-BE49-F238E27FC236}">
                <a16:creationId xmlns:a16="http://schemas.microsoft.com/office/drawing/2014/main" id="{C3A8FD58-E943-2710-A2B8-A1DC47AA881F}"/>
              </a:ext>
            </a:extLst>
          </p:cNvPr>
          <p:cNvSpPr/>
          <p:nvPr/>
        </p:nvSpPr>
        <p:spPr>
          <a:xfrm>
            <a:off x="6756791" y="3391157"/>
            <a:ext cx="3878078" cy="55037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3" name="Rounded Rectangle 32">
            <a:extLst>
              <a:ext uri="{FF2B5EF4-FFF2-40B4-BE49-F238E27FC236}">
                <a16:creationId xmlns:a16="http://schemas.microsoft.com/office/drawing/2014/main" id="{9273AEA9-81D0-D550-0E02-DE60247B0283}"/>
              </a:ext>
            </a:extLst>
          </p:cNvPr>
          <p:cNvSpPr/>
          <p:nvPr/>
        </p:nvSpPr>
        <p:spPr>
          <a:xfrm>
            <a:off x="1557131" y="2376385"/>
            <a:ext cx="3878078" cy="55037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Oval 6">
            <a:extLst>
              <a:ext uri="{C183D7F6-B498-43B3-948B-1728B52AA6E4}">
                <adec:decorative xmlns:adec="http://schemas.microsoft.com/office/drawing/2017/decorative" val="1"/>
              </a:ext>
            </a:extLst>
          </p:cNvPr>
          <p:cNvSpPr>
            <a:spLocks noChangeAspect="1"/>
          </p:cNvSpPr>
          <p:nvPr/>
        </p:nvSpPr>
        <p:spPr>
          <a:xfrm>
            <a:off x="1733032" y="2471571"/>
            <a:ext cx="360000" cy="360000"/>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800" b="1">
                <a:latin typeface="Open Sans" panose="020B0606030504020204" pitchFamily="34" charset="0"/>
                <a:ea typeface="Open Sans" panose="020B0606030504020204" pitchFamily="34" charset="0"/>
                <a:cs typeface="Open Sans" panose="020B0606030504020204" pitchFamily="34" charset="0"/>
              </a:rPr>
              <a:t>1</a:t>
            </a:r>
            <a:endParaRPr sz="1800" b="1">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p:cNvSpPr txBox="1"/>
          <p:nvPr/>
        </p:nvSpPr>
        <p:spPr>
          <a:xfrm>
            <a:off x="2345038" y="2514411"/>
            <a:ext cx="3090171" cy="274320"/>
          </a:xfrm>
          <a:prstGeom prst="rect">
            <a:avLst/>
          </a:prstGeom>
          <a:noFill/>
          <a:ln>
            <a:noFill/>
          </a:ln>
        </p:spPr>
        <p:txBody>
          <a:bodyPr wrap="square" lIns="0" tIns="0" rIns="0" bIns="0" anchor="t">
            <a:noAutofit/>
          </a:bodyPr>
          <a:lstStyle/>
          <a:p>
            <a:r>
              <a:rPr lang="en-US" sz="1600" b="1" dirty="0">
                <a:latin typeface="Open Sans"/>
                <a:ea typeface="Open Sans"/>
                <a:cs typeface="Open Sans"/>
              </a:rPr>
              <a:t>Clear evidence </a:t>
            </a:r>
            <a:endParaRPr lang="en-US" sz="1600" b="1" i="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Oval 11">
            <a:extLst>
              <a:ext uri="{C183D7F6-B498-43B3-948B-1728B52AA6E4}">
                <adec:decorative xmlns:adec="http://schemas.microsoft.com/office/drawing/2017/decorative" val="1"/>
              </a:ext>
            </a:extLst>
          </p:cNvPr>
          <p:cNvSpPr>
            <a:spLocks noChangeAspect="1"/>
          </p:cNvSpPr>
          <p:nvPr/>
        </p:nvSpPr>
        <p:spPr>
          <a:xfrm>
            <a:off x="6929171" y="2471571"/>
            <a:ext cx="360000" cy="360000"/>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800" b="1">
                <a:latin typeface="Open Sans" panose="020B0606030504020204" pitchFamily="34" charset="0"/>
                <a:ea typeface="Open Sans" panose="020B0606030504020204" pitchFamily="34" charset="0"/>
                <a:cs typeface="Open Sans" panose="020B0606030504020204" pitchFamily="34" charset="0"/>
              </a:rPr>
              <a:t>2</a:t>
            </a:r>
            <a:endParaRPr sz="1800" b="1">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p:cNvSpPr txBox="1"/>
          <p:nvPr/>
        </p:nvSpPr>
        <p:spPr>
          <a:xfrm>
            <a:off x="7544698" y="2514411"/>
            <a:ext cx="3090171" cy="274320"/>
          </a:xfrm>
          <a:prstGeom prst="rect">
            <a:avLst/>
          </a:prstGeom>
          <a:noFill/>
          <a:ln>
            <a:noFill/>
          </a:ln>
        </p:spPr>
        <p:txBody>
          <a:bodyPr wrap="square" lIns="0" tIns="0" rIns="0" bIns="0" anchor="t">
            <a:noAutofit/>
          </a:bodyPr>
          <a:lstStyle/>
          <a:p>
            <a:r>
              <a:rPr lang="en-US" sz="1600" b="1" dirty="0">
                <a:latin typeface="Open Sans"/>
                <a:ea typeface="Open Sans"/>
                <a:cs typeface="Open Sans"/>
              </a:rPr>
              <a:t>Partial evidence </a:t>
            </a:r>
            <a:endParaRPr lang="en-US" sz="1600" b="1" i="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Oval 16">
            <a:extLst>
              <a:ext uri="{C183D7F6-B498-43B3-948B-1728B52AA6E4}">
                <adec:decorative xmlns:adec="http://schemas.microsoft.com/office/drawing/2017/decorative" val="1"/>
              </a:ext>
            </a:extLst>
          </p:cNvPr>
          <p:cNvSpPr>
            <a:spLocks noChangeAspect="1"/>
          </p:cNvSpPr>
          <p:nvPr/>
        </p:nvSpPr>
        <p:spPr>
          <a:xfrm>
            <a:off x="1729511" y="3529183"/>
            <a:ext cx="360000" cy="360000"/>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800" b="1">
                <a:latin typeface="Open Sans" panose="020B0606030504020204" pitchFamily="34" charset="0"/>
                <a:ea typeface="Open Sans" panose="020B0606030504020204" pitchFamily="34" charset="0"/>
                <a:cs typeface="Open Sans" panose="020B0606030504020204" pitchFamily="34" charset="0"/>
              </a:rPr>
              <a:t>3</a:t>
            </a:r>
            <a:endParaRPr sz="18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18"/>
          <p:cNvSpPr txBox="1"/>
          <p:nvPr/>
        </p:nvSpPr>
        <p:spPr>
          <a:xfrm>
            <a:off x="2345038" y="3572023"/>
            <a:ext cx="3090171" cy="274320"/>
          </a:xfrm>
          <a:prstGeom prst="rect">
            <a:avLst/>
          </a:prstGeom>
          <a:noFill/>
          <a:ln>
            <a:noFill/>
          </a:ln>
        </p:spPr>
        <p:txBody>
          <a:bodyPr wrap="square" lIns="0" tIns="0" rIns="0" bIns="0" anchor="t">
            <a:noAutofit/>
          </a:bodyPr>
          <a:lstStyle/>
          <a:p>
            <a:r>
              <a:rPr lang="en-US" sz="1600" b="1" dirty="0">
                <a:latin typeface="Open Sans"/>
                <a:ea typeface="Open Sans"/>
                <a:cs typeface="Open Sans"/>
              </a:rPr>
              <a:t>No relevant evidence</a:t>
            </a:r>
            <a:endParaRPr lang="en-US" sz="1600" b="1" i="0" dirty="0">
              <a:latin typeface="Open Sans" panose="020B0606030504020204" pitchFamily="34" charset="0"/>
              <a:ea typeface="Open Sans" panose="020B0606030504020204" pitchFamily="34" charset="0"/>
              <a:cs typeface="Open Sans" panose="020B0606030504020204" pitchFamily="34" charset="0"/>
            </a:endParaRPr>
          </a:p>
        </p:txBody>
      </p:sp>
      <p:sp>
        <p:nvSpPr>
          <p:cNvPr id="22" name="Oval 21">
            <a:extLst>
              <a:ext uri="{C183D7F6-B498-43B3-948B-1728B52AA6E4}">
                <adec:decorative xmlns:adec="http://schemas.microsoft.com/office/drawing/2017/decorative" val="1"/>
              </a:ext>
            </a:extLst>
          </p:cNvPr>
          <p:cNvSpPr>
            <a:spLocks noChangeAspect="1"/>
          </p:cNvSpPr>
          <p:nvPr/>
        </p:nvSpPr>
        <p:spPr>
          <a:xfrm>
            <a:off x="6929171" y="3486343"/>
            <a:ext cx="360000" cy="360000"/>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800" b="1">
                <a:latin typeface="Open Sans" panose="020B0606030504020204" pitchFamily="34" charset="0"/>
                <a:ea typeface="Open Sans" panose="020B0606030504020204" pitchFamily="34" charset="0"/>
                <a:cs typeface="Open Sans" panose="020B0606030504020204" pitchFamily="34" charset="0"/>
              </a:rPr>
              <a:t>4</a:t>
            </a:r>
            <a:endParaRPr sz="1800"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Box 23"/>
          <p:cNvSpPr txBox="1"/>
          <p:nvPr/>
        </p:nvSpPr>
        <p:spPr>
          <a:xfrm>
            <a:off x="7544698" y="3529183"/>
            <a:ext cx="3090171" cy="274320"/>
          </a:xfrm>
          <a:prstGeom prst="rect">
            <a:avLst/>
          </a:prstGeom>
          <a:noFill/>
          <a:ln>
            <a:noFill/>
          </a:ln>
        </p:spPr>
        <p:txBody>
          <a:bodyPr wrap="square" lIns="0" tIns="0" rIns="0" bIns="0" anchor="t">
            <a:noAutofit/>
          </a:bodyPr>
          <a:lstStyle/>
          <a:p>
            <a:r>
              <a:rPr lang="en-US" sz="1600" b="1" dirty="0">
                <a:latin typeface="Open Sans"/>
                <a:ea typeface="Open Sans"/>
                <a:cs typeface="Open Sans"/>
              </a:rPr>
              <a:t>Adversarial chunk </a:t>
            </a:r>
            <a:endParaRPr lang="en-US" sz="1600" b="1" i="0" dirty="0">
              <a:latin typeface="Open Sans" panose="020B0606030504020204" pitchFamily="34" charset="0"/>
              <a:ea typeface="Open Sans" panose="020B0606030504020204" pitchFamily="34" charset="0"/>
              <a:cs typeface="Open Sans" panose="020B0606030504020204" pitchFamily="34" charset="0"/>
            </a:endParaRPr>
          </a:p>
        </p:txBody>
      </p:sp>
      <p:sp>
        <p:nvSpPr>
          <p:cNvPr id="34" name="Title 33">
            <a:extLst>
              <a:ext uri="{FF2B5EF4-FFF2-40B4-BE49-F238E27FC236}">
                <a16:creationId xmlns:a16="http://schemas.microsoft.com/office/drawing/2014/main" id="{D3FFAF82-2BB3-7DF8-7E13-DDB986705AB9}"/>
              </a:ext>
            </a:extLst>
          </p:cNvPr>
          <p:cNvSpPr>
            <a:spLocks noGrp="1"/>
          </p:cNvSpPr>
          <p:nvPr>
            <p:ph type="title"/>
          </p:nvPr>
        </p:nvSpPr>
        <p:spPr>
          <a:xfrm>
            <a:off x="605364" y="498666"/>
            <a:ext cx="10854797" cy="646331"/>
          </a:xfrm>
        </p:spPr>
        <p:txBody>
          <a:bodyPr wrap="square" lIns="91440" tIns="45720" rIns="91440" bIns="45720" anchor="t">
            <a:spAutoFit/>
          </a:bodyPr>
          <a:lstStyle/>
          <a:p>
            <a:r>
              <a:rPr lang="en-IN" dirty="0">
                <a:latin typeface="Open Sans"/>
                <a:ea typeface="Open Sans"/>
                <a:cs typeface="Open Sans"/>
              </a:rPr>
              <a:t>Four scenario-based evidences</a:t>
            </a:r>
            <a:endParaRPr lang="en-US" dirty="0"/>
          </a:p>
        </p:txBody>
      </p:sp>
      <p:sp>
        <p:nvSpPr>
          <p:cNvPr id="35" name="Rectangle 34">
            <a:extLst>
              <a:ext uri="{FF2B5EF4-FFF2-40B4-BE49-F238E27FC236}">
                <a16:creationId xmlns:a16="http://schemas.microsoft.com/office/drawing/2014/main" id="{05E3FA9E-26A9-CA11-1418-0CBA8B76A711}"/>
              </a:ext>
            </a:extLst>
          </p:cNvPr>
          <p:cNvSpPr>
            <a:spLocks noGrp="1"/>
          </p:cNvSpPr>
          <p:nvPr/>
        </p:nvSpPr>
        <p:spPr>
          <a:xfrm>
            <a:off x="609600" y="303144"/>
            <a:ext cx="6858000" cy="228600"/>
          </a:xfrm>
          <a:prstGeom prst="rect">
            <a:avLst/>
          </a:prstGeom>
          <a:noFill/>
          <a:ln w="0">
            <a:noFill/>
            <a:prstDash val="solid"/>
          </a:ln>
        </p:spPr>
        <p:txBody>
          <a:bodyPr wrap="square" lIns="91440" tIns="45720" rIns="91440" bIns="45720" anchor="t"/>
          <a:lstStyle/>
          <a:p>
            <a:r>
              <a:rPr lang="en-IN" sz="1400" b="1" dirty="0">
                <a:solidFill>
                  <a:schemeClr val="accent2"/>
                </a:solidFill>
                <a:latin typeface="Open Sans"/>
                <a:ea typeface="Open Sans"/>
                <a:cs typeface="Open Sans"/>
              </a:rPr>
              <a:t>RAG QUALITY TESTS</a:t>
            </a:r>
            <a:endParaRPr lang="en-IN" sz="1400" b="1"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Shape 1">
            <a:extLst>
              <a:ext uri="{FF2B5EF4-FFF2-40B4-BE49-F238E27FC236}">
                <a16:creationId xmlns:a16="http://schemas.microsoft.com/office/drawing/2014/main" id="{EE742F74-8686-5802-F889-8F4E609A197E}"/>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41" name="Google Shape;876;p100">
            <a:extLst>
              <a:ext uri="{FF2B5EF4-FFF2-40B4-BE49-F238E27FC236}">
                <a16:creationId xmlns:a16="http://schemas.microsoft.com/office/drawing/2014/main" id="{0A224C4E-C8AB-9199-9946-2C80514B0DD3}"/>
              </a:ext>
            </a:extLst>
          </p:cNvPr>
          <p:cNvSpPr/>
          <p:nvPr/>
        </p:nvSpPr>
        <p:spPr>
          <a:xfrm>
            <a:off x="683983" y="5217493"/>
            <a:ext cx="10824034" cy="493776"/>
          </a:xfrm>
          <a:prstGeom prst="roundRect">
            <a:avLst>
              <a:gd name="adj" fmla="val 16667"/>
            </a:avLst>
          </a:prstGeom>
          <a:solidFill>
            <a:schemeClr val="accent5">
              <a:lumMod val="20000"/>
              <a:lumOff val="80000"/>
            </a:schemeClr>
          </a:solidFill>
          <a:ln w="12700" cap="flat" cmpd="sng">
            <a:solidFill>
              <a:schemeClr val="accent2"/>
            </a:solidFill>
            <a:prstDash val="solid"/>
            <a:miter lim="8000"/>
            <a:headEnd type="none" w="sm" len="sm"/>
            <a:tailEnd type="none" w="sm" len="sm"/>
          </a:ln>
        </p:spPr>
        <p:txBody>
          <a:bodyPr spcFirstLastPara="1" wrap="square" lIns="109725" tIns="18275" rIns="109725" bIns="18275" anchor="ctr" anchorCtr="0">
            <a:noAutofit/>
          </a:bodyPr>
          <a:lstStyle/>
          <a:p>
            <a:pPr algn="ctr"/>
            <a:r>
              <a:rPr lang="en-IN" sz="1400" dirty="0">
                <a:latin typeface="Open Sans"/>
                <a:ea typeface="Open Sans"/>
                <a:cs typeface="Open Sans"/>
              </a:rPr>
              <a:t>All four pass → build features → verify artifact → return model evidence.</a:t>
            </a:r>
          </a:p>
        </p:txBody>
      </p:sp>
    </p:spTree>
    <p:custDataLst>
      <p:tags r:id="rId1"/>
    </p:custDataLst>
    <p:extLst>
      <p:ext uri="{BB962C8B-B14F-4D97-AF65-F5344CB8AC3E}">
        <p14:creationId xmlns:p14="http://schemas.microsoft.com/office/powerpoint/2010/main" val="1870335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5884C5F0-CA3F-5254-66C3-56DD249E475D}"/>
              </a:ext>
            </a:extLst>
          </p:cNvPr>
          <p:cNvSpPr/>
          <p:nvPr/>
        </p:nvSpPr>
        <p:spPr>
          <a:xfrm>
            <a:off x="683982" y="1465545"/>
            <a:ext cx="5270057" cy="1177071"/>
          </a:xfrm>
          <a:prstGeom prst="roundRect">
            <a:avLst>
              <a:gd name="adj" fmla="val 82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5" name="Rounded Rectangle 24">
            <a:extLst>
              <a:ext uri="{FF2B5EF4-FFF2-40B4-BE49-F238E27FC236}">
                <a16:creationId xmlns:a16="http://schemas.microsoft.com/office/drawing/2014/main" id="{1DA42C83-FAFC-68D7-2F72-51A080CFE93F}"/>
              </a:ext>
            </a:extLst>
          </p:cNvPr>
          <p:cNvSpPr/>
          <p:nvPr/>
        </p:nvSpPr>
        <p:spPr>
          <a:xfrm>
            <a:off x="6237962" y="1465545"/>
            <a:ext cx="5273455" cy="1177071"/>
          </a:xfrm>
          <a:prstGeom prst="roundRect">
            <a:avLst>
              <a:gd name="adj" fmla="val 906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6" name="Rounded Rectangle 25">
            <a:extLst>
              <a:ext uri="{FF2B5EF4-FFF2-40B4-BE49-F238E27FC236}">
                <a16:creationId xmlns:a16="http://schemas.microsoft.com/office/drawing/2014/main" id="{B75F462D-596A-5A49-27ED-EC4BCD78D4DF}"/>
              </a:ext>
            </a:extLst>
          </p:cNvPr>
          <p:cNvSpPr/>
          <p:nvPr/>
        </p:nvSpPr>
        <p:spPr>
          <a:xfrm>
            <a:off x="683982" y="2880986"/>
            <a:ext cx="5270057" cy="1177071"/>
          </a:xfrm>
          <a:prstGeom prst="roundRect">
            <a:avLst>
              <a:gd name="adj" fmla="val 737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7" name="Rounded Rectangle 26">
            <a:extLst>
              <a:ext uri="{FF2B5EF4-FFF2-40B4-BE49-F238E27FC236}">
                <a16:creationId xmlns:a16="http://schemas.microsoft.com/office/drawing/2014/main" id="{D66D5C5B-72AA-AB70-5DEE-ED8C42DFD9D3}"/>
              </a:ext>
            </a:extLst>
          </p:cNvPr>
          <p:cNvSpPr/>
          <p:nvPr/>
        </p:nvSpPr>
        <p:spPr>
          <a:xfrm>
            <a:off x="6237962" y="2880986"/>
            <a:ext cx="5273455" cy="1177071"/>
          </a:xfrm>
          <a:prstGeom prst="roundRect">
            <a:avLst>
              <a:gd name="adj" fmla="val 737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8" name="Rounded Rectangle 27">
            <a:extLst>
              <a:ext uri="{FF2B5EF4-FFF2-40B4-BE49-F238E27FC236}">
                <a16:creationId xmlns:a16="http://schemas.microsoft.com/office/drawing/2014/main" id="{CC8A1BB1-0382-0133-507A-B50005950518}"/>
              </a:ext>
            </a:extLst>
          </p:cNvPr>
          <p:cNvSpPr/>
          <p:nvPr/>
        </p:nvSpPr>
        <p:spPr>
          <a:xfrm>
            <a:off x="683982" y="4258849"/>
            <a:ext cx="5270057" cy="1177071"/>
          </a:xfrm>
          <a:prstGeom prst="roundRect">
            <a:avLst>
              <a:gd name="adj" fmla="val 569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9" name="Rounded Rectangle 28">
            <a:extLst>
              <a:ext uri="{FF2B5EF4-FFF2-40B4-BE49-F238E27FC236}">
                <a16:creationId xmlns:a16="http://schemas.microsoft.com/office/drawing/2014/main" id="{586A7298-6C73-5B37-9ABC-CF41731E5BF7}"/>
              </a:ext>
            </a:extLst>
          </p:cNvPr>
          <p:cNvSpPr/>
          <p:nvPr/>
        </p:nvSpPr>
        <p:spPr>
          <a:xfrm>
            <a:off x="6237962" y="4258849"/>
            <a:ext cx="5273455" cy="1177071"/>
          </a:xfrm>
          <a:prstGeom prst="roundRect">
            <a:avLst>
              <a:gd name="adj" fmla="val 906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0" name="Google Shape;876;p100">
            <a:extLst>
              <a:ext uri="{FF2B5EF4-FFF2-40B4-BE49-F238E27FC236}">
                <a16:creationId xmlns:a16="http://schemas.microsoft.com/office/drawing/2014/main" id="{EE5E0A0F-9E79-173A-A3C5-9A97537B3ADF}"/>
              </a:ext>
            </a:extLst>
          </p:cNvPr>
          <p:cNvSpPr/>
          <p:nvPr/>
        </p:nvSpPr>
        <p:spPr>
          <a:xfrm>
            <a:off x="683984" y="5660136"/>
            <a:ext cx="10824034" cy="493776"/>
          </a:xfrm>
          <a:prstGeom prst="roundRect">
            <a:avLst>
              <a:gd name="adj" fmla="val 16667"/>
            </a:avLst>
          </a:prstGeom>
          <a:solidFill>
            <a:schemeClr val="accent5">
              <a:lumMod val="20000"/>
              <a:lumOff val="80000"/>
            </a:schemeClr>
          </a:solidFill>
          <a:ln w="12700" cap="flat" cmpd="sng">
            <a:solidFill>
              <a:schemeClr val="accent2"/>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Default posture: stop, name the state, preserve evidence, and make the next action explicit.</a:t>
            </a:r>
          </a:p>
        </p:txBody>
      </p:sp>
      <p:sp>
        <p:nvSpPr>
          <p:cNvPr id="31" name="Rectangle 30">
            <a:extLst>
              <a:ext uri="{FF2B5EF4-FFF2-40B4-BE49-F238E27FC236}">
                <a16:creationId xmlns:a16="http://schemas.microsoft.com/office/drawing/2014/main" id="{1C6988D6-0893-1B54-4001-2D861FD22C93}"/>
              </a:ext>
            </a:extLst>
          </p:cNvPr>
          <p:cNvSpPr>
            <a:spLocks noGrp="1"/>
          </p:cNvSpPr>
          <p:nvPr/>
        </p:nvSpPr>
        <p:spPr>
          <a:xfrm>
            <a:off x="609600" y="303144"/>
            <a:ext cx="6858000" cy="228600"/>
          </a:xfrm>
          <a:prstGeom prst="rect">
            <a:avLst/>
          </a:prstGeom>
          <a:noFill/>
          <a:ln w="0">
            <a:noFill/>
            <a:prstDash val="solid"/>
          </a:ln>
        </p:spPr>
        <p:txBody>
          <a:bodyPr wrap="square"/>
          <a:lstStyle/>
          <a:p>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FDE DECISIONS</a:t>
            </a:r>
          </a:p>
        </p:txBody>
      </p:sp>
      <p:sp>
        <p:nvSpPr>
          <p:cNvPr id="32" name="Shape 1">
            <a:extLst>
              <a:ext uri="{FF2B5EF4-FFF2-40B4-BE49-F238E27FC236}">
                <a16:creationId xmlns:a16="http://schemas.microsoft.com/office/drawing/2014/main" id="{A538BF38-DD31-6178-953F-97D6D1EDE96E}"/>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7" name="TextBox 6">
            <a:extLst>
              <a:ext uri="{C183D7F6-B498-43B3-948B-1728B52AA6E4}">
                <adec:decorative xmlns:adec="http://schemas.microsoft.com/office/drawing/2017/decorative" val="0"/>
              </a:ext>
            </a:extLst>
          </p:cNvPr>
          <p:cNvSpPr txBox="1">
            <a:spLocks/>
          </p:cNvSpPr>
          <p:nvPr/>
        </p:nvSpPr>
        <p:spPr>
          <a:xfrm>
            <a:off x="1575649" y="1745997"/>
            <a:ext cx="1743361" cy="274320"/>
          </a:xfrm>
          <a:prstGeom prst="rect">
            <a:avLst/>
          </a:prstGeom>
          <a:noFill/>
          <a:ln>
            <a:noFill/>
          </a:ln>
        </p:spPr>
        <p:txBody>
          <a:bodyPr wrap="square" lIns="0" tIns="0" rIns="0" bIns="0" anchor="t">
            <a:noAutofit/>
          </a:bodyPr>
          <a:lstStyle/>
          <a:p>
            <a:pPr algn="l">
              <a:lnSpc>
                <a:spcPct val="100000"/>
              </a:lnSpc>
              <a:spcAft>
                <a:spcPts val="0"/>
              </a:spcAft>
            </a:pPr>
            <a:r>
              <a:rPr lang="en-US"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USE</a:t>
            </a:r>
          </a:p>
        </p:txBody>
      </p:sp>
      <p:sp>
        <p:nvSpPr>
          <p:cNvPr id="8" name="TextBox 7"/>
          <p:cNvSpPr txBox="1"/>
          <p:nvPr/>
        </p:nvSpPr>
        <p:spPr>
          <a:xfrm>
            <a:off x="1575649" y="2093469"/>
            <a:ext cx="4443544" cy="292608"/>
          </a:xfrm>
          <a:prstGeom prst="rect">
            <a:avLst/>
          </a:prstGeom>
          <a:noFill/>
          <a:ln>
            <a:noFill/>
          </a:ln>
        </p:spPr>
        <p:txBody>
          <a:bodyPr wrap="square" lIns="0" tIns="0" rIns="0" bIns="0" anchor="t">
            <a:noAutofit/>
          </a:bodyPr>
          <a:lstStyle/>
          <a:p>
            <a:pPr algn="l">
              <a:lnSpc>
                <a:spcPct val="100000"/>
              </a:lnSpc>
              <a:spcAft>
                <a:spcPts val="0"/>
              </a:spcAft>
            </a:pPr>
            <a:r>
              <a:rPr lang="en-US" sz="1600" b="0" i="0" dirty="0">
                <a:latin typeface="Open Sans" panose="020B0606030504020204" pitchFamily="34" charset="0"/>
                <a:ea typeface="Open Sans" panose="020B0606030504020204" pitchFamily="34" charset="0"/>
                <a:cs typeface="Open Sans" panose="020B0606030504020204" pitchFamily="34" charset="0"/>
              </a:rPr>
              <a:t>What decision is supported—and prohibited?</a:t>
            </a:r>
          </a:p>
        </p:txBody>
      </p:sp>
      <p:sp>
        <p:nvSpPr>
          <p:cNvPr id="10" name="TextBox 9"/>
          <p:cNvSpPr txBox="1"/>
          <p:nvPr/>
        </p:nvSpPr>
        <p:spPr>
          <a:xfrm>
            <a:off x="7016617" y="1745997"/>
            <a:ext cx="1743361" cy="274320"/>
          </a:xfrm>
          <a:prstGeom prst="rect">
            <a:avLst/>
          </a:prstGeom>
          <a:noFill/>
          <a:ln>
            <a:noFill/>
          </a:ln>
        </p:spPr>
        <p:txBody>
          <a:bodyPr wrap="square" lIns="0" tIns="0" rIns="0" bIns="0" anchor="t">
            <a:noAutofit/>
          </a:bodyPr>
          <a:lstStyle/>
          <a:p>
            <a:pPr algn="l">
              <a:lnSpc>
                <a:spcPct val="100000"/>
              </a:lnSpc>
              <a:spcAft>
                <a:spcPts val="0"/>
              </a:spcAft>
            </a:pPr>
            <a:r>
              <a:rPr lang="en-US"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DATA</a:t>
            </a:r>
          </a:p>
        </p:txBody>
      </p:sp>
      <p:sp>
        <p:nvSpPr>
          <p:cNvPr id="11" name="TextBox 10"/>
          <p:cNvSpPr txBox="1"/>
          <p:nvPr/>
        </p:nvSpPr>
        <p:spPr>
          <a:xfrm>
            <a:off x="7016617" y="2093469"/>
            <a:ext cx="4443544" cy="292608"/>
          </a:xfrm>
          <a:prstGeom prst="rect">
            <a:avLst/>
          </a:prstGeom>
          <a:noFill/>
          <a:ln>
            <a:noFill/>
          </a:ln>
        </p:spPr>
        <p:txBody>
          <a:bodyPr wrap="square" lIns="0" tIns="0" rIns="0" bIns="0" anchor="t">
            <a:noAutofit/>
          </a:bodyPr>
          <a:lstStyle/>
          <a:p>
            <a:pPr algn="l">
              <a:lnSpc>
                <a:spcPct val="100000"/>
              </a:lnSpc>
              <a:spcAft>
                <a:spcPts val="0"/>
              </a:spcAft>
            </a:pPr>
            <a:r>
              <a:rPr lang="en-US" sz="1600" b="0" i="0" dirty="0">
                <a:latin typeface="Open Sans" panose="020B0606030504020204" pitchFamily="34" charset="0"/>
                <a:ea typeface="Open Sans" panose="020B0606030504020204" pitchFamily="34" charset="0"/>
                <a:cs typeface="Open Sans" panose="020B0606030504020204" pitchFamily="34" charset="0"/>
              </a:rPr>
              <a:t>Is evidence eligible and cutoff-safe?</a:t>
            </a:r>
          </a:p>
        </p:txBody>
      </p:sp>
      <p:sp>
        <p:nvSpPr>
          <p:cNvPr id="13" name="TextBox 12"/>
          <p:cNvSpPr txBox="1"/>
          <p:nvPr/>
        </p:nvSpPr>
        <p:spPr>
          <a:xfrm>
            <a:off x="1575649" y="3134515"/>
            <a:ext cx="1743361" cy="274320"/>
          </a:xfrm>
          <a:prstGeom prst="rect">
            <a:avLst/>
          </a:prstGeom>
          <a:noFill/>
          <a:ln>
            <a:noFill/>
          </a:ln>
        </p:spPr>
        <p:txBody>
          <a:bodyPr wrap="square" lIns="0" tIns="0" rIns="0" bIns="0" anchor="t">
            <a:noAutofit/>
          </a:bodyPr>
          <a:lstStyle/>
          <a:p>
            <a:pPr algn="l">
              <a:lnSpc>
                <a:spcPct val="100000"/>
              </a:lnSpc>
              <a:spcAft>
                <a:spcPts val="0"/>
              </a:spcAft>
            </a:pPr>
            <a:r>
              <a:rPr lang="en-US"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ROUTE</a:t>
            </a:r>
          </a:p>
        </p:txBody>
      </p:sp>
      <p:sp>
        <p:nvSpPr>
          <p:cNvPr id="14" name="TextBox 13"/>
          <p:cNvSpPr txBox="1"/>
          <p:nvPr/>
        </p:nvSpPr>
        <p:spPr>
          <a:xfrm>
            <a:off x="1575649" y="3481986"/>
            <a:ext cx="4443544" cy="292608"/>
          </a:xfrm>
          <a:prstGeom prst="rect">
            <a:avLst/>
          </a:prstGeom>
          <a:noFill/>
          <a:ln>
            <a:noFill/>
          </a:ln>
        </p:spPr>
        <p:txBody>
          <a:bodyPr wrap="square" lIns="0" tIns="0" rIns="0" bIns="0" anchor="t">
            <a:noAutofit/>
          </a:bodyPr>
          <a:lstStyle/>
          <a:p>
            <a:pPr algn="l">
              <a:lnSpc>
                <a:spcPct val="100000"/>
              </a:lnSpc>
              <a:spcAft>
                <a:spcPts val="0"/>
              </a:spcAft>
            </a:pPr>
            <a:r>
              <a:rPr lang="en-US" sz="1600" b="0" i="0" dirty="0">
                <a:latin typeface="Open Sans" panose="020B0606030504020204" pitchFamily="34" charset="0"/>
                <a:ea typeface="Open Sans" panose="020B0606030504020204" pitchFamily="34" charset="0"/>
                <a:cs typeface="Open Sans" panose="020B0606030504020204" pitchFamily="34" charset="0"/>
              </a:rPr>
              <a:t>Does this request qualify for inference?</a:t>
            </a:r>
          </a:p>
        </p:txBody>
      </p:sp>
      <p:sp>
        <p:nvSpPr>
          <p:cNvPr id="16" name="TextBox 15"/>
          <p:cNvSpPr txBox="1"/>
          <p:nvPr/>
        </p:nvSpPr>
        <p:spPr>
          <a:xfrm>
            <a:off x="7016617" y="3134515"/>
            <a:ext cx="1743361" cy="274320"/>
          </a:xfrm>
          <a:prstGeom prst="rect">
            <a:avLst/>
          </a:prstGeom>
          <a:noFill/>
          <a:ln>
            <a:noFill/>
          </a:ln>
        </p:spPr>
        <p:txBody>
          <a:bodyPr wrap="square" lIns="0" tIns="0" rIns="0" bIns="0" anchor="t">
            <a:noAutofit/>
          </a:bodyPr>
          <a:lstStyle/>
          <a:p>
            <a:pPr algn="l">
              <a:lnSpc>
                <a:spcPct val="100000"/>
              </a:lnSpc>
              <a:spcAft>
                <a:spcPts val="0"/>
              </a:spcAft>
            </a:pPr>
            <a:r>
              <a:rPr lang="en-US"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THRESHOLD</a:t>
            </a:r>
          </a:p>
        </p:txBody>
      </p:sp>
      <p:sp>
        <p:nvSpPr>
          <p:cNvPr id="17" name="TextBox 16"/>
          <p:cNvSpPr txBox="1"/>
          <p:nvPr/>
        </p:nvSpPr>
        <p:spPr>
          <a:xfrm>
            <a:off x="7016617" y="3481986"/>
            <a:ext cx="4443544" cy="292608"/>
          </a:xfrm>
          <a:prstGeom prst="rect">
            <a:avLst/>
          </a:prstGeom>
          <a:noFill/>
          <a:ln>
            <a:noFill/>
          </a:ln>
        </p:spPr>
        <p:txBody>
          <a:bodyPr wrap="square" lIns="0" tIns="0" rIns="0" bIns="0" anchor="t">
            <a:noAutofit/>
          </a:bodyPr>
          <a:lstStyle/>
          <a:p>
            <a:pPr algn="l">
              <a:lnSpc>
                <a:spcPct val="100000"/>
              </a:lnSpc>
              <a:spcAft>
                <a:spcPts val="0"/>
              </a:spcAft>
            </a:pPr>
            <a:r>
              <a:rPr lang="en-US" sz="1600" b="0" i="0">
                <a:latin typeface="Open Sans" panose="020B0606030504020204" pitchFamily="34" charset="0"/>
                <a:ea typeface="Open Sans" panose="020B0606030504020204" pitchFamily="34" charset="0"/>
                <a:cs typeface="Open Sans" panose="020B0606030504020204" pitchFamily="34" charset="0"/>
              </a:rPr>
              <a:t>Who owns bands and caller actions?</a:t>
            </a:r>
          </a:p>
        </p:txBody>
      </p:sp>
      <p:sp>
        <p:nvSpPr>
          <p:cNvPr id="19" name="TextBox 18"/>
          <p:cNvSpPr txBox="1"/>
          <p:nvPr/>
        </p:nvSpPr>
        <p:spPr>
          <a:xfrm>
            <a:off x="1575649" y="4487197"/>
            <a:ext cx="1743361" cy="274320"/>
          </a:xfrm>
          <a:prstGeom prst="rect">
            <a:avLst/>
          </a:prstGeom>
          <a:noFill/>
          <a:ln>
            <a:noFill/>
          </a:ln>
        </p:spPr>
        <p:txBody>
          <a:bodyPr wrap="square" lIns="0" tIns="0" rIns="0" bIns="0" anchor="t">
            <a:noAutofit/>
          </a:bodyPr>
          <a:lstStyle/>
          <a:p>
            <a:pPr algn="l">
              <a:lnSpc>
                <a:spcPct val="100000"/>
              </a:lnSpc>
              <a:spcAft>
                <a:spcPts val="0"/>
              </a:spcAft>
            </a:pPr>
            <a:r>
              <a:rPr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RELEASE</a:t>
            </a:r>
          </a:p>
        </p:txBody>
      </p:sp>
      <p:sp>
        <p:nvSpPr>
          <p:cNvPr id="20" name="TextBox 19"/>
          <p:cNvSpPr txBox="1"/>
          <p:nvPr/>
        </p:nvSpPr>
        <p:spPr>
          <a:xfrm>
            <a:off x="1575649" y="4834669"/>
            <a:ext cx="4443544" cy="292608"/>
          </a:xfrm>
          <a:prstGeom prst="rect">
            <a:avLst/>
          </a:prstGeom>
          <a:noFill/>
          <a:ln>
            <a:noFill/>
          </a:ln>
        </p:spPr>
        <p:txBody>
          <a:bodyPr wrap="square" lIns="0" tIns="0" rIns="0" bIns="0" anchor="t">
            <a:noAutofit/>
          </a:bodyPr>
          <a:lstStyle/>
          <a:p>
            <a:pPr algn="l">
              <a:lnSpc>
                <a:spcPct val="100000"/>
              </a:lnSpc>
              <a:spcAft>
                <a:spcPts val="0"/>
              </a:spcAft>
            </a:pPr>
            <a:r>
              <a:rPr sz="1600" b="0" i="0" dirty="0">
                <a:latin typeface="Open Sans" panose="020B0606030504020204" pitchFamily="34" charset="0"/>
                <a:ea typeface="Open Sans" panose="020B0606030504020204" pitchFamily="34" charset="0"/>
                <a:cs typeface="Open Sans" panose="020B0606030504020204" pitchFamily="34" charset="0"/>
              </a:rPr>
              <a:t>Do all mandatory gates pass?</a:t>
            </a:r>
          </a:p>
        </p:txBody>
      </p:sp>
      <p:sp>
        <p:nvSpPr>
          <p:cNvPr id="21" name="TextBox 20"/>
          <p:cNvSpPr txBox="1"/>
          <p:nvPr/>
        </p:nvSpPr>
        <p:spPr>
          <a:xfrm>
            <a:off x="7016617" y="4487197"/>
            <a:ext cx="1743361" cy="274320"/>
          </a:xfrm>
          <a:prstGeom prst="rect">
            <a:avLst/>
          </a:prstGeom>
          <a:noFill/>
          <a:ln>
            <a:noFill/>
          </a:ln>
        </p:spPr>
        <p:txBody>
          <a:bodyPr wrap="square" lIns="0" tIns="0" rIns="0" bIns="0" anchor="t">
            <a:noAutofit/>
          </a:bodyPr>
          <a:lstStyle/>
          <a:p>
            <a:pPr algn="l">
              <a:lnSpc>
                <a:spcPct val="100000"/>
              </a:lnSpc>
              <a:spcAft>
                <a:spcPts val="0"/>
              </a:spcAft>
            </a:pPr>
            <a:r>
              <a:rPr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rPr>
              <a:t>OPERATE</a:t>
            </a:r>
          </a:p>
        </p:txBody>
      </p:sp>
      <p:sp>
        <p:nvSpPr>
          <p:cNvPr id="22" name="TextBox 21"/>
          <p:cNvSpPr txBox="1"/>
          <p:nvPr/>
        </p:nvSpPr>
        <p:spPr>
          <a:xfrm>
            <a:off x="7016617" y="4834669"/>
            <a:ext cx="4216391" cy="292608"/>
          </a:xfrm>
          <a:prstGeom prst="rect">
            <a:avLst/>
          </a:prstGeom>
          <a:noFill/>
          <a:ln>
            <a:noFill/>
          </a:ln>
        </p:spPr>
        <p:txBody>
          <a:bodyPr wrap="square" lIns="0" tIns="0" rIns="0" bIns="0" anchor="t">
            <a:noAutofit/>
          </a:bodyPr>
          <a:lstStyle/>
          <a:p>
            <a:pPr algn="l">
              <a:lnSpc>
                <a:spcPct val="100000"/>
              </a:lnSpc>
              <a:spcAft>
                <a:spcPts val="0"/>
              </a:spcAft>
            </a:pPr>
            <a:r>
              <a:rPr sz="1600" b="0" i="0">
                <a:latin typeface="Open Sans" panose="020B0606030504020204" pitchFamily="34" charset="0"/>
                <a:ea typeface="Open Sans" panose="020B0606030504020204" pitchFamily="34" charset="0"/>
                <a:cs typeface="Open Sans" panose="020B0606030504020204" pitchFamily="34" charset="0"/>
              </a:rPr>
              <a:t>Who stops exposure and what fallback remains?</a:t>
            </a:r>
          </a:p>
        </p:txBody>
      </p:sp>
      <p:sp>
        <p:nvSpPr>
          <p:cNvPr id="5" name="Title 4">
            <a:extLst>
              <a:ext uri="{FF2B5EF4-FFF2-40B4-BE49-F238E27FC236}">
                <a16:creationId xmlns:a16="http://schemas.microsoft.com/office/drawing/2014/main" id="{AB611CC6-4469-C7AC-BAA3-4A589BDA2BDD}"/>
              </a:ext>
            </a:extLst>
          </p:cNvPr>
          <p:cNvSpPr>
            <a:spLocks noGrp="1"/>
          </p:cNvSpPr>
          <p:nvPr>
            <p:ph type="title"/>
          </p:nvPr>
        </p:nvSpPr>
        <p:spPr>
          <a:xfrm>
            <a:off x="605364" y="498666"/>
            <a:ext cx="10854797" cy="646331"/>
          </a:xfrm>
        </p:spPr>
        <p:txBody>
          <a:bodyPr/>
          <a:lstStyle/>
          <a:p>
            <a:r>
              <a:rPr lang="en-US">
                <a:latin typeface="Open Sans" panose="020B0606030504020204" pitchFamily="34" charset="0"/>
              </a:rPr>
              <a:t>Six choices keep the solution bounded</a:t>
            </a:r>
          </a:p>
        </p:txBody>
      </p:sp>
      <p:sp>
        <p:nvSpPr>
          <p:cNvPr id="2" name="Oval 1">
            <a:extLst>
              <a:ext uri="{FF2B5EF4-FFF2-40B4-BE49-F238E27FC236}">
                <a16:creationId xmlns:a16="http://schemas.microsoft.com/office/drawing/2014/main" id="{EB4B0834-CFA6-31F1-CA48-F2960702BD68}"/>
              </a:ext>
            </a:extLst>
          </p:cNvPr>
          <p:cNvSpPr/>
          <p:nvPr/>
        </p:nvSpPr>
        <p:spPr>
          <a:xfrm>
            <a:off x="861284" y="1785548"/>
            <a:ext cx="537063" cy="5370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1</a:t>
            </a:r>
          </a:p>
        </p:txBody>
      </p:sp>
      <p:sp>
        <p:nvSpPr>
          <p:cNvPr id="3" name="Oval 2">
            <a:extLst>
              <a:ext uri="{FF2B5EF4-FFF2-40B4-BE49-F238E27FC236}">
                <a16:creationId xmlns:a16="http://schemas.microsoft.com/office/drawing/2014/main" id="{969B2948-2D2E-5FE2-AFF4-F8704BECEE6B}"/>
              </a:ext>
            </a:extLst>
          </p:cNvPr>
          <p:cNvSpPr/>
          <p:nvPr/>
        </p:nvSpPr>
        <p:spPr>
          <a:xfrm>
            <a:off x="6357624" y="1785548"/>
            <a:ext cx="537063" cy="5370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2</a:t>
            </a:r>
          </a:p>
        </p:txBody>
      </p:sp>
      <p:sp>
        <p:nvSpPr>
          <p:cNvPr id="9" name="Oval 8">
            <a:extLst>
              <a:ext uri="{FF2B5EF4-FFF2-40B4-BE49-F238E27FC236}">
                <a16:creationId xmlns:a16="http://schemas.microsoft.com/office/drawing/2014/main" id="{39E573A8-03AF-5F68-8368-F9E01FEBACE0}"/>
              </a:ext>
            </a:extLst>
          </p:cNvPr>
          <p:cNvSpPr/>
          <p:nvPr/>
        </p:nvSpPr>
        <p:spPr>
          <a:xfrm>
            <a:off x="861284" y="3160468"/>
            <a:ext cx="537063" cy="5370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3</a:t>
            </a:r>
          </a:p>
        </p:txBody>
      </p:sp>
      <p:sp>
        <p:nvSpPr>
          <p:cNvPr id="12" name="Oval 11">
            <a:extLst>
              <a:ext uri="{FF2B5EF4-FFF2-40B4-BE49-F238E27FC236}">
                <a16:creationId xmlns:a16="http://schemas.microsoft.com/office/drawing/2014/main" id="{E8FB45BE-14A9-4FDD-5602-F21E9D0ECF7C}"/>
              </a:ext>
            </a:extLst>
          </p:cNvPr>
          <p:cNvSpPr/>
          <p:nvPr/>
        </p:nvSpPr>
        <p:spPr>
          <a:xfrm>
            <a:off x="6357624" y="3186965"/>
            <a:ext cx="537063" cy="5370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4</a:t>
            </a:r>
          </a:p>
        </p:txBody>
      </p:sp>
      <p:sp>
        <p:nvSpPr>
          <p:cNvPr id="15" name="Oval 14">
            <a:extLst>
              <a:ext uri="{FF2B5EF4-FFF2-40B4-BE49-F238E27FC236}">
                <a16:creationId xmlns:a16="http://schemas.microsoft.com/office/drawing/2014/main" id="{2AAC8421-FC49-8989-2914-AEA7DA76B016}"/>
              </a:ext>
            </a:extLst>
          </p:cNvPr>
          <p:cNvSpPr/>
          <p:nvPr/>
        </p:nvSpPr>
        <p:spPr>
          <a:xfrm>
            <a:off x="861284" y="4578853"/>
            <a:ext cx="537063" cy="5370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5</a:t>
            </a:r>
          </a:p>
        </p:txBody>
      </p:sp>
      <p:sp>
        <p:nvSpPr>
          <p:cNvPr id="18" name="Oval 17">
            <a:extLst>
              <a:ext uri="{FF2B5EF4-FFF2-40B4-BE49-F238E27FC236}">
                <a16:creationId xmlns:a16="http://schemas.microsoft.com/office/drawing/2014/main" id="{63695685-B74B-0B0F-98B3-817DCD5B367D}"/>
              </a:ext>
            </a:extLst>
          </p:cNvPr>
          <p:cNvSpPr/>
          <p:nvPr/>
        </p:nvSpPr>
        <p:spPr>
          <a:xfrm>
            <a:off x="6357624" y="4578853"/>
            <a:ext cx="537063" cy="5370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6</a:t>
            </a:r>
          </a:p>
        </p:txBody>
      </p:sp>
    </p:spTree>
    <p:custDataLst>
      <p:tags r:id="rId1"/>
    </p:custDataLst>
    <p:extLst>
      <p:ext uri="{BB962C8B-B14F-4D97-AF65-F5344CB8AC3E}">
        <p14:creationId xmlns:p14="http://schemas.microsoft.com/office/powerpoint/2010/main" val="508088217"/>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17" name="Rounded Rectangle 16">
            <a:extLst>
              <a:ext uri="{FF2B5EF4-FFF2-40B4-BE49-F238E27FC236}">
                <a16:creationId xmlns:a16="http://schemas.microsoft.com/office/drawing/2014/main" id="{7A8B0589-49AC-D5E0-772D-73CF28DBC7A8}"/>
              </a:ext>
            </a:extLst>
          </p:cNvPr>
          <p:cNvSpPr/>
          <p:nvPr/>
        </p:nvSpPr>
        <p:spPr>
          <a:xfrm>
            <a:off x="683982" y="1671687"/>
            <a:ext cx="10854797" cy="1177071"/>
          </a:xfrm>
          <a:prstGeom prst="roundRect">
            <a:avLst>
              <a:gd name="adj" fmla="val 82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8" name="Rounded Rectangle 17">
            <a:extLst>
              <a:ext uri="{FF2B5EF4-FFF2-40B4-BE49-F238E27FC236}">
                <a16:creationId xmlns:a16="http://schemas.microsoft.com/office/drawing/2014/main" id="{EED7712B-99D2-6B2F-E6DD-507B0BE7DB38}"/>
              </a:ext>
            </a:extLst>
          </p:cNvPr>
          <p:cNvSpPr/>
          <p:nvPr/>
        </p:nvSpPr>
        <p:spPr>
          <a:xfrm>
            <a:off x="683982" y="3322463"/>
            <a:ext cx="10854797" cy="1177071"/>
          </a:xfrm>
          <a:prstGeom prst="roundRect">
            <a:avLst>
              <a:gd name="adj" fmla="val 82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9" name="Rounded Rectangle 18">
            <a:extLst>
              <a:ext uri="{FF2B5EF4-FFF2-40B4-BE49-F238E27FC236}">
                <a16:creationId xmlns:a16="http://schemas.microsoft.com/office/drawing/2014/main" id="{07B8D035-48E8-6F9C-F522-DC658A0027A0}"/>
              </a:ext>
            </a:extLst>
          </p:cNvPr>
          <p:cNvSpPr/>
          <p:nvPr/>
        </p:nvSpPr>
        <p:spPr>
          <a:xfrm>
            <a:off x="683982" y="4973239"/>
            <a:ext cx="10854797" cy="1177071"/>
          </a:xfrm>
          <a:prstGeom prst="roundRect">
            <a:avLst>
              <a:gd name="adj" fmla="val 82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5" name="Text 3"/>
          <p:cNvSpPr/>
          <p:nvPr/>
        </p:nvSpPr>
        <p:spPr>
          <a:xfrm>
            <a:off x="982071" y="1669953"/>
            <a:ext cx="3291840" cy="117707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nSpc>
                <a:spcPts val="2133"/>
              </a:lnSpc>
              <a:buNone/>
            </a:pPr>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What if the model hallucinates a clinical fact?</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4572000" y="1669953"/>
            <a:ext cx="6766560" cy="117707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nSpc>
                <a:spcPts val="2000"/>
              </a:lnSpc>
              <a:buNone/>
            </a:pPr>
            <a:r>
              <a:rPr lang="en-US" sz="1600" dirty="0">
                <a:solidFill>
                  <a:srgbClr val="0D1B2A"/>
                </a:solidFill>
                <a:latin typeface="Open Sans" panose="020B0606030504020204" pitchFamily="34" charset="0"/>
                <a:ea typeface="Open Sans" panose="020B0606030504020204" pitchFamily="34" charset="0"/>
                <a:cs typeface="Open Sans" panose="020B0606030504020204" pitchFamily="34" charset="0"/>
              </a:rPr>
              <a:t>Every sentence is grounded to a source chunk; ungrounded claims are auto-flagged and withheld from the final draft until reviewed.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982071" y="3320728"/>
            <a:ext cx="3291840" cy="1177071"/>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nSpc>
                <a:spcPts val="2133"/>
              </a:lnSpc>
              <a:buNone/>
            </a:pPr>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Will this replace clinical judgment?</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4572000" y="3320728"/>
            <a:ext cx="6766560" cy="1177071"/>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nSpc>
                <a:spcPts val="2000"/>
              </a:lnSpc>
              <a:buNone/>
            </a:pPr>
            <a:r>
              <a:rPr lang="en-US" sz="1600" dirty="0">
                <a:solidFill>
                  <a:srgbClr val="0D1B2A"/>
                </a:solidFill>
                <a:latin typeface="Open Sans" panose="020B0606030504020204" pitchFamily="34" charset="0"/>
                <a:ea typeface="Open Sans" panose="020B0606030504020204" pitchFamily="34" charset="0"/>
                <a:cs typeface="Open Sans" panose="020B0606030504020204" pitchFamily="34" charset="0"/>
              </a:rPr>
              <a:t>No — the assistant only drafts; a licensed case manager reviews, edits, and approves every summary before submission.</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982071" y="4969769"/>
            <a:ext cx="3291840" cy="1177071"/>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nSpc>
                <a:spcPts val="2133"/>
              </a:lnSpc>
              <a:buNone/>
            </a:pPr>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How do we handle PHI and compliance?</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4572000" y="4969769"/>
            <a:ext cx="6766560" cy="1177071"/>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nSpc>
                <a:spcPts val="2000"/>
              </a:lnSpc>
              <a:buNone/>
            </a:pPr>
            <a:r>
              <a:rPr lang="en-US" sz="1600" dirty="0">
                <a:solidFill>
                  <a:srgbClr val="0D1B2A"/>
                </a:solidFill>
                <a:latin typeface="Open Sans" panose="020B0606030504020204" pitchFamily="34" charset="0"/>
                <a:ea typeface="Open Sans" panose="020B0606030504020204" pitchFamily="34" charset="0"/>
                <a:cs typeface="Open Sans" panose="020B0606030504020204" pitchFamily="34" charset="0"/>
              </a:rPr>
              <a:t>All retrieval and generation run within the customer's secure environment; access logs and citation trails support audit requirements.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itle 14">
            <a:extLst>
              <a:ext uri="{FF2B5EF4-FFF2-40B4-BE49-F238E27FC236}">
                <a16:creationId xmlns:a16="http://schemas.microsoft.com/office/drawing/2014/main" id="{083DA871-63EC-4F8D-E4EA-5A30F0C89912}"/>
              </a:ext>
            </a:extLst>
          </p:cNvPr>
          <p:cNvSpPr>
            <a:spLocks noGrp="1"/>
          </p:cNvSpPr>
          <p:nvPr>
            <p:ph type="title"/>
          </p:nvPr>
        </p:nvSpPr>
        <p:spPr>
          <a:xfrm>
            <a:off x="605364" y="498666"/>
            <a:ext cx="10854797" cy="646331"/>
          </a:xfrm>
        </p:spPr>
        <p:txBody>
          <a:bodyPr/>
          <a:lstStyle/>
          <a:p>
            <a:r>
              <a:rPr lang="en-US" dirty="0">
                <a:latin typeface="Open Sans" panose="020B0606030504020204" pitchFamily="34" charset="0"/>
              </a:rPr>
              <a:t>Anticipating Stakeholder Objections</a:t>
            </a:r>
          </a:p>
        </p:txBody>
      </p:sp>
      <p:sp>
        <p:nvSpPr>
          <p:cNvPr id="16" name="Shape 1">
            <a:extLst>
              <a:ext uri="{FF2B5EF4-FFF2-40B4-BE49-F238E27FC236}">
                <a16:creationId xmlns:a16="http://schemas.microsoft.com/office/drawing/2014/main" id="{DCBC67AB-49D9-9939-FD5E-8FA17DA6B8C2}"/>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Tree>
    <p:extLst>
      <p:ext uri="{BB962C8B-B14F-4D97-AF65-F5344CB8AC3E}">
        <p14:creationId xmlns:p14="http://schemas.microsoft.com/office/powerpoint/2010/main" val="3091679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41;p161">
            <a:extLst>
              <a:ext uri="{FF2B5EF4-FFF2-40B4-BE49-F238E27FC236}">
                <a16:creationId xmlns:a16="http://schemas.microsoft.com/office/drawing/2014/main" id="{5A826EF8-8A96-24E3-53F9-CF6DE8A943E4}"/>
              </a:ext>
            </a:extLst>
          </p:cNvPr>
          <p:cNvSpPr txBox="1"/>
          <p:nvPr/>
        </p:nvSpPr>
        <p:spPr>
          <a:xfrm>
            <a:off x="694531" y="3645483"/>
            <a:ext cx="10906066" cy="110799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b="1">
                <a:solidFill>
                  <a:schemeClr val="dk1"/>
                </a:solidFill>
                <a:latin typeface="Open Sans"/>
                <a:ea typeface="Open Sans"/>
                <a:cs typeface="Open Sans"/>
                <a:sym typeface="Open Sans"/>
              </a:rPr>
              <a:t>Disclaimer: </a:t>
            </a:r>
            <a:r>
              <a:rPr lang="en-US" sz="1100">
                <a:solidFill>
                  <a:schemeClr val="dk1"/>
                </a:solidFill>
                <a:latin typeface="Open Sans"/>
                <a:ea typeface="Open Sans"/>
                <a:cs typeface="Open Sans"/>
                <a:sym typeface="Open Sans"/>
              </a:rPr>
              <a:t>This workshop, including its curated structure, functional flow, sequencing, instructional design, and original explanatory content, is the intellectual property of Fractal Analytics Limited ("Fractal"). This material may reference, adapt, or derive from third-party ideas, concepts, images, visual styles, tools, examples, or materials. All copyrights, trademarks, moral rights, and other intellectual property in such underlying third-party works remain with their respective owners. </a:t>
            </a:r>
            <a:endParaRPr/>
          </a:p>
          <a:p>
            <a:pPr marL="0" marR="0" lvl="0" indent="0" algn="l" rtl="0">
              <a:spcBef>
                <a:spcPts val="0"/>
              </a:spcBef>
              <a:spcAft>
                <a:spcPts val="0"/>
              </a:spcAft>
              <a:buNone/>
            </a:pPr>
            <a:r>
              <a:rPr lang="en-US" sz="1100">
                <a:solidFill>
                  <a:schemeClr val="dk1"/>
                </a:solidFill>
                <a:latin typeface="Open Sans"/>
                <a:ea typeface="Open Sans"/>
                <a:cs typeface="Open Sans"/>
                <a:sym typeface="Open Sans"/>
              </a:rPr>
              <a:t>No transfer, waiver, endorsement, or unrestricted license to such third-party materials is implied.</a:t>
            </a:r>
            <a:endParaRPr/>
          </a:p>
          <a:p>
            <a:pPr marL="0" marR="0" lvl="0" indent="0" algn="l" rtl="0">
              <a:spcBef>
                <a:spcPts val="0"/>
              </a:spcBef>
              <a:spcAft>
                <a:spcPts val="0"/>
              </a:spcAft>
              <a:buNone/>
            </a:pPr>
            <a:r>
              <a:rPr lang="en-US" sz="1100" b="1">
                <a:solidFill>
                  <a:schemeClr val="dk1"/>
                </a:solidFill>
                <a:latin typeface="Open Sans"/>
                <a:ea typeface="Open Sans"/>
                <a:cs typeface="Open Sans"/>
                <a:sym typeface="Open Sans"/>
              </a:rPr>
              <a:t>Restrictions on Use: </a:t>
            </a:r>
            <a:r>
              <a:rPr lang="en-US" sz="1100">
                <a:solidFill>
                  <a:schemeClr val="dk1"/>
                </a:solidFill>
                <a:latin typeface="Open Sans"/>
                <a:ea typeface="Open Sans"/>
                <a:cs typeface="Open Sans"/>
                <a:sym typeface="Open Sans"/>
              </a:rPr>
              <a:t>Unauthorized reproduction, distribution, transmission, or use of this workshop—in whole or in part—is strictly prohibited without prior </a:t>
            </a:r>
            <a:endParaRPr/>
          </a:p>
          <a:p>
            <a:pPr marL="0" marR="0" lvl="0" indent="0" algn="l" rtl="0">
              <a:spcBef>
                <a:spcPts val="0"/>
              </a:spcBef>
              <a:spcAft>
                <a:spcPts val="0"/>
              </a:spcAft>
              <a:buNone/>
            </a:pPr>
            <a:r>
              <a:rPr lang="en-US" sz="1100">
                <a:solidFill>
                  <a:schemeClr val="dk1"/>
                </a:solidFill>
                <a:latin typeface="Open Sans"/>
                <a:ea typeface="Open Sans"/>
                <a:cs typeface="Open Sans"/>
                <a:sym typeface="Open Sans"/>
              </a:rPr>
              <a:t>written consent from Fractal. Use is subject to applicable laws, permissions, licenses, and attribution obligations worldwide.</a:t>
            </a:r>
            <a:endParaRPr/>
          </a:p>
        </p:txBody>
      </p:sp>
    </p:spTree>
    <p:custDataLst>
      <p:tags r:id="rId1"/>
    </p:custDataLst>
    <p:extLst>
      <p:ext uri="{BB962C8B-B14F-4D97-AF65-F5344CB8AC3E}">
        <p14:creationId xmlns:p14="http://schemas.microsoft.com/office/powerpoint/2010/main" val="218663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9" name="Rounded Rectangle 28">
            <a:extLst>
              <a:ext uri="{FF2B5EF4-FFF2-40B4-BE49-F238E27FC236}">
                <a16:creationId xmlns:a16="http://schemas.microsoft.com/office/drawing/2014/main" id="{A0691F7A-83EF-9D36-B043-A59F210F5F67}"/>
              </a:ext>
            </a:extLst>
          </p:cNvPr>
          <p:cNvSpPr/>
          <p:nvPr/>
        </p:nvSpPr>
        <p:spPr>
          <a:xfrm>
            <a:off x="683982" y="1465545"/>
            <a:ext cx="5270057"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0" name="Rounded Rectangle 29">
            <a:extLst>
              <a:ext uri="{FF2B5EF4-FFF2-40B4-BE49-F238E27FC236}">
                <a16:creationId xmlns:a16="http://schemas.microsoft.com/office/drawing/2014/main" id="{3B5EC1CF-B6F2-F0EA-6510-D226D74C5061}"/>
              </a:ext>
            </a:extLst>
          </p:cNvPr>
          <p:cNvSpPr/>
          <p:nvPr/>
        </p:nvSpPr>
        <p:spPr>
          <a:xfrm>
            <a:off x="6237962" y="1465545"/>
            <a:ext cx="5273455"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1" name="Rounded Rectangle 30">
            <a:extLst>
              <a:ext uri="{FF2B5EF4-FFF2-40B4-BE49-F238E27FC236}">
                <a16:creationId xmlns:a16="http://schemas.microsoft.com/office/drawing/2014/main" id="{85AF1D84-A63E-5E1D-FDB7-87740487981E}"/>
              </a:ext>
            </a:extLst>
          </p:cNvPr>
          <p:cNvSpPr/>
          <p:nvPr/>
        </p:nvSpPr>
        <p:spPr>
          <a:xfrm>
            <a:off x="683982" y="2765135"/>
            <a:ext cx="5270057"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2" name="Rounded Rectangle 31">
            <a:extLst>
              <a:ext uri="{FF2B5EF4-FFF2-40B4-BE49-F238E27FC236}">
                <a16:creationId xmlns:a16="http://schemas.microsoft.com/office/drawing/2014/main" id="{7F8C9795-1ABC-8C3A-E3C1-E9D1A6FB3D71}"/>
              </a:ext>
            </a:extLst>
          </p:cNvPr>
          <p:cNvSpPr/>
          <p:nvPr/>
        </p:nvSpPr>
        <p:spPr>
          <a:xfrm>
            <a:off x="6237962" y="2765135"/>
            <a:ext cx="5273455"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3" name="Rounded Rectangle 32">
            <a:extLst>
              <a:ext uri="{FF2B5EF4-FFF2-40B4-BE49-F238E27FC236}">
                <a16:creationId xmlns:a16="http://schemas.microsoft.com/office/drawing/2014/main" id="{9C113087-0EAB-893B-8EC3-DFEF893F89F3}"/>
              </a:ext>
            </a:extLst>
          </p:cNvPr>
          <p:cNvSpPr/>
          <p:nvPr/>
        </p:nvSpPr>
        <p:spPr>
          <a:xfrm>
            <a:off x="683982" y="4064725"/>
            <a:ext cx="5270057"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4" name="Rounded Rectangle 33">
            <a:extLst>
              <a:ext uri="{FF2B5EF4-FFF2-40B4-BE49-F238E27FC236}">
                <a16:creationId xmlns:a16="http://schemas.microsoft.com/office/drawing/2014/main" id="{A5C73F2E-02EA-D4C9-C3AA-7D611E19CC81}"/>
              </a:ext>
            </a:extLst>
          </p:cNvPr>
          <p:cNvSpPr/>
          <p:nvPr/>
        </p:nvSpPr>
        <p:spPr>
          <a:xfrm>
            <a:off x="6237962" y="4064725"/>
            <a:ext cx="5273455"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 name="Oval 3">
            <a:extLst>
              <a:ext uri="{C183D7F6-B498-43B3-948B-1728B52AA6E4}">
                <adec:decorative xmlns:adec="http://schemas.microsoft.com/office/drawing/2017/decorative" val="1"/>
              </a:ext>
            </a:extLst>
          </p:cNvPr>
          <p:cNvSpPr/>
          <p:nvPr/>
        </p:nvSpPr>
        <p:spPr>
          <a:xfrm>
            <a:off x="11567160" y="201168"/>
            <a:ext cx="155448" cy="155448"/>
          </a:xfrm>
          <a:prstGeom prst="ellipse">
            <a:avLst/>
          </a:prstGeom>
          <a:solidFill>
            <a:srgbClr val="7A3EB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p:cNvSpPr txBox="1"/>
          <p:nvPr/>
        </p:nvSpPr>
        <p:spPr>
          <a:xfrm>
            <a:off x="996571" y="1638168"/>
            <a:ext cx="48006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CONSUMER</a:t>
            </a:r>
          </a:p>
        </p:txBody>
      </p:sp>
      <p:sp>
        <p:nvSpPr>
          <p:cNvPr id="8" name="TextBox 7"/>
          <p:cNvSpPr txBox="1"/>
          <p:nvPr/>
        </p:nvSpPr>
        <p:spPr>
          <a:xfrm>
            <a:off x="996571" y="1958208"/>
            <a:ext cx="4800600" cy="58521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Qualified prior-authorization operations reviewer</a:t>
            </a:r>
          </a:p>
        </p:txBody>
      </p:sp>
      <p:sp>
        <p:nvSpPr>
          <p:cNvPr id="10" name="TextBox 9"/>
          <p:cNvSpPr txBox="1"/>
          <p:nvPr/>
        </p:nvSpPr>
        <p:spPr>
          <a:xfrm>
            <a:off x="996571" y="2954153"/>
            <a:ext cx="48006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SUPPORTED DECISION</a:t>
            </a:r>
          </a:p>
        </p:txBody>
      </p:sp>
      <p:sp>
        <p:nvSpPr>
          <p:cNvPr id="11" name="TextBox 10"/>
          <p:cNvSpPr txBox="1"/>
          <p:nvPr/>
        </p:nvSpPr>
        <p:spPr>
          <a:xfrm>
            <a:off x="996571" y="3274193"/>
            <a:ext cx="4800600" cy="58521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May a routine request display a historical approval signal?</a:t>
            </a:r>
          </a:p>
        </p:txBody>
      </p:sp>
      <p:sp>
        <p:nvSpPr>
          <p:cNvPr id="13" name="TextBox 12"/>
          <p:cNvSpPr txBox="1"/>
          <p:nvPr/>
        </p:nvSpPr>
        <p:spPr>
          <a:xfrm>
            <a:off x="996571" y="4215177"/>
            <a:ext cx="48006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PERMITTED USE</a:t>
            </a:r>
          </a:p>
        </p:txBody>
      </p:sp>
      <p:sp>
        <p:nvSpPr>
          <p:cNvPr id="14" name="TextBox 13"/>
          <p:cNvSpPr txBox="1"/>
          <p:nvPr/>
        </p:nvSpPr>
        <p:spPr>
          <a:xfrm>
            <a:off x="996571" y="4535217"/>
            <a:ext cx="4800600" cy="58521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Show supporting evidence after deterministic gates pass</a:t>
            </a:r>
          </a:p>
        </p:txBody>
      </p:sp>
      <p:sp>
        <p:nvSpPr>
          <p:cNvPr id="15" name="TextBox 14"/>
          <p:cNvSpPr txBox="1"/>
          <p:nvPr/>
        </p:nvSpPr>
        <p:spPr>
          <a:xfrm>
            <a:off x="6545601" y="1638168"/>
            <a:ext cx="48006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PROHIBITED USE</a:t>
            </a:r>
          </a:p>
        </p:txBody>
      </p:sp>
      <p:sp>
        <p:nvSpPr>
          <p:cNvPr id="16" name="TextBox 15"/>
          <p:cNvSpPr txBox="1"/>
          <p:nvPr/>
        </p:nvSpPr>
        <p:spPr>
          <a:xfrm>
            <a:off x="6545601" y="1958208"/>
            <a:ext cx="4800600" cy="58521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Approve, deny, determine coverage, recommend treatment, suppress review, override urgency</a:t>
            </a:r>
          </a:p>
        </p:txBody>
      </p:sp>
      <p:sp>
        <p:nvSpPr>
          <p:cNvPr id="18" name="TextBox 17"/>
          <p:cNvSpPr txBox="1"/>
          <p:nvPr/>
        </p:nvSpPr>
        <p:spPr>
          <a:xfrm>
            <a:off x="6545601" y="2954153"/>
            <a:ext cx="48006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HUMAN AUTHORITY</a:t>
            </a:r>
          </a:p>
        </p:txBody>
      </p:sp>
      <p:sp>
        <p:nvSpPr>
          <p:cNvPr id="19" name="TextBox 18"/>
          <p:cNvSpPr txBox="1"/>
          <p:nvPr/>
        </p:nvSpPr>
        <p:spPr>
          <a:xfrm>
            <a:off x="6545601" y="3274193"/>
            <a:ext cx="4800600" cy="58521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A qualified reviewer owns every authorization decision</a:t>
            </a:r>
          </a:p>
        </p:txBody>
      </p:sp>
      <p:sp>
        <p:nvSpPr>
          <p:cNvPr id="21" name="TextBox 20"/>
          <p:cNvSpPr txBox="1"/>
          <p:nvPr/>
        </p:nvSpPr>
        <p:spPr>
          <a:xfrm>
            <a:off x="6545601" y="4215177"/>
            <a:ext cx="48006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FAILURE BEHAVIOR</a:t>
            </a:r>
          </a:p>
        </p:txBody>
      </p:sp>
      <p:sp>
        <p:nvSpPr>
          <p:cNvPr id="22" name="TextBox 21"/>
          <p:cNvSpPr txBox="1"/>
          <p:nvPr/>
        </p:nvSpPr>
        <p:spPr>
          <a:xfrm>
            <a:off x="6545601" y="4535217"/>
            <a:ext cx="4800600" cy="58521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Named state, reason code, null score, next action</a:t>
            </a:r>
          </a:p>
        </p:txBody>
      </p:sp>
      <p:sp>
        <p:nvSpPr>
          <p:cNvPr id="26" name="Title 25">
            <a:extLst>
              <a:ext uri="{FF2B5EF4-FFF2-40B4-BE49-F238E27FC236}">
                <a16:creationId xmlns:a16="http://schemas.microsoft.com/office/drawing/2014/main" id="{4350D5AA-1E5A-D303-9568-9E3DA728F6B8}"/>
              </a:ext>
            </a:extLst>
          </p:cNvPr>
          <p:cNvSpPr>
            <a:spLocks noGrp="1"/>
          </p:cNvSpPr>
          <p:nvPr>
            <p:ph type="title"/>
          </p:nvPr>
        </p:nvSpPr>
        <p:spPr>
          <a:xfrm>
            <a:off x="605364" y="498666"/>
            <a:ext cx="10854797" cy="646331"/>
          </a:xfrm>
        </p:spPr>
        <p:txBody>
          <a:bodyPr/>
          <a:lstStyle/>
          <a:p>
            <a:r>
              <a:rPr lang="en-IN">
                <a:latin typeface="Open Sans" panose="020B0606030504020204" pitchFamily="34" charset="0"/>
              </a:rPr>
              <a:t>Freeze the operating boundary before coding</a:t>
            </a:r>
          </a:p>
        </p:txBody>
      </p:sp>
      <p:sp>
        <p:nvSpPr>
          <p:cNvPr id="27" name="Rectangle 26">
            <a:extLst>
              <a:ext uri="{FF2B5EF4-FFF2-40B4-BE49-F238E27FC236}">
                <a16:creationId xmlns:a16="http://schemas.microsoft.com/office/drawing/2014/main" id="{13C66F43-1C9E-F6D5-E13D-E2668B315716}"/>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DECISION CONTRACT</a:t>
            </a:r>
          </a:p>
        </p:txBody>
      </p:sp>
      <p:sp>
        <p:nvSpPr>
          <p:cNvPr id="28" name="Shape 1">
            <a:extLst>
              <a:ext uri="{FF2B5EF4-FFF2-40B4-BE49-F238E27FC236}">
                <a16:creationId xmlns:a16="http://schemas.microsoft.com/office/drawing/2014/main" id="{F25B30F0-449A-3404-8AD5-01C53737CF3B}"/>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35" name="Google Shape;876;p100">
            <a:extLst>
              <a:ext uri="{FF2B5EF4-FFF2-40B4-BE49-F238E27FC236}">
                <a16:creationId xmlns:a16="http://schemas.microsoft.com/office/drawing/2014/main" id="{F64301D1-74ED-2A72-740B-64AB2373EC07}"/>
              </a:ext>
            </a:extLst>
          </p:cNvPr>
          <p:cNvSpPr/>
          <p:nvPr/>
        </p:nvSpPr>
        <p:spPr>
          <a:xfrm>
            <a:off x="683984" y="5660136"/>
            <a:ext cx="10824034" cy="493776"/>
          </a:xfrm>
          <a:prstGeom prst="roundRect">
            <a:avLst>
              <a:gd name="adj" fmla="val 16667"/>
            </a:avLst>
          </a:prstGeom>
          <a:solidFill>
            <a:schemeClr val="bg1">
              <a:lumMod val="95000"/>
            </a:schemeClr>
          </a:solidFill>
          <a:ln w="9525" cap="flat" cmpd="sng">
            <a:no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A score of 0.93 answers a statistical question. It grants no business or clinical authority.</a:t>
            </a:r>
          </a:p>
        </p:txBody>
      </p:sp>
    </p:spTree>
    <p:custDataLst>
      <p:tags r:id="rId1"/>
    </p:custDataLst>
    <p:extLst>
      <p:ext uri="{BB962C8B-B14F-4D97-AF65-F5344CB8AC3E}">
        <p14:creationId xmlns:p14="http://schemas.microsoft.com/office/powerpoint/2010/main" val="1747842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47" name="Rounded Rectangle 46">
            <a:extLst>
              <a:ext uri="{FF2B5EF4-FFF2-40B4-BE49-F238E27FC236}">
                <a16:creationId xmlns:a16="http://schemas.microsoft.com/office/drawing/2014/main" id="{43CA0772-EAF4-607F-3188-C37A1F7BE535}"/>
              </a:ext>
            </a:extLst>
          </p:cNvPr>
          <p:cNvSpPr/>
          <p:nvPr/>
        </p:nvSpPr>
        <p:spPr>
          <a:xfrm>
            <a:off x="683982" y="1340520"/>
            <a:ext cx="10821967" cy="3770100"/>
          </a:xfrm>
          <a:prstGeom prst="roundRect">
            <a:avLst>
              <a:gd name="adj" fmla="val 71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8" name="Rounded Rectangle 47">
            <a:extLst>
              <a:ext uri="{FF2B5EF4-FFF2-40B4-BE49-F238E27FC236}">
                <a16:creationId xmlns:a16="http://schemas.microsoft.com/office/drawing/2014/main" id="{5E5B2D86-2D77-689F-A87A-BA90D1625675}"/>
              </a:ext>
            </a:extLst>
          </p:cNvPr>
          <p:cNvSpPr/>
          <p:nvPr/>
        </p:nvSpPr>
        <p:spPr>
          <a:xfrm>
            <a:off x="914400" y="3131686"/>
            <a:ext cx="2652595" cy="123156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9" name="Rounded Rectangle 48">
            <a:extLst>
              <a:ext uri="{FF2B5EF4-FFF2-40B4-BE49-F238E27FC236}">
                <a16:creationId xmlns:a16="http://schemas.microsoft.com/office/drawing/2014/main" id="{8C8E1298-BDA3-F235-60A7-DFAF649E3487}"/>
              </a:ext>
            </a:extLst>
          </p:cNvPr>
          <p:cNvSpPr/>
          <p:nvPr/>
        </p:nvSpPr>
        <p:spPr>
          <a:xfrm>
            <a:off x="3945698" y="3131686"/>
            <a:ext cx="2652595" cy="123156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50" name="Rounded Rectangle 49">
            <a:extLst>
              <a:ext uri="{FF2B5EF4-FFF2-40B4-BE49-F238E27FC236}">
                <a16:creationId xmlns:a16="http://schemas.microsoft.com/office/drawing/2014/main" id="{CBD22C3E-FC43-E32F-E16F-4E38F109A6F1}"/>
              </a:ext>
            </a:extLst>
          </p:cNvPr>
          <p:cNvSpPr/>
          <p:nvPr/>
        </p:nvSpPr>
        <p:spPr>
          <a:xfrm>
            <a:off x="6973824" y="3131686"/>
            <a:ext cx="2652595" cy="123156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9" name="TextBox 8"/>
          <p:cNvSpPr txBox="1"/>
          <p:nvPr/>
        </p:nvSpPr>
        <p:spPr>
          <a:xfrm>
            <a:off x="914400" y="1559936"/>
            <a:ext cx="1137739" cy="1396283"/>
          </a:xfrm>
          <a:prstGeom prst="roundRect">
            <a:avLst/>
          </a:prstGeom>
          <a:solidFill>
            <a:schemeClr val="bg1"/>
          </a:solidFill>
          <a:ln>
            <a:noFill/>
          </a:ln>
        </p:spPr>
        <p:txBody>
          <a:bodyPr wrap="square" lIns="0" tIns="0" rIns="0" bIns="0" anchor="ctr">
            <a:noAutofit/>
          </a:bodyPr>
          <a:lstStyle/>
          <a:p>
            <a:pPr algn="ctr">
              <a:lnSpc>
                <a:spcPct val="100000"/>
              </a:lnSpc>
              <a:spcAft>
                <a:spcPts val="0"/>
              </a:spcAft>
            </a:pPr>
            <a:endParaRPr lang="en-US" sz="1600" b="1" i="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endParaRPr lang="en-IN" sz="16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SCOPE</a:t>
            </a:r>
          </a:p>
        </p:txBody>
      </p:sp>
      <p:sp>
        <p:nvSpPr>
          <p:cNvPr id="12" name="TextBox 11"/>
          <p:cNvSpPr txBox="1"/>
          <p:nvPr/>
        </p:nvSpPr>
        <p:spPr>
          <a:xfrm>
            <a:off x="2429256" y="1547333"/>
            <a:ext cx="1137739" cy="1396283"/>
          </a:xfrm>
          <a:prstGeom prst="roundRect">
            <a:avLst/>
          </a:prstGeom>
          <a:solidFill>
            <a:schemeClr val="bg1"/>
          </a:solidFill>
          <a:ln>
            <a:noFill/>
          </a:ln>
        </p:spPr>
        <p:txBody>
          <a:bodyPr wrap="square" lIns="0" tIns="0" rIns="0" bIns="0" anchor="ctr">
            <a:noAutofit/>
          </a:bodyPr>
          <a:lstStyle/>
          <a:p>
            <a:pPr algn="ctr">
              <a:lnSpc>
                <a:spcPct val="100000"/>
              </a:lnSpc>
              <a:spcAft>
                <a:spcPts val="0"/>
              </a:spcAft>
            </a:pPr>
            <a:endParaRPr lang="en-US" sz="1600" b="1" i="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endParaRPr lang="en-IN" sz="16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READY</a:t>
            </a:r>
          </a:p>
        </p:txBody>
      </p:sp>
      <p:sp>
        <p:nvSpPr>
          <p:cNvPr id="15" name="TextBox 14"/>
          <p:cNvSpPr txBox="1"/>
          <p:nvPr/>
        </p:nvSpPr>
        <p:spPr>
          <a:xfrm>
            <a:off x="3944112" y="1547333"/>
            <a:ext cx="1137739" cy="1396283"/>
          </a:xfrm>
          <a:prstGeom prst="roundRect">
            <a:avLst/>
          </a:prstGeom>
          <a:solidFill>
            <a:schemeClr val="bg1"/>
          </a:solidFill>
          <a:ln>
            <a:noFill/>
          </a:ln>
        </p:spPr>
        <p:txBody>
          <a:bodyPr wrap="square" lIns="0" tIns="0" rIns="0" bIns="0" anchor="ctr">
            <a:noAutofit/>
          </a:bodyPr>
          <a:lstStyle/>
          <a:p>
            <a:pPr algn="ctr">
              <a:lnSpc>
                <a:spcPct val="100000"/>
              </a:lnSpc>
              <a:spcAft>
                <a:spcPts val="0"/>
              </a:spcAft>
            </a:pPr>
            <a:endParaRPr lang="en-US" sz="1600" b="1" i="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endParaRPr lang="en-IN" sz="1600" b="1">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r>
              <a:rPr sz="1600" b="1" i="0">
                <a:solidFill>
                  <a:schemeClr val="tx2"/>
                </a:solidFill>
                <a:latin typeface="Open Sans" panose="020B0606030504020204" pitchFamily="34" charset="0"/>
                <a:ea typeface="Open Sans" panose="020B0606030504020204" pitchFamily="34" charset="0"/>
                <a:cs typeface="Open Sans" panose="020B0606030504020204" pitchFamily="34" charset="0"/>
              </a:rPr>
              <a:t>DOCS</a:t>
            </a:r>
          </a:p>
        </p:txBody>
      </p:sp>
      <p:sp>
        <p:nvSpPr>
          <p:cNvPr id="18" name="TextBox 17"/>
          <p:cNvSpPr txBox="1"/>
          <p:nvPr/>
        </p:nvSpPr>
        <p:spPr>
          <a:xfrm>
            <a:off x="5458968" y="1547333"/>
            <a:ext cx="1137739" cy="1396283"/>
          </a:xfrm>
          <a:prstGeom prst="roundRect">
            <a:avLst/>
          </a:prstGeom>
          <a:solidFill>
            <a:schemeClr val="bg1"/>
          </a:solidFill>
          <a:ln>
            <a:noFill/>
          </a:ln>
        </p:spPr>
        <p:txBody>
          <a:bodyPr wrap="square" lIns="0" tIns="0" rIns="0" bIns="0" anchor="ctr">
            <a:noAutofit/>
          </a:bodyPr>
          <a:lstStyle/>
          <a:p>
            <a:pPr algn="ctr">
              <a:lnSpc>
                <a:spcPct val="100000"/>
              </a:lnSpc>
              <a:spcAft>
                <a:spcPts val="0"/>
              </a:spcAft>
            </a:pPr>
            <a:endParaRPr lang="en-US" sz="1600" b="1" i="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endParaRPr lang="en-IN" sz="1600" b="1">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r>
              <a:rPr sz="1600" b="1" i="0">
                <a:solidFill>
                  <a:schemeClr val="tx2"/>
                </a:solidFill>
                <a:latin typeface="Open Sans" panose="020B0606030504020204" pitchFamily="34" charset="0"/>
                <a:ea typeface="Open Sans" panose="020B0606030504020204" pitchFamily="34" charset="0"/>
                <a:cs typeface="Open Sans" panose="020B0606030504020204" pitchFamily="34" charset="0"/>
              </a:rPr>
              <a:t>URGENCY</a:t>
            </a:r>
          </a:p>
        </p:txBody>
      </p:sp>
      <p:sp>
        <p:nvSpPr>
          <p:cNvPr id="21" name="TextBox 20"/>
          <p:cNvSpPr txBox="1"/>
          <p:nvPr/>
        </p:nvSpPr>
        <p:spPr>
          <a:xfrm>
            <a:off x="6973824" y="1547333"/>
            <a:ext cx="1137739" cy="1396283"/>
          </a:xfrm>
          <a:prstGeom prst="roundRect">
            <a:avLst/>
          </a:prstGeom>
          <a:solidFill>
            <a:schemeClr val="bg1"/>
          </a:solidFill>
          <a:ln>
            <a:noFill/>
          </a:ln>
        </p:spPr>
        <p:txBody>
          <a:bodyPr wrap="square" lIns="0" tIns="0" rIns="0" bIns="0" anchor="ctr">
            <a:noAutofit/>
          </a:bodyPr>
          <a:lstStyle/>
          <a:p>
            <a:pPr algn="ctr">
              <a:lnSpc>
                <a:spcPct val="100000"/>
              </a:lnSpc>
              <a:spcAft>
                <a:spcPts val="0"/>
              </a:spcAft>
            </a:pPr>
            <a:endParaRPr lang="en-US" sz="1600" b="1" i="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endParaRPr lang="en-IN" sz="1600"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r>
              <a:rPr sz="1600" b="1" i="0">
                <a:solidFill>
                  <a:schemeClr val="accent1"/>
                </a:solidFill>
                <a:latin typeface="Open Sans" panose="020B0606030504020204" pitchFamily="34" charset="0"/>
                <a:ea typeface="Open Sans" panose="020B0606030504020204" pitchFamily="34" charset="0"/>
                <a:cs typeface="Open Sans" panose="020B0606030504020204" pitchFamily="34" charset="0"/>
              </a:rPr>
              <a:t>HISTORY</a:t>
            </a:r>
          </a:p>
        </p:txBody>
      </p:sp>
      <p:sp>
        <p:nvSpPr>
          <p:cNvPr id="24" name="TextBox 23"/>
          <p:cNvSpPr txBox="1"/>
          <p:nvPr/>
        </p:nvSpPr>
        <p:spPr>
          <a:xfrm>
            <a:off x="8488680" y="1547333"/>
            <a:ext cx="1137739" cy="1396283"/>
          </a:xfrm>
          <a:prstGeom prst="roundRect">
            <a:avLst/>
          </a:prstGeom>
          <a:solidFill>
            <a:schemeClr val="bg1"/>
          </a:solidFill>
          <a:ln>
            <a:noFill/>
          </a:ln>
        </p:spPr>
        <p:txBody>
          <a:bodyPr wrap="square" lIns="0" tIns="0" rIns="0" bIns="0" anchor="ctr">
            <a:noAutofit/>
          </a:bodyPr>
          <a:lstStyle/>
          <a:p>
            <a:pPr algn="ctr">
              <a:lnSpc>
                <a:spcPct val="100000"/>
              </a:lnSpc>
              <a:spcAft>
                <a:spcPts val="0"/>
              </a:spcAft>
            </a:pPr>
            <a:endParaRPr lang="en-US" sz="1600" b="1" i="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endParaRPr lang="en-IN" sz="1600"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r>
              <a:rPr sz="1600" b="1" i="0">
                <a:solidFill>
                  <a:schemeClr val="accent1"/>
                </a:solidFill>
                <a:latin typeface="Open Sans" panose="020B0606030504020204" pitchFamily="34" charset="0"/>
                <a:ea typeface="Open Sans" panose="020B0606030504020204" pitchFamily="34" charset="0"/>
                <a:cs typeface="Open Sans" panose="020B0606030504020204" pitchFamily="34" charset="0"/>
              </a:rPr>
              <a:t>MODEL</a:t>
            </a:r>
          </a:p>
        </p:txBody>
      </p:sp>
      <p:sp>
        <p:nvSpPr>
          <p:cNvPr id="27" name="TextBox 26"/>
          <p:cNvSpPr txBox="1"/>
          <p:nvPr/>
        </p:nvSpPr>
        <p:spPr>
          <a:xfrm>
            <a:off x="10003536" y="1555761"/>
            <a:ext cx="1137739" cy="1396283"/>
          </a:xfrm>
          <a:prstGeom prst="roundRect">
            <a:avLst/>
          </a:prstGeom>
          <a:solidFill>
            <a:schemeClr val="bg1"/>
          </a:solidFill>
          <a:ln>
            <a:noFill/>
          </a:ln>
        </p:spPr>
        <p:txBody>
          <a:bodyPr wrap="square" lIns="0" tIns="0" rIns="0" bIns="0" anchor="ctr">
            <a:noAutofit/>
          </a:bodyPr>
          <a:lstStyle/>
          <a:p>
            <a:pPr algn="ctr">
              <a:lnSpc>
                <a:spcPct val="100000"/>
              </a:lnSpc>
              <a:spcAft>
                <a:spcPts val="0"/>
              </a:spcAft>
            </a:pPr>
            <a:endParaRPr lang="en-US" sz="1600" b="1" i="0">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endParaRPr lang="en-IN" sz="1600" b="1">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r>
              <a:rPr sz="1600" b="1" i="0">
                <a:latin typeface="Open Sans" panose="020B0606030504020204" pitchFamily="34" charset="0"/>
                <a:ea typeface="Open Sans" panose="020B0606030504020204" pitchFamily="34" charset="0"/>
                <a:cs typeface="Open Sans" panose="020B0606030504020204" pitchFamily="34" charset="0"/>
              </a:rPr>
              <a:t>STATE</a:t>
            </a:r>
          </a:p>
        </p:txBody>
      </p:sp>
      <p:sp>
        <p:nvSpPr>
          <p:cNvPr id="28" name="TextBox 27"/>
          <p:cNvSpPr txBox="1"/>
          <p:nvPr/>
        </p:nvSpPr>
        <p:spPr>
          <a:xfrm>
            <a:off x="914399" y="4582091"/>
            <a:ext cx="9859871" cy="393192"/>
          </a:xfrm>
          <a:prstGeom prst="rect">
            <a:avLst/>
          </a:prstGeom>
          <a:noFill/>
          <a:ln>
            <a:noFill/>
          </a:ln>
        </p:spPr>
        <p:txBody>
          <a:bodyPr wrap="square" lIns="0" tIns="0" rIns="0" bIns="0" anchor="t">
            <a:noAutofit/>
          </a:bodyPr>
          <a:lstStyle/>
          <a:p>
            <a:pPr>
              <a:lnSpc>
                <a:spcPct val="100000"/>
              </a:lnSpc>
              <a:spcAft>
                <a:spcPts val="0"/>
              </a:spcAft>
            </a:pPr>
            <a:r>
              <a:rPr sz="1800" b="1" i="0">
                <a:latin typeface="Open Sans" panose="020B0606030504020204" pitchFamily="34" charset="0"/>
                <a:ea typeface="Open Sans" panose="020B0606030504020204" pitchFamily="34" charset="0"/>
                <a:cs typeface="Open Sans" panose="020B0606030504020204" pitchFamily="34" charset="0"/>
              </a:rPr>
              <a:t>Only a routine, complete, in-scope, trusted request reaches inference.</a:t>
            </a:r>
          </a:p>
        </p:txBody>
      </p:sp>
      <p:sp>
        <p:nvSpPr>
          <p:cNvPr id="29" name="TextBox 28"/>
          <p:cNvSpPr txBox="1"/>
          <p:nvPr/>
        </p:nvSpPr>
        <p:spPr>
          <a:xfrm>
            <a:off x="1183591" y="3338161"/>
            <a:ext cx="2331158"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MODEL OUTPUT</a:t>
            </a:r>
          </a:p>
        </p:txBody>
      </p:sp>
      <p:sp>
        <p:nvSpPr>
          <p:cNvPr id="30" name="TextBox 29"/>
          <p:cNvSpPr txBox="1"/>
          <p:nvPr/>
        </p:nvSpPr>
        <p:spPr>
          <a:xfrm>
            <a:off x="1183591" y="3674109"/>
            <a:ext cx="2331158" cy="594360"/>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Historical approval signal and evidence band.</a:t>
            </a:r>
          </a:p>
        </p:txBody>
      </p:sp>
      <p:sp>
        <p:nvSpPr>
          <p:cNvPr id="31" name="TextBox 30"/>
          <p:cNvSpPr txBox="1"/>
          <p:nvPr/>
        </p:nvSpPr>
        <p:spPr>
          <a:xfrm>
            <a:off x="4228700" y="3338161"/>
            <a:ext cx="2331158"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tx2"/>
                </a:solidFill>
                <a:latin typeface="Open Sans" panose="020B0606030504020204" pitchFamily="34" charset="0"/>
                <a:ea typeface="Open Sans" panose="020B0606030504020204" pitchFamily="34" charset="0"/>
                <a:cs typeface="Open Sans" panose="020B0606030504020204" pitchFamily="34" charset="0"/>
              </a:rPr>
              <a:t>SERVICE OUTPUT</a:t>
            </a:r>
          </a:p>
        </p:txBody>
      </p:sp>
      <p:sp>
        <p:nvSpPr>
          <p:cNvPr id="32" name="TextBox 31"/>
          <p:cNvSpPr txBox="1"/>
          <p:nvPr/>
        </p:nvSpPr>
        <p:spPr>
          <a:xfrm>
            <a:off x="4228700" y="3674109"/>
            <a:ext cx="2331158" cy="594360"/>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State, reason code, score or null, and next action.</a:t>
            </a:r>
          </a:p>
        </p:txBody>
      </p:sp>
      <p:sp>
        <p:nvSpPr>
          <p:cNvPr id="33" name="TextBox 32"/>
          <p:cNvSpPr txBox="1"/>
          <p:nvPr/>
        </p:nvSpPr>
        <p:spPr>
          <a:xfrm>
            <a:off x="7256604" y="3338161"/>
            <a:ext cx="2331158"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1"/>
                </a:solidFill>
                <a:latin typeface="Open Sans" panose="020B0606030504020204" pitchFamily="34" charset="0"/>
                <a:ea typeface="Open Sans" panose="020B0606030504020204" pitchFamily="34" charset="0"/>
                <a:cs typeface="Open Sans" panose="020B0606030504020204" pitchFamily="34" charset="0"/>
              </a:rPr>
              <a:t>HUMAN ACTION</a:t>
            </a:r>
          </a:p>
        </p:txBody>
      </p:sp>
      <p:sp>
        <p:nvSpPr>
          <p:cNvPr id="34" name="TextBox 33"/>
          <p:cNvSpPr txBox="1"/>
          <p:nvPr/>
        </p:nvSpPr>
        <p:spPr>
          <a:xfrm>
            <a:off x="7256604" y="3674109"/>
            <a:ext cx="2331158" cy="594360"/>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Qualified reviewer decides what happens next.</a:t>
            </a:r>
          </a:p>
        </p:txBody>
      </p:sp>
      <p:sp>
        <p:nvSpPr>
          <p:cNvPr id="37" name="Title 36">
            <a:extLst>
              <a:ext uri="{FF2B5EF4-FFF2-40B4-BE49-F238E27FC236}">
                <a16:creationId xmlns:a16="http://schemas.microsoft.com/office/drawing/2014/main" id="{52575B7C-1438-12EA-1F9D-C9514F62D329}"/>
              </a:ext>
            </a:extLst>
          </p:cNvPr>
          <p:cNvSpPr>
            <a:spLocks noGrp="1"/>
          </p:cNvSpPr>
          <p:nvPr>
            <p:ph type="title"/>
          </p:nvPr>
        </p:nvSpPr>
        <p:spPr>
          <a:xfrm>
            <a:off x="605364" y="498666"/>
            <a:ext cx="10854797" cy="646331"/>
          </a:xfrm>
        </p:spPr>
        <p:txBody>
          <a:bodyPr/>
          <a:lstStyle/>
          <a:p>
            <a:r>
              <a:rPr lang="en-IN">
                <a:latin typeface="Open Sans" panose="020B0606030504020204" pitchFamily="34" charset="0"/>
              </a:rPr>
              <a:t>Deterministic controls surround the model</a:t>
            </a:r>
          </a:p>
        </p:txBody>
      </p:sp>
      <p:sp>
        <p:nvSpPr>
          <p:cNvPr id="38" name="Rectangle 37">
            <a:extLst>
              <a:ext uri="{FF2B5EF4-FFF2-40B4-BE49-F238E27FC236}">
                <a16:creationId xmlns:a16="http://schemas.microsoft.com/office/drawing/2014/main" id="{4C2C3732-4A6D-2A48-5C7C-2B5A702B6729}"/>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SERVICE FLOW</a:t>
            </a:r>
          </a:p>
        </p:txBody>
      </p:sp>
      <p:sp>
        <p:nvSpPr>
          <p:cNvPr id="39" name="Shape 1">
            <a:extLst>
              <a:ext uri="{FF2B5EF4-FFF2-40B4-BE49-F238E27FC236}">
                <a16:creationId xmlns:a16="http://schemas.microsoft.com/office/drawing/2014/main" id="{85A1E0F3-A643-BC07-065B-BC4EF79A8247}"/>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40" name="Oval 39">
            <a:extLst>
              <a:ext uri="{FF2B5EF4-FFF2-40B4-BE49-F238E27FC236}">
                <a16:creationId xmlns:a16="http://schemas.microsoft.com/office/drawing/2014/main" id="{A882E05A-3B2C-CEBF-5179-861E8A523137}"/>
              </a:ext>
            </a:extLst>
          </p:cNvPr>
          <p:cNvSpPr/>
          <p:nvPr/>
        </p:nvSpPr>
        <p:spPr>
          <a:xfrm>
            <a:off x="1267270" y="1760970"/>
            <a:ext cx="432000" cy="43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1</a:t>
            </a:r>
          </a:p>
        </p:txBody>
      </p:sp>
      <p:sp>
        <p:nvSpPr>
          <p:cNvPr id="41" name="Oval 40">
            <a:extLst>
              <a:ext uri="{FF2B5EF4-FFF2-40B4-BE49-F238E27FC236}">
                <a16:creationId xmlns:a16="http://schemas.microsoft.com/office/drawing/2014/main" id="{7194BB02-3CEF-B9CD-4819-7B7C2168BF5E}"/>
              </a:ext>
            </a:extLst>
          </p:cNvPr>
          <p:cNvSpPr/>
          <p:nvPr/>
        </p:nvSpPr>
        <p:spPr>
          <a:xfrm>
            <a:off x="2779770" y="1735403"/>
            <a:ext cx="432000" cy="43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2</a:t>
            </a:r>
          </a:p>
        </p:txBody>
      </p:sp>
      <p:sp>
        <p:nvSpPr>
          <p:cNvPr id="42" name="Oval 41">
            <a:extLst>
              <a:ext uri="{FF2B5EF4-FFF2-40B4-BE49-F238E27FC236}">
                <a16:creationId xmlns:a16="http://schemas.microsoft.com/office/drawing/2014/main" id="{3A9A5FE9-D421-2C53-0470-643AFA08E43A}"/>
              </a:ext>
            </a:extLst>
          </p:cNvPr>
          <p:cNvSpPr/>
          <p:nvPr/>
        </p:nvSpPr>
        <p:spPr>
          <a:xfrm>
            <a:off x="4292270" y="1735403"/>
            <a:ext cx="432000" cy="43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3</a:t>
            </a:r>
          </a:p>
        </p:txBody>
      </p:sp>
      <p:sp>
        <p:nvSpPr>
          <p:cNvPr id="43" name="Oval 42">
            <a:extLst>
              <a:ext uri="{FF2B5EF4-FFF2-40B4-BE49-F238E27FC236}">
                <a16:creationId xmlns:a16="http://schemas.microsoft.com/office/drawing/2014/main" id="{C702F558-6BCE-52E5-A8DA-808675932CAB}"/>
              </a:ext>
            </a:extLst>
          </p:cNvPr>
          <p:cNvSpPr/>
          <p:nvPr/>
        </p:nvSpPr>
        <p:spPr>
          <a:xfrm>
            <a:off x="5804770" y="1735403"/>
            <a:ext cx="432000" cy="43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4</a:t>
            </a:r>
          </a:p>
        </p:txBody>
      </p:sp>
      <p:sp>
        <p:nvSpPr>
          <p:cNvPr id="44" name="Oval 43">
            <a:extLst>
              <a:ext uri="{FF2B5EF4-FFF2-40B4-BE49-F238E27FC236}">
                <a16:creationId xmlns:a16="http://schemas.microsoft.com/office/drawing/2014/main" id="{8CF280C6-6559-296F-6663-67967119F2B2}"/>
              </a:ext>
            </a:extLst>
          </p:cNvPr>
          <p:cNvSpPr/>
          <p:nvPr/>
        </p:nvSpPr>
        <p:spPr>
          <a:xfrm>
            <a:off x="7317270" y="1735403"/>
            <a:ext cx="432000" cy="43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5</a:t>
            </a:r>
          </a:p>
        </p:txBody>
      </p:sp>
      <p:sp>
        <p:nvSpPr>
          <p:cNvPr id="45" name="Oval 44">
            <a:extLst>
              <a:ext uri="{FF2B5EF4-FFF2-40B4-BE49-F238E27FC236}">
                <a16:creationId xmlns:a16="http://schemas.microsoft.com/office/drawing/2014/main" id="{3EC9CACB-4D10-AEB7-B775-FB2E4B6FD51F}"/>
              </a:ext>
            </a:extLst>
          </p:cNvPr>
          <p:cNvSpPr/>
          <p:nvPr/>
        </p:nvSpPr>
        <p:spPr>
          <a:xfrm>
            <a:off x="8829770" y="1735403"/>
            <a:ext cx="432000" cy="43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6</a:t>
            </a:r>
          </a:p>
        </p:txBody>
      </p:sp>
      <p:sp>
        <p:nvSpPr>
          <p:cNvPr id="46" name="Oval 45">
            <a:extLst>
              <a:ext uri="{FF2B5EF4-FFF2-40B4-BE49-F238E27FC236}">
                <a16:creationId xmlns:a16="http://schemas.microsoft.com/office/drawing/2014/main" id="{9DFFEF60-6244-495F-14E4-6F5E8853EF8B}"/>
              </a:ext>
            </a:extLst>
          </p:cNvPr>
          <p:cNvSpPr/>
          <p:nvPr/>
        </p:nvSpPr>
        <p:spPr>
          <a:xfrm>
            <a:off x="10342271" y="1733935"/>
            <a:ext cx="432000" cy="43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rPr>
              <a:t>7</a:t>
            </a:r>
          </a:p>
        </p:txBody>
      </p:sp>
      <p:sp>
        <p:nvSpPr>
          <p:cNvPr id="51" name="Google Shape;876;p100">
            <a:extLst>
              <a:ext uri="{FF2B5EF4-FFF2-40B4-BE49-F238E27FC236}">
                <a16:creationId xmlns:a16="http://schemas.microsoft.com/office/drawing/2014/main" id="{2491A962-687D-339D-FDDD-D4FA746CF54D}"/>
              </a:ext>
            </a:extLst>
          </p:cNvPr>
          <p:cNvSpPr/>
          <p:nvPr/>
        </p:nvSpPr>
        <p:spPr>
          <a:xfrm>
            <a:off x="683984" y="5492297"/>
            <a:ext cx="10824034" cy="493776"/>
          </a:xfrm>
          <a:prstGeom prst="roundRect">
            <a:avLst>
              <a:gd name="adj" fmla="val 16667"/>
            </a:avLst>
          </a:prstGeom>
          <a:solidFill>
            <a:schemeClr val="bg1">
              <a:lumMod val="95000"/>
            </a:schemeClr>
          </a:solidFill>
          <a:ln w="9525" cap="flat" cmpd="sng">
            <a:no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Every blocked path must prove the scorer was never called.</a:t>
            </a:r>
          </a:p>
        </p:txBody>
      </p:sp>
    </p:spTree>
    <p:custDataLst>
      <p:tags r:id="rId1"/>
    </p:custDataLst>
    <p:extLst>
      <p:ext uri="{BB962C8B-B14F-4D97-AF65-F5344CB8AC3E}">
        <p14:creationId xmlns:p14="http://schemas.microsoft.com/office/powerpoint/2010/main" val="1398848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39" name="Rounded Rectangle 38">
            <a:extLst>
              <a:ext uri="{FF2B5EF4-FFF2-40B4-BE49-F238E27FC236}">
                <a16:creationId xmlns:a16="http://schemas.microsoft.com/office/drawing/2014/main" id="{36DD16D2-D69D-5351-1DB9-E99AFB3ED122}"/>
              </a:ext>
            </a:extLst>
          </p:cNvPr>
          <p:cNvSpPr>
            <a:spLocks/>
          </p:cNvSpPr>
          <p:nvPr/>
        </p:nvSpPr>
        <p:spPr>
          <a:xfrm>
            <a:off x="683983" y="1788778"/>
            <a:ext cx="10824035" cy="69413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0" name="Rounded Rectangle 39">
            <a:extLst>
              <a:ext uri="{FF2B5EF4-FFF2-40B4-BE49-F238E27FC236}">
                <a16:creationId xmlns:a16="http://schemas.microsoft.com/office/drawing/2014/main" id="{8BFB4327-177D-34C2-7F4B-3DD209DE36A4}"/>
              </a:ext>
            </a:extLst>
          </p:cNvPr>
          <p:cNvSpPr>
            <a:spLocks/>
          </p:cNvSpPr>
          <p:nvPr/>
        </p:nvSpPr>
        <p:spPr>
          <a:xfrm>
            <a:off x="683983" y="2577081"/>
            <a:ext cx="10824035" cy="69413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1" name="Rounded Rectangle 40">
            <a:extLst>
              <a:ext uri="{FF2B5EF4-FFF2-40B4-BE49-F238E27FC236}">
                <a16:creationId xmlns:a16="http://schemas.microsoft.com/office/drawing/2014/main" id="{32E49DE4-3103-3120-7CC9-99F09E6FFA68}"/>
              </a:ext>
            </a:extLst>
          </p:cNvPr>
          <p:cNvSpPr>
            <a:spLocks/>
          </p:cNvSpPr>
          <p:nvPr/>
        </p:nvSpPr>
        <p:spPr>
          <a:xfrm>
            <a:off x="683983" y="3365384"/>
            <a:ext cx="10824035" cy="69413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2" name="Rounded Rectangle 41">
            <a:extLst>
              <a:ext uri="{FF2B5EF4-FFF2-40B4-BE49-F238E27FC236}">
                <a16:creationId xmlns:a16="http://schemas.microsoft.com/office/drawing/2014/main" id="{409CED26-3A56-ABA4-C6C9-65E186518843}"/>
              </a:ext>
            </a:extLst>
          </p:cNvPr>
          <p:cNvSpPr>
            <a:spLocks/>
          </p:cNvSpPr>
          <p:nvPr/>
        </p:nvSpPr>
        <p:spPr>
          <a:xfrm>
            <a:off x="683983" y="4153687"/>
            <a:ext cx="10824035" cy="69413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3" name="Rounded Rectangle 42">
            <a:extLst>
              <a:ext uri="{FF2B5EF4-FFF2-40B4-BE49-F238E27FC236}">
                <a16:creationId xmlns:a16="http://schemas.microsoft.com/office/drawing/2014/main" id="{B6293750-DAF8-8840-124C-8C42EAE382E8}"/>
              </a:ext>
            </a:extLst>
          </p:cNvPr>
          <p:cNvSpPr>
            <a:spLocks/>
          </p:cNvSpPr>
          <p:nvPr/>
        </p:nvSpPr>
        <p:spPr>
          <a:xfrm>
            <a:off x="683983" y="4941990"/>
            <a:ext cx="10824035" cy="69413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 name="Oval 3">
            <a:extLst>
              <a:ext uri="{C183D7F6-B498-43B3-948B-1728B52AA6E4}">
                <adec:decorative xmlns:adec="http://schemas.microsoft.com/office/drawing/2017/decorative" val="1"/>
              </a:ext>
            </a:extLst>
          </p:cNvPr>
          <p:cNvSpPr/>
          <p:nvPr/>
        </p:nvSpPr>
        <p:spPr>
          <a:xfrm>
            <a:off x="11567160" y="201168"/>
            <a:ext cx="155448" cy="155448"/>
          </a:xfrm>
          <a:prstGeom prst="ellipse">
            <a:avLst/>
          </a:prstGeom>
          <a:solidFill>
            <a:srgbClr val="7A3EB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p:cNvSpPr txBox="1">
            <a:spLocks/>
          </p:cNvSpPr>
          <p:nvPr/>
        </p:nvSpPr>
        <p:spPr>
          <a:xfrm>
            <a:off x="907116" y="1452486"/>
            <a:ext cx="292608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STATE</a:t>
            </a:r>
          </a:p>
        </p:txBody>
      </p:sp>
      <p:sp>
        <p:nvSpPr>
          <p:cNvPr id="8" name="TextBox 7"/>
          <p:cNvSpPr txBox="1">
            <a:spLocks/>
          </p:cNvSpPr>
          <p:nvPr/>
        </p:nvSpPr>
        <p:spPr>
          <a:xfrm>
            <a:off x="4488307" y="1452987"/>
            <a:ext cx="1301033" cy="246107"/>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SCORE</a:t>
            </a:r>
          </a:p>
        </p:txBody>
      </p:sp>
      <p:sp>
        <p:nvSpPr>
          <p:cNvPr id="9" name="TextBox 8"/>
          <p:cNvSpPr txBox="1">
            <a:spLocks/>
          </p:cNvSpPr>
          <p:nvPr/>
        </p:nvSpPr>
        <p:spPr>
          <a:xfrm>
            <a:off x="6402660" y="1452486"/>
            <a:ext cx="310896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CALLER ACTION</a:t>
            </a:r>
          </a:p>
        </p:txBody>
      </p:sp>
      <p:sp>
        <p:nvSpPr>
          <p:cNvPr id="11" name="TextBox 10"/>
          <p:cNvSpPr txBox="1">
            <a:spLocks/>
          </p:cNvSpPr>
          <p:nvPr/>
        </p:nvSpPr>
        <p:spPr>
          <a:xfrm>
            <a:off x="907116" y="2030375"/>
            <a:ext cx="3401568" cy="292608"/>
          </a:xfrm>
          <a:prstGeom prst="rect">
            <a:avLst/>
          </a:prstGeom>
          <a:noFill/>
          <a:ln>
            <a:noFill/>
          </a:ln>
        </p:spPr>
        <p:txBody>
          <a:bodyPr wrap="square" lIns="0" tIns="0" rIns="0" bIns="0" anchor="t">
            <a:noAutofit/>
          </a:bodyPr>
          <a:lstStyle/>
          <a:p>
            <a:pPr algn="l">
              <a:lnSpc>
                <a:spcPct val="100000"/>
              </a:lnSpc>
              <a:spcAft>
                <a:spcPts val="0"/>
              </a:spcAft>
            </a:pPr>
            <a:r>
              <a:rPr sz="1500" b="1" i="0">
                <a:latin typeface="Open Sans" panose="020B0606030504020204" pitchFamily="34" charset="0"/>
                <a:ea typeface="Open Sans" panose="020B0606030504020204" pitchFamily="34" charset="0"/>
                <a:cs typeface="Open Sans" panose="020B0606030504020204" pitchFamily="34" charset="0"/>
              </a:rPr>
              <a:t>READY</a:t>
            </a:r>
          </a:p>
        </p:txBody>
      </p:sp>
      <p:sp>
        <p:nvSpPr>
          <p:cNvPr id="12" name="TextBox 11"/>
          <p:cNvSpPr txBox="1">
            <a:spLocks/>
          </p:cNvSpPr>
          <p:nvPr/>
        </p:nvSpPr>
        <p:spPr>
          <a:xfrm>
            <a:off x="4488307" y="2030375"/>
            <a:ext cx="1301033" cy="262514"/>
          </a:xfrm>
          <a:prstGeom prst="rect">
            <a:avLst/>
          </a:prstGeom>
          <a:noFill/>
          <a:ln>
            <a:noFill/>
          </a:ln>
        </p:spPr>
        <p:txBody>
          <a:bodyPr wrap="square" lIns="0" tIns="0" rIns="0" bIns="0" anchor="t">
            <a:noAutofit/>
          </a:bodyPr>
          <a:lstStyle/>
          <a:p>
            <a:pPr algn="l">
              <a:lnSpc>
                <a:spcPct val="100000"/>
              </a:lnSpc>
              <a:spcAft>
                <a:spcPts val="0"/>
              </a:spcAft>
            </a:pPr>
            <a:r>
              <a:rPr sz="1500" b="0" i="0">
                <a:solidFill>
                  <a:srgbClr val="1D2733"/>
                </a:solidFill>
                <a:latin typeface="Open Sans" panose="020B0606030504020204" pitchFamily="34" charset="0"/>
                <a:ea typeface="Open Sans" panose="020B0606030504020204" pitchFamily="34" charset="0"/>
                <a:cs typeface="Open Sans" panose="020B0606030504020204" pitchFamily="34" charset="0"/>
              </a:rPr>
              <a:t>Score present</a:t>
            </a:r>
          </a:p>
        </p:txBody>
      </p:sp>
      <p:sp>
        <p:nvSpPr>
          <p:cNvPr id="13" name="TextBox 12"/>
          <p:cNvSpPr txBox="1">
            <a:spLocks/>
          </p:cNvSpPr>
          <p:nvPr/>
        </p:nvSpPr>
        <p:spPr>
          <a:xfrm>
            <a:off x="6402660" y="2030375"/>
            <a:ext cx="4599432" cy="365760"/>
          </a:xfrm>
          <a:prstGeom prst="rect">
            <a:avLst/>
          </a:prstGeom>
          <a:noFill/>
          <a:ln>
            <a:noFill/>
          </a:ln>
        </p:spPr>
        <p:txBody>
          <a:bodyPr wrap="square" lIns="0" tIns="0" rIns="0" bIns="0" anchor="t">
            <a:noAutofit/>
          </a:bodyPr>
          <a:lstStyle/>
          <a:p>
            <a:pPr algn="l">
              <a:lnSpc>
                <a:spcPct val="100000"/>
              </a:lnSpc>
              <a:spcAft>
                <a:spcPts val="0"/>
              </a:spcAft>
            </a:pPr>
            <a:r>
              <a:rPr sz="1500" b="0" i="0">
                <a:solidFill>
                  <a:srgbClr val="1D2733"/>
                </a:solidFill>
                <a:latin typeface="Open Sans" panose="020B0606030504020204" pitchFamily="34" charset="0"/>
                <a:ea typeface="Open Sans" panose="020B0606030504020204" pitchFamily="34" charset="0"/>
                <a:cs typeface="Open Sans" panose="020B0606030504020204" pitchFamily="34" charset="0"/>
              </a:rPr>
              <a:t>Reviewer may view supporting evidence</a:t>
            </a:r>
          </a:p>
        </p:txBody>
      </p:sp>
      <p:sp>
        <p:nvSpPr>
          <p:cNvPr id="16" name="TextBox 15"/>
          <p:cNvSpPr txBox="1">
            <a:spLocks/>
          </p:cNvSpPr>
          <p:nvPr/>
        </p:nvSpPr>
        <p:spPr>
          <a:xfrm>
            <a:off x="907116" y="2790901"/>
            <a:ext cx="3401568" cy="292608"/>
          </a:xfrm>
          <a:prstGeom prst="rect">
            <a:avLst/>
          </a:prstGeom>
          <a:noFill/>
          <a:ln>
            <a:noFill/>
          </a:ln>
        </p:spPr>
        <p:txBody>
          <a:bodyPr wrap="square" lIns="0" tIns="0" rIns="0" bIns="0" anchor="t">
            <a:noAutofit/>
          </a:bodyPr>
          <a:lstStyle/>
          <a:p>
            <a:pPr algn="l">
              <a:lnSpc>
                <a:spcPct val="100000"/>
              </a:lnSpc>
              <a:spcAft>
                <a:spcPts val="0"/>
              </a:spcAft>
            </a:pPr>
            <a:r>
              <a:rPr sz="1500" b="1" i="0">
                <a:latin typeface="Open Sans" panose="020B0606030504020204" pitchFamily="34" charset="0"/>
                <a:ea typeface="Open Sans" panose="020B0606030504020204" pitchFamily="34" charset="0"/>
                <a:cs typeface="Open Sans" panose="020B0606030504020204" pitchFamily="34" charset="0"/>
              </a:rPr>
              <a:t>HUMAN_REVIEW_REQUIRED</a:t>
            </a:r>
          </a:p>
        </p:txBody>
      </p:sp>
      <p:sp>
        <p:nvSpPr>
          <p:cNvPr id="17" name="TextBox 16"/>
          <p:cNvSpPr txBox="1">
            <a:spLocks/>
          </p:cNvSpPr>
          <p:nvPr/>
        </p:nvSpPr>
        <p:spPr>
          <a:xfrm>
            <a:off x="4488307" y="2790901"/>
            <a:ext cx="1301033" cy="262514"/>
          </a:xfrm>
          <a:prstGeom prst="rect">
            <a:avLst/>
          </a:prstGeom>
          <a:noFill/>
          <a:ln>
            <a:noFill/>
          </a:ln>
        </p:spPr>
        <p:txBody>
          <a:bodyPr wrap="square" lIns="0" tIns="0" rIns="0" bIns="0" anchor="t">
            <a:noAutofit/>
          </a:bodyPr>
          <a:lstStyle/>
          <a:p>
            <a:pPr algn="l">
              <a:lnSpc>
                <a:spcPct val="100000"/>
              </a:lnSpc>
              <a:spcAft>
                <a:spcPts val="0"/>
              </a:spcAft>
            </a:pPr>
            <a:r>
              <a:rPr sz="1500" b="0" i="0">
                <a:solidFill>
                  <a:srgbClr val="1D2733"/>
                </a:solidFill>
                <a:latin typeface="Open Sans" panose="020B0606030504020204" pitchFamily="34" charset="0"/>
                <a:ea typeface="Open Sans" panose="020B0606030504020204" pitchFamily="34" charset="0"/>
                <a:cs typeface="Open Sans" panose="020B0606030504020204" pitchFamily="34" charset="0"/>
              </a:rPr>
              <a:t>Null</a:t>
            </a:r>
          </a:p>
        </p:txBody>
      </p:sp>
      <p:sp>
        <p:nvSpPr>
          <p:cNvPr id="18" name="TextBox 17"/>
          <p:cNvSpPr txBox="1">
            <a:spLocks/>
          </p:cNvSpPr>
          <p:nvPr/>
        </p:nvSpPr>
        <p:spPr>
          <a:xfrm>
            <a:off x="6402660" y="2790901"/>
            <a:ext cx="4599432" cy="365760"/>
          </a:xfrm>
          <a:prstGeom prst="rect">
            <a:avLst/>
          </a:prstGeom>
          <a:noFill/>
          <a:ln>
            <a:noFill/>
          </a:ln>
        </p:spPr>
        <p:txBody>
          <a:bodyPr wrap="square" lIns="0" tIns="0" rIns="0" bIns="0" anchor="t">
            <a:noAutofit/>
          </a:bodyPr>
          <a:lstStyle/>
          <a:p>
            <a:pPr algn="l">
              <a:lnSpc>
                <a:spcPct val="100000"/>
              </a:lnSpc>
              <a:spcAft>
                <a:spcPts val="0"/>
              </a:spcAft>
            </a:pPr>
            <a:r>
              <a:rPr sz="1500" b="0" i="0">
                <a:solidFill>
                  <a:srgbClr val="1D2733"/>
                </a:solidFill>
                <a:latin typeface="Open Sans" panose="020B0606030504020204" pitchFamily="34" charset="0"/>
                <a:ea typeface="Open Sans" panose="020B0606030504020204" pitchFamily="34" charset="0"/>
                <a:cs typeface="Open Sans" panose="020B0606030504020204" pitchFamily="34" charset="0"/>
              </a:rPr>
              <a:t>Route to urgent human queue</a:t>
            </a:r>
          </a:p>
        </p:txBody>
      </p:sp>
      <p:sp>
        <p:nvSpPr>
          <p:cNvPr id="21" name="TextBox 20"/>
          <p:cNvSpPr txBox="1">
            <a:spLocks/>
          </p:cNvSpPr>
          <p:nvPr/>
        </p:nvSpPr>
        <p:spPr>
          <a:xfrm>
            <a:off x="907116" y="3559192"/>
            <a:ext cx="3401568" cy="292608"/>
          </a:xfrm>
          <a:prstGeom prst="rect">
            <a:avLst/>
          </a:prstGeom>
          <a:noFill/>
          <a:ln>
            <a:noFill/>
          </a:ln>
        </p:spPr>
        <p:txBody>
          <a:bodyPr wrap="square" lIns="0" tIns="0" rIns="0" bIns="0" anchor="t">
            <a:noAutofit/>
          </a:bodyPr>
          <a:lstStyle/>
          <a:p>
            <a:pPr algn="l">
              <a:lnSpc>
                <a:spcPct val="100000"/>
              </a:lnSpc>
              <a:spcAft>
                <a:spcPts val="0"/>
              </a:spcAft>
            </a:pPr>
            <a:r>
              <a:rPr sz="1500" b="1" i="0">
                <a:latin typeface="Open Sans" panose="020B0606030504020204" pitchFamily="34" charset="0"/>
                <a:ea typeface="Open Sans" panose="020B0606030504020204" pitchFamily="34" charset="0"/>
                <a:cs typeface="Open Sans" panose="020B0606030504020204" pitchFamily="34" charset="0"/>
              </a:rPr>
              <a:t>DATA_QUALITY_BLOCKED</a:t>
            </a:r>
          </a:p>
        </p:txBody>
      </p:sp>
      <p:sp>
        <p:nvSpPr>
          <p:cNvPr id="22" name="TextBox 21"/>
          <p:cNvSpPr txBox="1">
            <a:spLocks/>
          </p:cNvSpPr>
          <p:nvPr/>
        </p:nvSpPr>
        <p:spPr>
          <a:xfrm>
            <a:off x="4488307" y="3559192"/>
            <a:ext cx="1301033" cy="262514"/>
          </a:xfrm>
          <a:prstGeom prst="rect">
            <a:avLst/>
          </a:prstGeom>
          <a:noFill/>
          <a:ln>
            <a:noFill/>
          </a:ln>
        </p:spPr>
        <p:txBody>
          <a:bodyPr wrap="square" lIns="0" tIns="0" rIns="0" bIns="0" anchor="t">
            <a:noAutofit/>
          </a:bodyPr>
          <a:lstStyle/>
          <a:p>
            <a:pPr algn="l">
              <a:lnSpc>
                <a:spcPct val="100000"/>
              </a:lnSpc>
              <a:spcAft>
                <a:spcPts val="0"/>
              </a:spcAft>
            </a:pPr>
            <a:r>
              <a:rPr sz="1500" b="0" i="0">
                <a:solidFill>
                  <a:srgbClr val="1D2733"/>
                </a:solidFill>
                <a:latin typeface="Open Sans" panose="020B0606030504020204" pitchFamily="34" charset="0"/>
                <a:ea typeface="Open Sans" panose="020B0606030504020204" pitchFamily="34" charset="0"/>
                <a:cs typeface="Open Sans" panose="020B0606030504020204" pitchFamily="34" charset="0"/>
              </a:rPr>
              <a:t>Null</a:t>
            </a:r>
          </a:p>
        </p:txBody>
      </p:sp>
      <p:sp>
        <p:nvSpPr>
          <p:cNvPr id="23" name="TextBox 22"/>
          <p:cNvSpPr txBox="1">
            <a:spLocks/>
          </p:cNvSpPr>
          <p:nvPr/>
        </p:nvSpPr>
        <p:spPr>
          <a:xfrm>
            <a:off x="6402660" y="3559192"/>
            <a:ext cx="4599432" cy="365760"/>
          </a:xfrm>
          <a:prstGeom prst="rect">
            <a:avLst/>
          </a:prstGeom>
          <a:noFill/>
          <a:ln>
            <a:noFill/>
          </a:ln>
        </p:spPr>
        <p:txBody>
          <a:bodyPr wrap="square" lIns="0" tIns="0" rIns="0" bIns="0" anchor="t">
            <a:noAutofit/>
          </a:bodyPr>
          <a:lstStyle/>
          <a:p>
            <a:pPr algn="l">
              <a:lnSpc>
                <a:spcPct val="100000"/>
              </a:lnSpc>
              <a:spcAft>
                <a:spcPts val="0"/>
              </a:spcAft>
            </a:pPr>
            <a:r>
              <a:rPr sz="1500" b="0" i="0">
                <a:solidFill>
                  <a:srgbClr val="1D2733"/>
                </a:solidFill>
                <a:latin typeface="Open Sans" panose="020B0606030504020204" pitchFamily="34" charset="0"/>
                <a:ea typeface="Open Sans" panose="020B0606030504020204" pitchFamily="34" charset="0"/>
                <a:cs typeface="Open Sans" panose="020B0606030504020204" pitchFamily="34" charset="0"/>
              </a:rPr>
              <a:t>Correct evidence or route to human</a:t>
            </a:r>
          </a:p>
        </p:txBody>
      </p:sp>
      <p:sp>
        <p:nvSpPr>
          <p:cNvPr id="26" name="TextBox 25"/>
          <p:cNvSpPr txBox="1">
            <a:spLocks/>
          </p:cNvSpPr>
          <p:nvPr/>
        </p:nvSpPr>
        <p:spPr>
          <a:xfrm>
            <a:off x="907116" y="4381016"/>
            <a:ext cx="3401568" cy="292608"/>
          </a:xfrm>
          <a:prstGeom prst="rect">
            <a:avLst/>
          </a:prstGeom>
          <a:noFill/>
          <a:ln>
            <a:noFill/>
          </a:ln>
        </p:spPr>
        <p:txBody>
          <a:bodyPr wrap="square" lIns="0" tIns="0" rIns="0" bIns="0" anchor="t">
            <a:noAutofit/>
          </a:bodyPr>
          <a:lstStyle/>
          <a:p>
            <a:pPr algn="l">
              <a:lnSpc>
                <a:spcPct val="100000"/>
              </a:lnSpc>
              <a:spcAft>
                <a:spcPts val="0"/>
              </a:spcAft>
            </a:pPr>
            <a:r>
              <a:rPr sz="1500" b="1" i="0">
                <a:latin typeface="Open Sans" panose="020B0606030504020204" pitchFamily="34" charset="0"/>
                <a:ea typeface="Open Sans" panose="020B0606030504020204" pitchFamily="34" charset="0"/>
                <a:cs typeface="Open Sans" panose="020B0606030504020204" pitchFamily="34" charset="0"/>
              </a:rPr>
              <a:t>POLICY_BLOCKED</a:t>
            </a:r>
          </a:p>
        </p:txBody>
      </p:sp>
      <p:sp>
        <p:nvSpPr>
          <p:cNvPr id="27" name="TextBox 26"/>
          <p:cNvSpPr txBox="1">
            <a:spLocks/>
          </p:cNvSpPr>
          <p:nvPr/>
        </p:nvSpPr>
        <p:spPr>
          <a:xfrm>
            <a:off x="4488307" y="4381016"/>
            <a:ext cx="1301033" cy="262514"/>
          </a:xfrm>
          <a:prstGeom prst="rect">
            <a:avLst/>
          </a:prstGeom>
          <a:noFill/>
          <a:ln>
            <a:noFill/>
          </a:ln>
        </p:spPr>
        <p:txBody>
          <a:bodyPr wrap="square" lIns="0" tIns="0" rIns="0" bIns="0" anchor="t">
            <a:noAutofit/>
          </a:bodyPr>
          <a:lstStyle/>
          <a:p>
            <a:pPr algn="l">
              <a:lnSpc>
                <a:spcPct val="100000"/>
              </a:lnSpc>
              <a:spcAft>
                <a:spcPts val="0"/>
              </a:spcAft>
            </a:pPr>
            <a:r>
              <a:rPr sz="1500" b="0" i="0">
                <a:solidFill>
                  <a:srgbClr val="1D2733"/>
                </a:solidFill>
                <a:latin typeface="Open Sans" panose="020B0606030504020204" pitchFamily="34" charset="0"/>
                <a:ea typeface="Open Sans" panose="020B0606030504020204" pitchFamily="34" charset="0"/>
                <a:cs typeface="Open Sans" panose="020B0606030504020204" pitchFamily="34" charset="0"/>
              </a:rPr>
              <a:t>Null</a:t>
            </a:r>
          </a:p>
        </p:txBody>
      </p:sp>
      <p:sp>
        <p:nvSpPr>
          <p:cNvPr id="28" name="TextBox 27"/>
          <p:cNvSpPr txBox="1">
            <a:spLocks/>
          </p:cNvSpPr>
          <p:nvPr/>
        </p:nvSpPr>
        <p:spPr>
          <a:xfrm>
            <a:off x="6402660" y="4381016"/>
            <a:ext cx="4599432" cy="365760"/>
          </a:xfrm>
          <a:prstGeom prst="rect">
            <a:avLst/>
          </a:prstGeom>
          <a:noFill/>
          <a:ln>
            <a:noFill/>
          </a:ln>
        </p:spPr>
        <p:txBody>
          <a:bodyPr wrap="square" lIns="0" tIns="0" rIns="0" bIns="0" anchor="t">
            <a:noAutofit/>
          </a:bodyPr>
          <a:lstStyle/>
          <a:p>
            <a:pPr algn="l">
              <a:lnSpc>
                <a:spcPct val="100000"/>
              </a:lnSpc>
              <a:spcAft>
                <a:spcPts val="0"/>
              </a:spcAft>
            </a:pPr>
            <a:r>
              <a:rPr sz="1500" b="0" i="0">
                <a:solidFill>
                  <a:srgbClr val="1D2733"/>
                </a:solidFill>
                <a:latin typeface="Open Sans" panose="020B0606030504020204" pitchFamily="34" charset="0"/>
                <a:ea typeface="Open Sans" panose="020B0606030504020204" pitchFamily="34" charset="0"/>
                <a:cs typeface="Open Sans" panose="020B0606030504020204" pitchFamily="34" charset="0"/>
              </a:rPr>
              <a:t>Route to policy owner</a:t>
            </a:r>
          </a:p>
        </p:txBody>
      </p:sp>
      <p:sp>
        <p:nvSpPr>
          <p:cNvPr id="31" name="TextBox 30"/>
          <p:cNvSpPr txBox="1">
            <a:spLocks/>
          </p:cNvSpPr>
          <p:nvPr/>
        </p:nvSpPr>
        <p:spPr>
          <a:xfrm>
            <a:off x="907116" y="5144264"/>
            <a:ext cx="3401568" cy="292608"/>
          </a:xfrm>
          <a:prstGeom prst="rect">
            <a:avLst/>
          </a:prstGeom>
          <a:noFill/>
          <a:ln>
            <a:noFill/>
          </a:ln>
        </p:spPr>
        <p:txBody>
          <a:bodyPr wrap="square" lIns="0" tIns="0" rIns="0" bIns="0" anchor="t">
            <a:noAutofit/>
          </a:bodyPr>
          <a:lstStyle/>
          <a:p>
            <a:pPr algn="l">
              <a:lnSpc>
                <a:spcPct val="100000"/>
              </a:lnSpc>
              <a:spcAft>
                <a:spcPts val="0"/>
              </a:spcAft>
            </a:pPr>
            <a:r>
              <a:rPr sz="1500" b="1" i="0">
                <a:latin typeface="Open Sans" panose="020B0606030504020204" pitchFamily="34" charset="0"/>
                <a:ea typeface="Open Sans" panose="020B0606030504020204" pitchFamily="34" charset="0"/>
                <a:cs typeface="Open Sans" panose="020B0606030504020204" pitchFamily="34" charset="0"/>
              </a:rPr>
              <a:t>UNAVAILABLE</a:t>
            </a:r>
          </a:p>
        </p:txBody>
      </p:sp>
      <p:sp>
        <p:nvSpPr>
          <p:cNvPr id="32" name="TextBox 31"/>
          <p:cNvSpPr txBox="1">
            <a:spLocks/>
          </p:cNvSpPr>
          <p:nvPr/>
        </p:nvSpPr>
        <p:spPr>
          <a:xfrm>
            <a:off x="4488307" y="5144264"/>
            <a:ext cx="1301033" cy="262514"/>
          </a:xfrm>
          <a:prstGeom prst="rect">
            <a:avLst/>
          </a:prstGeom>
          <a:noFill/>
          <a:ln>
            <a:noFill/>
          </a:ln>
        </p:spPr>
        <p:txBody>
          <a:bodyPr wrap="square" lIns="0" tIns="0" rIns="0" bIns="0" anchor="t">
            <a:noAutofit/>
          </a:bodyPr>
          <a:lstStyle/>
          <a:p>
            <a:pPr algn="l">
              <a:lnSpc>
                <a:spcPct val="100000"/>
              </a:lnSpc>
              <a:spcAft>
                <a:spcPts val="0"/>
              </a:spcAft>
            </a:pPr>
            <a:r>
              <a:rPr sz="1500" b="0" i="0">
                <a:solidFill>
                  <a:srgbClr val="1D2733"/>
                </a:solidFill>
                <a:latin typeface="Open Sans" panose="020B0606030504020204" pitchFamily="34" charset="0"/>
                <a:ea typeface="Open Sans" panose="020B0606030504020204" pitchFamily="34" charset="0"/>
                <a:cs typeface="Open Sans" panose="020B0606030504020204" pitchFamily="34" charset="0"/>
              </a:rPr>
              <a:t>Null</a:t>
            </a:r>
          </a:p>
        </p:txBody>
      </p:sp>
      <p:sp>
        <p:nvSpPr>
          <p:cNvPr id="33" name="TextBox 32"/>
          <p:cNvSpPr txBox="1">
            <a:spLocks/>
          </p:cNvSpPr>
          <p:nvPr/>
        </p:nvSpPr>
        <p:spPr>
          <a:xfrm>
            <a:off x="6402660" y="5144264"/>
            <a:ext cx="4599432" cy="365760"/>
          </a:xfrm>
          <a:prstGeom prst="rect">
            <a:avLst/>
          </a:prstGeom>
          <a:noFill/>
          <a:ln>
            <a:noFill/>
          </a:ln>
        </p:spPr>
        <p:txBody>
          <a:bodyPr wrap="square" lIns="0" tIns="0" rIns="0" bIns="0" anchor="t">
            <a:noAutofit/>
          </a:bodyPr>
          <a:lstStyle/>
          <a:p>
            <a:pPr algn="l">
              <a:lnSpc>
                <a:spcPct val="100000"/>
              </a:lnSpc>
              <a:spcAft>
                <a:spcPts val="0"/>
              </a:spcAft>
            </a:pPr>
            <a:r>
              <a:rPr sz="1500" b="0" i="0">
                <a:solidFill>
                  <a:srgbClr val="1D2733"/>
                </a:solidFill>
                <a:latin typeface="Open Sans" panose="020B0606030504020204" pitchFamily="34" charset="0"/>
                <a:ea typeface="Open Sans" panose="020B0606030504020204" pitchFamily="34" charset="0"/>
                <a:cs typeface="Open Sans" panose="020B0606030504020204" pitchFamily="34" charset="0"/>
              </a:rPr>
              <a:t>Use stable manual process</a:t>
            </a:r>
          </a:p>
        </p:txBody>
      </p:sp>
      <p:sp>
        <p:nvSpPr>
          <p:cNvPr id="35" name="Title 34">
            <a:extLst>
              <a:ext uri="{FF2B5EF4-FFF2-40B4-BE49-F238E27FC236}">
                <a16:creationId xmlns:a16="http://schemas.microsoft.com/office/drawing/2014/main" id="{BDC91AF6-A679-C702-8B6F-66C766ABB723}"/>
              </a:ext>
            </a:extLst>
          </p:cNvPr>
          <p:cNvSpPr>
            <a:spLocks noGrp="1"/>
          </p:cNvSpPr>
          <p:nvPr>
            <p:ph type="title"/>
          </p:nvPr>
        </p:nvSpPr>
        <p:spPr>
          <a:xfrm>
            <a:off x="605364" y="498666"/>
            <a:ext cx="11444674" cy="646331"/>
          </a:xfrm>
        </p:spPr>
        <p:txBody>
          <a:bodyPr/>
          <a:lstStyle/>
          <a:p>
            <a:r>
              <a:rPr lang="en-IN">
                <a:latin typeface="Open Sans" panose="020B0606030504020204" pitchFamily="34" charset="0"/>
              </a:rPr>
              <a:t>The service state tells the caller what to do next</a:t>
            </a:r>
          </a:p>
        </p:txBody>
      </p:sp>
      <p:sp>
        <p:nvSpPr>
          <p:cNvPr id="36" name="Rectangle 35">
            <a:extLst>
              <a:ext uri="{FF2B5EF4-FFF2-40B4-BE49-F238E27FC236}">
                <a16:creationId xmlns:a16="http://schemas.microsoft.com/office/drawing/2014/main" id="{89D3C817-B493-CD8F-598A-0108DC669013}"/>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SAFE STATES</a:t>
            </a:r>
          </a:p>
        </p:txBody>
      </p:sp>
      <p:sp>
        <p:nvSpPr>
          <p:cNvPr id="37" name="Shape 1">
            <a:extLst>
              <a:ext uri="{FF2B5EF4-FFF2-40B4-BE49-F238E27FC236}">
                <a16:creationId xmlns:a16="http://schemas.microsoft.com/office/drawing/2014/main" id="{FD8C3B82-C856-1997-F347-6D6852ECE71E}"/>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44" name="Google Shape;876;p100">
            <a:extLst>
              <a:ext uri="{FF2B5EF4-FFF2-40B4-BE49-F238E27FC236}">
                <a16:creationId xmlns:a16="http://schemas.microsoft.com/office/drawing/2014/main" id="{2939D6BF-653C-9135-7D4A-CE6E681D9B52}"/>
              </a:ext>
            </a:extLst>
          </p:cNvPr>
          <p:cNvSpPr/>
          <p:nvPr/>
        </p:nvSpPr>
        <p:spPr>
          <a:xfrm>
            <a:off x="683984" y="5869606"/>
            <a:ext cx="10824034" cy="493776"/>
          </a:xfrm>
          <a:prstGeom prst="roundRect">
            <a:avLst>
              <a:gd name="adj" fmla="val 16667"/>
            </a:avLst>
          </a:prstGeom>
          <a:solidFill>
            <a:schemeClr val="accent5">
              <a:lumMod val="20000"/>
              <a:lumOff val="80000"/>
            </a:schemeClr>
          </a:solidFill>
          <a:ln w="9525" cap="flat" cmpd="sng">
            <a:solidFill>
              <a:schemeClr val="accent2"/>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LOW / MEDIUM / HIGH describe evidence only when the state is READY.</a:t>
            </a:r>
          </a:p>
        </p:txBody>
      </p:sp>
    </p:spTree>
    <p:custDataLst>
      <p:tags r:id="rId1"/>
    </p:custDataLst>
    <p:extLst>
      <p:ext uri="{BB962C8B-B14F-4D97-AF65-F5344CB8AC3E}">
        <p14:creationId xmlns:p14="http://schemas.microsoft.com/office/powerpoint/2010/main" val="1793961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5" name="Rectangle: Rounded Corners 11">
            <a:extLst>
              <a:ext uri="{FF2B5EF4-FFF2-40B4-BE49-F238E27FC236}">
                <a16:creationId xmlns:a16="http://schemas.microsoft.com/office/drawing/2014/main" id="{4551B767-5840-FEAB-041C-9934989B6C69}"/>
              </a:ext>
            </a:extLst>
          </p:cNvPr>
          <p:cNvSpPr>
            <a:spLocks noGrp="1"/>
          </p:cNvSpPr>
          <p:nvPr/>
        </p:nvSpPr>
        <p:spPr>
          <a:xfrm>
            <a:off x="685800" y="3044781"/>
            <a:ext cx="3327400" cy="1925543"/>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Rectangle: Rounded Corners 15">
            <a:extLst>
              <a:ext uri="{FF2B5EF4-FFF2-40B4-BE49-F238E27FC236}">
                <a16:creationId xmlns:a16="http://schemas.microsoft.com/office/drawing/2014/main" id="{2A61240B-39E1-4948-991E-1D86AF05AFDF}"/>
              </a:ext>
            </a:extLst>
          </p:cNvPr>
          <p:cNvSpPr>
            <a:spLocks noGrp="1"/>
          </p:cNvSpPr>
          <p:nvPr/>
        </p:nvSpPr>
        <p:spPr>
          <a:xfrm>
            <a:off x="4432300" y="3044781"/>
            <a:ext cx="3327400" cy="1925543"/>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7" name="Rectangle: Rounded Corners 19">
            <a:extLst>
              <a:ext uri="{FF2B5EF4-FFF2-40B4-BE49-F238E27FC236}">
                <a16:creationId xmlns:a16="http://schemas.microsoft.com/office/drawing/2014/main" id="{AA01C5A6-E7CE-0F09-3372-DA1E9D31AC0C}"/>
              </a:ext>
            </a:extLst>
          </p:cNvPr>
          <p:cNvSpPr>
            <a:spLocks noGrp="1"/>
          </p:cNvSpPr>
          <p:nvPr/>
        </p:nvSpPr>
        <p:spPr>
          <a:xfrm>
            <a:off x="8178800" y="3044781"/>
            <a:ext cx="3327400" cy="1925543"/>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8" name="Google Shape;876;p100">
            <a:extLst>
              <a:ext uri="{FF2B5EF4-FFF2-40B4-BE49-F238E27FC236}">
                <a16:creationId xmlns:a16="http://schemas.microsoft.com/office/drawing/2014/main" id="{3F5F4FC0-33D1-FDEA-EEAA-33A9A0C9C670}"/>
              </a:ext>
            </a:extLst>
          </p:cNvPr>
          <p:cNvSpPr/>
          <p:nvPr/>
        </p:nvSpPr>
        <p:spPr>
          <a:xfrm>
            <a:off x="683984" y="5162466"/>
            <a:ext cx="10824034" cy="493776"/>
          </a:xfrm>
          <a:prstGeom prst="roundRect">
            <a:avLst>
              <a:gd name="adj" fmla="val 16667"/>
            </a:avLst>
          </a:prstGeom>
          <a:solidFill>
            <a:schemeClr val="accent5">
              <a:lumMod val="20000"/>
              <a:lumOff val="80000"/>
            </a:schemeClr>
          </a:solidFill>
          <a:ln w="9525" cap="flat" cmpd="sng">
            <a:solidFill>
              <a:schemeClr val="accent2"/>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b="1">
                <a:latin typeface="Open Sans" panose="020B0606030504020204" pitchFamily="34" charset="0"/>
                <a:ea typeface="Open Sans" panose="020B0606030504020204" pitchFamily="34" charset="0"/>
                <a:cs typeface="Open Sans" panose="020B0606030504020204" pitchFamily="34" charset="0"/>
              </a:rPr>
              <a:t>FDE question: </a:t>
            </a:r>
            <a:r>
              <a:rPr lang="en-IN" sz="1400">
                <a:latin typeface="Open Sans" panose="020B0606030504020204" pitchFamily="34" charset="0"/>
                <a:ea typeface="Open Sans" panose="020B0606030504020204" pitchFamily="34" charset="0"/>
                <a:cs typeface="Open Sans" panose="020B0606030504020204" pitchFamily="34" charset="0"/>
              </a:rPr>
              <a:t>Are we learning a bounded signal—or reproducing an old decision process?</a:t>
            </a:r>
          </a:p>
        </p:txBody>
      </p:sp>
      <p:sp>
        <p:nvSpPr>
          <p:cNvPr id="7" name="Rounded Rectangle 6">
            <a:extLst>
              <a:ext uri="{C183D7F6-B498-43B3-948B-1728B52AA6E4}">
                <adec:decorative xmlns:adec="http://schemas.microsoft.com/office/drawing/2017/decorative" val="1"/>
              </a:ext>
            </a:extLst>
          </p:cNvPr>
          <p:cNvSpPr/>
          <p:nvPr/>
        </p:nvSpPr>
        <p:spPr>
          <a:xfrm>
            <a:off x="683983" y="1682207"/>
            <a:ext cx="4919472" cy="1170432"/>
          </a:xfrm>
          <a:prstGeom prst="roundRect">
            <a:avLst>
              <a:gd name="adj" fmla="val 7035"/>
            </a:avLst>
          </a:prstGeom>
          <a:solidFill>
            <a:schemeClr val="accent5">
              <a:lumMod val="20000"/>
              <a:lumOff val="80000"/>
            </a:schemeClr>
          </a:solidFill>
          <a:ln w="9525">
            <a:solidFill>
              <a:schemeClr val="accent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p:cNvSpPr txBox="1"/>
          <p:nvPr/>
        </p:nvSpPr>
        <p:spPr>
          <a:xfrm>
            <a:off x="967447" y="1874349"/>
            <a:ext cx="4343400" cy="274320"/>
          </a:xfrm>
          <a:prstGeom prst="rect">
            <a:avLst/>
          </a:prstGeom>
          <a:noFill/>
          <a:ln>
            <a:noFill/>
          </a:ln>
        </p:spPr>
        <p:txBody>
          <a:bodyPr wrap="square" lIns="0" tIns="0" rIns="0" bIns="0" anchor="t">
            <a:noAutofit/>
          </a:bodyPr>
          <a:lstStyle/>
          <a:p>
            <a:pPr algn="ctr">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WHAT THE LABEL RECORDS</a:t>
            </a:r>
          </a:p>
        </p:txBody>
      </p:sp>
      <p:sp>
        <p:nvSpPr>
          <p:cNvPr id="9" name="TextBox 8"/>
          <p:cNvSpPr txBox="1"/>
          <p:nvPr/>
        </p:nvSpPr>
        <p:spPr>
          <a:xfrm>
            <a:off x="967447" y="2212677"/>
            <a:ext cx="4343400" cy="310896"/>
          </a:xfrm>
          <a:prstGeom prst="rect">
            <a:avLst/>
          </a:prstGeom>
          <a:noFill/>
          <a:ln>
            <a:noFill/>
          </a:ln>
        </p:spPr>
        <p:txBody>
          <a:bodyPr wrap="square" lIns="0" tIns="0" rIns="0" bIns="0" anchor="t">
            <a:noAutofit/>
          </a:bodyPr>
          <a:lstStyle/>
          <a:p>
            <a:pPr algn="ctr">
              <a:lnSpc>
                <a:spcPct val="100000"/>
              </a:lnSpc>
              <a:spcAft>
                <a:spcPts val="0"/>
              </a:spcAft>
            </a:pPr>
            <a:r>
              <a:rPr sz="1400" i="0">
                <a:latin typeface="Open Sans" panose="020B0606030504020204" pitchFamily="34" charset="0"/>
                <a:ea typeface="Open Sans" panose="020B0606030504020204" pitchFamily="34" charset="0"/>
                <a:cs typeface="Open Sans" panose="020B0606030504020204" pitchFamily="34" charset="0"/>
              </a:rPr>
              <a:t>A synthetic historical administrative outcome</a:t>
            </a:r>
          </a:p>
        </p:txBody>
      </p:sp>
      <p:sp>
        <p:nvSpPr>
          <p:cNvPr id="10" name="Rounded Rectangle 9">
            <a:extLst>
              <a:ext uri="{C183D7F6-B498-43B3-948B-1728B52AA6E4}">
                <adec:decorative xmlns:adec="http://schemas.microsoft.com/office/drawing/2017/decorative" val="1"/>
              </a:ext>
            </a:extLst>
          </p:cNvPr>
          <p:cNvSpPr/>
          <p:nvPr/>
        </p:nvSpPr>
        <p:spPr>
          <a:xfrm>
            <a:off x="6229793" y="1682207"/>
            <a:ext cx="5230368" cy="1170432"/>
          </a:xfrm>
          <a:prstGeom prst="roundRect">
            <a:avLst>
              <a:gd name="adj" fmla="val 10246"/>
            </a:avLst>
          </a:prstGeom>
          <a:solidFill>
            <a:schemeClr val="accent6">
              <a:lumMod val="20000"/>
              <a:lumOff val="80000"/>
            </a:schemeClr>
          </a:solidFill>
          <a:ln w="9525">
            <a:solidFill>
              <a:schemeClr val="accent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p:cNvSpPr txBox="1"/>
          <p:nvPr/>
        </p:nvSpPr>
        <p:spPr>
          <a:xfrm>
            <a:off x="6522401" y="1874349"/>
            <a:ext cx="4617720" cy="274320"/>
          </a:xfrm>
          <a:prstGeom prst="rect">
            <a:avLst/>
          </a:prstGeom>
          <a:noFill/>
          <a:ln>
            <a:noFill/>
          </a:ln>
        </p:spPr>
        <p:txBody>
          <a:bodyPr wrap="square" lIns="0" tIns="0" rIns="0" bIns="0" anchor="t">
            <a:noAutofit/>
          </a:bodyPr>
          <a:lstStyle/>
          <a:p>
            <a:pPr algn="ctr">
              <a:lnSpc>
                <a:spcPct val="100000"/>
              </a:lnSpc>
              <a:spcAft>
                <a:spcPts val="0"/>
              </a:spcAft>
            </a:pPr>
            <a:r>
              <a:rPr sz="1600" b="1" i="0">
                <a:solidFill>
                  <a:schemeClr val="accent1"/>
                </a:solidFill>
                <a:latin typeface="Open Sans" panose="020B0606030504020204" pitchFamily="34" charset="0"/>
                <a:ea typeface="Open Sans" panose="020B0606030504020204" pitchFamily="34" charset="0"/>
                <a:cs typeface="Open Sans" panose="020B0606030504020204" pitchFamily="34" charset="0"/>
              </a:rPr>
              <a:t>WHAT IT CANNOT PROVE</a:t>
            </a:r>
          </a:p>
        </p:txBody>
      </p:sp>
      <p:sp>
        <p:nvSpPr>
          <p:cNvPr id="12" name="TextBox 11"/>
          <p:cNvSpPr txBox="1"/>
          <p:nvPr/>
        </p:nvSpPr>
        <p:spPr>
          <a:xfrm>
            <a:off x="6522401" y="2176101"/>
            <a:ext cx="4617720" cy="493776"/>
          </a:xfrm>
          <a:prstGeom prst="rect">
            <a:avLst/>
          </a:prstGeom>
          <a:noFill/>
          <a:ln>
            <a:noFill/>
          </a:ln>
        </p:spPr>
        <p:txBody>
          <a:bodyPr wrap="square" lIns="0" tIns="0" rIns="0" bIns="0" anchor="t">
            <a:noAutofit/>
          </a:bodyPr>
          <a:lstStyle/>
          <a:p>
            <a:pPr algn="ctr">
              <a:lnSpc>
                <a:spcPct val="100000"/>
              </a:lnSpc>
              <a:spcAft>
                <a:spcPts val="0"/>
              </a:spcAft>
            </a:pPr>
            <a:r>
              <a:rPr sz="1400" i="0">
                <a:latin typeface="Open Sans" panose="020B0606030504020204" pitchFamily="34" charset="0"/>
                <a:ea typeface="Open Sans" panose="020B0606030504020204" pitchFamily="34" charset="0"/>
                <a:cs typeface="Open Sans" panose="020B0606030504020204" pitchFamily="34" charset="0"/>
              </a:rPr>
              <a:t>Medical necessity, clinical appropriateness, or the right decision today</a:t>
            </a:r>
          </a:p>
        </p:txBody>
      </p:sp>
      <p:sp>
        <p:nvSpPr>
          <p:cNvPr id="14" name="TextBox 13"/>
          <p:cNvSpPr txBox="1"/>
          <p:nvPr/>
        </p:nvSpPr>
        <p:spPr>
          <a:xfrm>
            <a:off x="840102" y="3450259"/>
            <a:ext cx="3035808" cy="27432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ASK</a:t>
            </a:r>
          </a:p>
        </p:txBody>
      </p:sp>
      <p:sp>
        <p:nvSpPr>
          <p:cNvPr id="15" name="TextBox 14"/>
          <p:cNvSpPr txBox="1"/>
          <p:nvPr/>
        </p:nvSpPr>
        <p:spPr>
          <a:xfrm>
            <a:off x="840102" y="3761155"/>
            <a:ext cx="3035808" cy="713232"/>
          </a:xfrm>
          <a:prstGeom prst="rect">
            <a:avLst/>
          </a:prstGeom>
          <a:noFill/>
          <a:ln>
            <a:noFill/>
          </a:ln>
        </p:spPr>
        <p:txBody>
          <a:bodyPr wrap="square" lIns="0" tIns="0" rIns="0" bIns="0" anchor="t">
            <a:noAutofit/>
          </a:bodyPr>
          <a:lstStyle/>
          <a:p>
            <a:pPr algn="ctr">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What created the outcome and which prior policies shaped it?</a:t>
            </a:r>
          </a:p>
        </p:txBody>
      </p:sp>
      <p:sp>
        <p:nvSpPr>
          <p:cNvPr id="16" name="TextBox 15"/>
          <p:cNvSpPr txBox="1"/>
          <p:nvPr/>
        </p:nvSpPr>
        <p:spPr>
          <a:xfrm>
            <a:off x="4588390" y="3450259"/>
            <a:ext cx="3035808" cy="27432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CHECK</a:t>
            </a:r>
          </a:p>
        </p:txBody>
      </p:sp>
      <p:sp>
        <p:nvSpPr>
          <p:cNvPr id="17" name="TextBox 16"/>
          <p:cNvSpPr txBox="1"/>
          <p:nvPr/>
        </p:nvSpPr>
        <p:spPr>
          <a:xfrm>
            <a:off x="4588390" y="3761155"/>
            <a:ext cx="3035808" cy="713232"/>
          </a:xfrm>
          <a:prstGeom prst="rect">
            <a:avLst/>
          </a:prstGeom>
          <a:noFill/>
          <a:ln>
            <a:noFill/>
          </a:ln>
        </p:spPr>
        <p:txBody>
          <a:bodyPr wrap="square" lIns="0" tIns="0" rIns="0" bIns="0" anchor="t">
            <a:noAutofit/>
          </a:bodyPr>
          <a:lstStyle/>
          <a:p>
            <a:pPr algn="ctr">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Could future information or repeated patients leak into evaluation?</a:t>
            </a:r>
          </a:p>
        </p:txBody>
      </p:sp>
      <p:sp>
        <p:nvSpPr>
          <p:cNvPr id="18" name="TextBox 17"/>
          <p:cNvSpPr txBox="1"/>
          <p:nvPr/>
        </p:nvSpPr>
        <p:spPr>
          <a:xfrm>
            <a:off x="8349197" y="3450259"/>
            <a:ext cx="3035808" cy="27432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STATE</a:t>
            </a:r>
          </a:p>
        </p:txBody>
      </p:sp>
      <p:sp>
        <p:nvSpPr>
          <p:cNvPr id="19" name="TextBox 18"/>
          <p:cNvSpPr txBox="1"/>
          <p:nvPr/>
        </p:nvSpPr>
        <p:spPr>
          <a:xfrm>
            <a:off x="8349197" y="3761155"/>
            <a:ext cx="3035808" cy="713232"/>
          </a:xfrm>
          <a:prstGeom prst="rect">
            <a:avLst/>
          </a:prstGeom>
          <a:noFill/>
          <a:ln>
            <a:noFill/>
          </a:ln>
        </p:spPr>
        <p:txBody>
          <a:bodyPr wrap="square" lIns="0" tIns="0" rIns="0" bIns="0" anchor="t">
            <a:noAutofit/>
          </a:bodyPr>
          <a:lstStyle/>
          <a:p>
            <a:pPr algn="ctr">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Which interpretations and downstream uses are prohibited?</a:t>
            </a:r>
          </a:p>
        </p:txBody>
      </p:sp>
      <p:sp>
        <p:nvSpPr>
          <p:cNvPr id="22" name="Title 21">
            <a:extLst>
              <a:ext uri="{FF2B5EF4-FFF2-40B4-BE49-F238E27FC236}">
                <a16:creationId xmlns:a16="http://schemas.microsoft.com/office/drawing/2014/main" id="{CF3EE0DF-F8B2-E5F3-10AD-458E312F2225}"/>
              </a:ext>
            </a:extLst>
          </p:cNvPr>
          <p:cNvSpPr>
            <a:spLocks noGrp="1"/>
          </p:cNvSpPr>
          <p:nvPr>
            <p:ph type="title"/>
          </p:nvPr>
        </p:nvSpPr>
        <p:spPr>
          <a:xfrm>
            <a:off x="605364" y="498666"/>
            <a:ext cx="10854797" cy="646331"/>
          </a:xfrm>
        </p:spPr>
        <p:txBody>
          <a:bodyPr/>
          <a:lstStyle/>
          <a:p>
            <a:r>
              <a:rPr lang="en-IN">
                <a:latin typeface="Open Sans" panose="020B0606030504020204" pitchFamily="34" charset="0"/>
              </a:rPr>
              <a:t>Historical approval is not clinical ground truth</a:t>
            </a:r>
          </a:p>
        </p:txBody>
      </p:sp>
      <p:sp>
        <p:nvSpPr>
          <p:cNvPr id="23" name="Rectangle 22">
            <a:extLst>
              <a:ext uri="{FF2B5EF4-FFF2-40B4-BE49-F238E27FC236}">
                <a16:creationId xmlns:a16="http://schemas.microsoft.com/office/drawing/2014/main" id="{9A050119-719E-5BC1-108B-2ACC30C0EE37}"/>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DATA JUDGMENT</a:t>
            </a:r>
          </a:p>
        </p:txBody>
      </p:sp>
      <p:sp>
        <p:nvSpPr>
          <p:cNvPr id="24" name="Shape 1">
            <a:extLst>
              <a:ext uri="{FF2B5EF4-FFF2-40B4-BE49-F238E27FC236}">
                <a16:creationId xmlns:a16="http://schemas.microsoft.com/office/drawing/2014/main" id="{BDFC841D-FEA1-7584-1256-06135B9C7280}"/>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Tree>
    <p:custDataLst>
      <p:tags r:id="rId1"/>
    </p:custDataLst>
    <p:extLst>
      <p:ext uri="{BB962C8B-B14F-4D97-AF65-F5344CB8AC3E}">
        <p14:creationId xmlns:p14="http://schemas.microsoft.com/office/powerpoint/2010/main" val="706533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32" name="Rounded Rectangle 31">
            <a:extLst>
              <a:ext uri="{FF2B5EF4-FFF2-40B4-BE49-F238E27FC236}">
                <a16:creationId xmlns:a16="http://schemas.microsoft.com/office/drawing/2014/main" id="{55CB0536-75EF-6258-4EF7-D5A531F8A357}"/>
              </a:ext>
            </a:extLst>
          </p:cNvPr>
          <p:cNvSpPr/>
          <p:nvPr/>
        </p:nvSpPr>
        <p:spPr>
          <a:xfrm>
            <a:off x="683984" y="3156559"/>
            <a:ext cx="10776178" cy="1816274"/>
          </a:xfrm>
          <a:prstGeom prst="roundRect">
            <a:avLst>
              <a:gd name="adj" fmla="val 839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p:cNvSpPr txBox="1"/>
          <p:nvPr/>
        </p:nvSpPr>
        <p:spPr>
          <a:xfrm>
            <a:off x="683983" y="1453771"/>
            <a:ext cx="1828800" cy="274320"/>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2"/>
                </a:solidFill>
                <a:latin typeface="Open Sans" panose="020B0606030504020204" pitchFamily="34" charset="0"/>
                <a:ea typeface="Open Sans" panose="020B0606030504020204" pitchFamily="34" charset="0"/>
                <a:cs typeface="Open Sans" panose="020B0606030504020204" pitchFamily="34" charset="0"/>
              </a:rPr>
              <a:t>TRAIN</a:t>
            </a:r>
          </a:p>
        </p:txBody>
      </p:sp>
      <p:sp>
        <p:nvSpPr>
          <p:cNvPr id="8" name="Rectangle 7">
            <a:extLst>
              <a:ext uri="{C183D7F6-B498-43B3-948B-1728B52AA6E4}">
                <adec:decorative xmlns:adec="http://schemas.microsoft.com/office/drawing/2017/decorative" val="1"/>
              </a:ext>
            </a:extLst>
          </p:cNvPr>
          <p:cNvSpPr/>
          <p:nvPr/>
        </p:nvSpPr>
        <p:spPr>
          <a:xfrm>
            <a:off x="683983" y="1901827"/>
            <a:ext cx="4681728" cy="164592"/>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p:cNvSpPr txBox="1"/>
          <p:nvPr/>
        </p:nvSpPr>
        <p:spPr>
          <a:xfrm>
            <a:off x="683983" y="2203579"/>
            <a:ext cx="1463040" cy="274320"/>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2024-01-01</a:t>
            </a:r>
          </a:p>
        </p:txBody>
      </p:sp>
      <p:sp>
        <p:nvSpPr>
          <p:cNvPr id="10" name="TextBox 9"/>
          <p:cNvSpPr txBox="1"/>
          <p:nvPr/>
        </p:nvSpPr>
        <p:spPr>
          <a:xfrm>
            <a:off x="3966679" y="2203579"/>
            <a:ext cx="1399032" cy="274320"/>
          </a:xfrm>
          <a:prstGeom prst="rect">
            <a:avLst/>
          </a:prstGeom>
          <a:noFill/>
          <a:ln>
            <a:noFill/>
          </a:ln>
        </p:spPr>
        <p:txBody>
          <a:bodyPr wrap="square" lIns="0" tIns="0" rIns="0" bIns="0" anchor="t">
            <a:noAutofit/>
          </a:bodyPr>
          <a:lstStyle/>
          <a:p>
            <a:pPr algn="r">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2024-12-31</a:t>
            </a:r>
          </a:p>
        </p:txBody>
      </p:sp>
      <p:sp>
        <p:nvSpPr>
          <p:cNvPr id="11" name="TextBox 10"/>
          <p:cNvSpPr txBox="1"/>
          <p:nvPr/>
        </p:nvSpPr>
        <p:spPr>
          <a:xfrm>
            <a:off x="683983" y="2569339"/>
            <a:ext cx="2240280" cy="274320"/>
          </a:xfrm>
          <a:prstGeom prst="rect">
            <a:avLst/>
          </a:prstGeom>
          <a:noFill/>
          <a:ln>
            <a:noFill/>
          </a:ln>
        </p:spPr>
        <p:txBody>
          <a:bodyPr wrap="square" lIns="0" tIns="0" rIns="0" bIns="0" anchor="t">
            <a:noAutofit/>
          </a:bodyPr>
          <a:lstStyle/>
          <a:p>
            <a:pPr algn="l">
              <a:lnSpc>
                <a:spcPct val="100000"/>
              </a:lnSpc>
              <a:spcAft>
                <a:spcPts val="0"/>
              </a:spcAft>
            </a:pPr>
            <a:r>
              <a:rPr sz="1500" b="1" i="0">
                <a:latin typeface="Open Sans" panose="020B0606030504020204" pitchFamily="34" charset="0"/>
                <a:ea typeface="Open Sans" panose="020B0606030504020204" pitchFamily="34" charset="0"/>
                <a:cs typeface="Open Sans" panose="020B0606030504020204" pitchFamily="34" charset="0"/>
              </a:rPr>
              <a:t>TRN-PAT-* only</a:t>
            </a:r>
          </a:p>
        </p:txBody>
      </p:sp>
      <p:sp>
        <p:nvSpPr>
          <p:cNvPr id="12" name="TextBox 11"/>
          <p:cNvSpPr txBox="1"/>
          <p:nvPr/>
        </p:nvSpPr>
        <p:spPr>
          <a:xfrm>
            <a:off x="6229793" y="1472184"/>
            <a:ext cx="1828800" cy="274320"/>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1"/>
                </a:solidFill>
                <a:latin typeface="Open Sans" panose="020B0606030504020204" pitchFamily="34" charset="0"/>
                <a:ea typeface="Open Sans" panose="020B0606030504020204" pitchFamily="34" charset="0"/>
                <a:cs typeface="Open Sans" panose="020B0606030504020204" pitchFamily="34" charset="0"/>
              </a:rPr>
              <a:t>EVALUATION</a:t>
            </a:r>
          </a:p>
        </p:txBody>
      </p:sp>
      <p:sp>
        <p:nvSpPr>
          <p:cNvPr id="13" name="Rectangle 12">
            <a:extLst>
              <a:ext uri="{C183D7F6-B498-43B3-948B-1728B52AA6E4}">
                <adec:decorative xmlns:adec="http://schemas.microsoft.com/office/drawing/2017/decorative" val="1"/>
              </a:ext>
            </a:extLst>
          </p:cNvPr>
          <p:cNvSpPr/>
          <p:nvPr/>
        </p:nvSpPr>
        <p:spPr>
          <a:xfrm>
            <a:off x="6229793" y="1920240"/>
            <a:ext cx="5230368" cy="1645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p:cNvSpPr txBox="1"/>
          <p:nvPr/>
        </p:nvSpPr>
        <p:spPr>
          <a:xfrm>
            <a:off x="6229793" y="2221992"/>
            <a:ext cx="1463040" cy="274320"/>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2025-01-01</a:t>
            </a:r>
          </a:p>
        </p:txBody>
      </p:sp>
      <p:sp>
        <p:nvSpPr>
          <p:cNvPr id="15" name="TextBox 14"/>
          <p:cNvSpPr txBox="1"/>
          <p:nvPr/>
        </p:nvSpPr>
        <p:spPr>
          <a:xfrm>
            <a:off x="10061129" y="2221992"/>
            <a:ext cx="1399032" cy="274320"/>
          </a:xfrm>
          <a:prstGeom prst="rect">
            <a:avLst/>
          </a:prstGeom>
          <a:noFill/>
          <a:ln>
            <a:noFill/>
          </a:ln>
        </p:spPr>
        <p:txBody>
          <a:bodyPr wrap="square" lIns="0" tIns="0" rIns="0" bIns="0" anchor="t">
            <a:noAutofit/>
          </a:bodyPr>
          <a:lstStyle/>
          <a:p>
            <a:pPr algn="r">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2025-03-31</a:t>
            </a:r>
          </a:p>
        </p:txBody>
      </p:sp>
      <p:sp>
        <p:nvSpPr>
          <p:cNvPr id="16" name="TextBox 15"/>
          <p:cNvSpPr txBox="1"/>
          <p:nvPr/>
        </p:nvSpPr>
        <p:spPr>
          <a:xfrm>
            <a:off x="6229793" y="2587752"/>
            <a:ext cx="2423160" cy="274320"/>
          </a:xfrm>
          <a:prstGeom prst="rect">
            <a:avLst/>
          </a:prstGeom>
          <a:noFill/>
          <a:ln>
            <a:noFill/>
          </a:ln>
        </p:spPr>
        <p:txBody>
          <a:bodyPr wrap="square" lIns="0" tIns="0" rIns="0" bIns="0" anchor="t">
            <a:noAutofit/>
          </a:bodyPr>
          <a:lstStyle/>
          <a:p>
            <a:pPr algn="l">
              <a:lnSpc>
                <a:spcPct val="100000"/>
              </a:lnSpc>
              <a:spcAft>
                <a:spcPts val="0"/>
              </a:spcAft>
            </a:pPr>
            <a:r>
              <a:rPr sz="1500" b="1" i="0">
                <a:latin typeface="Open Sans" panose="020B0606030504020204" pitchFamily="34" charset="0"/>
                <a:ea typeface="Open Sans" panose="020B0606030504020204" pitchFamily="34" charset="0"/>
                <a:cs typeface="Open Sans" panose="020B0606030504020204" pitchFamily="34" charset="0"/>
              </a:rPr>
              <a:t>EVAL-PAT-* only</a:t>
            </a:r>
          </a:p>
        </p:txBody>
      </p:sp>
      <p:sp>
        <p:nvSpPr>
          <p:cNvPr id="18" name="TextBox 17"/>
          <p:cNvSpPr txBox="1"/>
          <p:nvPr/>
        </p:nvSpPr>
        <p:spPr>
          <a:xfrm>
            <a:off x="952229" y="3588205"/>
            <a:ext cx="2194560" cy="475488"/>
          </a:xfrm>
          <a:prstGeom prst="rect">
            <a:avLst/>
          </a:prstGeom>
          <a:noFill/>
          <a:ln>
            <a:noFill/>
          </a:ln>
        </p:spPr>
        <p:txBody>
          <a:bodyPr wrap="square" lIns="0" tIns="0" rIns="0" bIns="0" anchor="t">
            <a:noAutofit/>
          </a:bodyPr>
          <a:lstStyle/>
          <a:p>
            <a:pPr algn="l">
              <a:lnSpc>
                <a:spcPct val="100000"/>
              </a:lnSpc>
              <a:spcAft>
                <a:spcPts val="0"/>
              </a:spcAft>
            </a:pPr>
            <a:r>
              <a:rPr sz="2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0</a:t>
            </a:r>
          </a:p>
        </p:txBody>
      </p:sp>
      <p:sp>
        <p:nvSpPr>
          <p:cNvPr id="19" name="TextBox 18"/>
          <p:cNvSpPr txBox="1"/>
          <p:nvPr/>
        </p:nvSpPr>
        <p:spPr>
          <a:xfrm>
            <a:off x="952229" y="4164278"/>
            <a:ext cx="2212848" cy="329184"/>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PATIENT OVERLAP</a:t>
            </a:r>
          </a:p>
        </p:txBody>
      </p:sp>
      <p:sp>
        <p:nvSpPr>
          <p:cNvPr id="20" name="TextBox 19"/>
          <p:cNvSpPr txBox="1"/>
          <p:nvPr/>
        </p:nvSpPr>
        <p:spPr>
          <a:xfrm>
            <a:off x="3649709" y="3588205"/>
            <a:ext cx="2194560" cy="475488"/>
          </a:xfrm>
          <a:prstGeom prst="rect">
            <a:avLst/>
          </a:prstGeom>
          <a:noFill/>
          <a:ln>
            <a:noFill/>
          </a:ln>
        </p:spPr>
        <p:txBody>
          <a:bodyPr wrap="square" lIns="0" tIns="0" rIns="0" bIns="0" anchor="t">
            <a:noAutofit/>
          </a:bodyPr>
          <a:lstStyle/>
          <a:p>
            <a:pPr algn="l">
              <a:lnSpc>
                <a:spcPct val="100000"/>
              </a:lnSpc>
              <a:spcAft>
                <a:spcPts val="0"/>
              </a:spcAft>
            </a:pPr>
            <a:r>
              <a:rPr sz="2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0</a:t>
            </a:r>
          </a:p>
        </p:txBody>
      </p:sp>
      <p:sp>
        <p:nvSpPr>
          <p:cNvPr id="21" name="TextBox 20"/>
          <p:cNvSpPr txBox="1"/>
          <p:nvPr/>
        </p:nvSpPr>
        <p:spPr>
          <a:xfrm>
            <a:off x="3649709" y="4164278"/>
            <a:ext cx="2212848" cy="329184"/>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POST-CUTOFF HISTORY</a:t>
            </a:r>
          </a:p>
        </p:txBody>
      </p:sp>
      <p:sp>
        <p:nvSpPr>
          <p:cNvPr id="22" name="TextBox 21"/>
          <p:cNvSpPr txBox="1"/>
          <p:nvPr/>
        </p:nvSpPr>
        <p:spPr>
          <a:xfrm>
            <a:off x="6347189" y="3588205"/>
            <a:ext cx="2194560" cy="475488"/>
          </a:xfrm>
          <a:prstGeom prst="rect">
            <a:avLst/>
          </a:prstGeom>
          <a:noFill/>
          <a:ln>
            <a:noFill/>
          </a:ln>
        </p:spPr>
        <p:txBody>
          <a:bodyPr wrap="square" lIns="0" tIns="0" rIns="0" bIns="0" anchor="t">
            <a:noAutofit/>
          </a:bodyPr>
          <a:lstStyle/>
          <a:p>
            <a:pPr algn="l">
              <a:lnSpc>
                <a:spcPct val="100000"/>
              </a:lnSpc>
              <a:spcAft>
                <a:spcPts val="0"/>
              </a:spcAft>
            </a:pPr>
            <a:r>
              <a:rPr sz="2600" b="1" i="0">
                <a:solidFill>
                  <a:schemeClr val="tx2"/>
                </a:solidFill>
                <a:latin typeface="Open Sans" panose="020B0606030504020204" pitchFamily="34" charset="0"/>
                <a:ea typeface="Open Sans" panose="020B0606030504020204" pitchFamily="34" charset="0"/>
                <a:cs typeface="Open Sans" panose="020B0606030504020204" pitchFamily="34" charset="0"/>
              </a:rPr>
              <a:t>100%</a:t>
            </a:r>
          </a:p>
        </p:txBody>
      </p:sp>
      <p:sp>
        <p:nvSpPr>
          <p:cNvPr id="23" name="TextBox 22"/>
          <p:cNvSpPr txBox="1"/>
          <p:nvPr/>
        </p:nvSpPr>
        <p:spPr>
          <a:xfrm>
            <a:off x="6347189" y="4164278"/>
            <a:ext cx="2212848" cy="329184"/>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EVALUATION AFTER CUTOFF</a:t>
            </a:r>
          </a:p>
        </p:txBody>
      </p:sp>
      <p:sp>
        <p:nvSpPr>
          <p:cNvPr id="24" name="TextBox 23"/>
          <p:cNvSpPr txBox="1"/>
          <p:nvPr/>
        </p:nvSpPr>
        <p:spPr>
          <a:xfrm>
            <a:off x="9044669" y="3588205"/>
            <a:ext cx="2194560" cy="475488"/>
          </a:xfrm>
          <a:prstGeom prst="rect">
            <a:avLst/>
          </a:prstGeom>
          <a:noFill/>
          <a:ln>
            <a:noFill/>
          </a:ln>
        </p:spPr>
        <p:txBody>
          <a:bodyPr wrap="square" lIns="0" tIns="0" rIns="0" bIns="0" anchor="t">
            <a:noAutofit/>
          </a:bodyPr>
          <a:lstStyle/>
          <a:p>
            <a:pPr algn="l">
              <a:lnSpc>
                <a:spcPct val="100000"/>
              </a:lnSpc>
              <a:spcAft>
                <a:spcPts val="0"/>
              </a:spcAft>
            </a:pPr>
            <a:r>
              <a:rPr sz="2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0</a:t>
            </a:r>
          </a:p>
        </p:txBody>
      </p:sp>
      <p:sp>
        <p:nvSpPr>
          <p:cNvPr id="25" name="TextBox 24"/>
          <p:cNvSpPr txBox="1"/>
          <p:nvPr/>
        </p:nvSpPr>
        <p:spPr>
          <a:xfrm>
            <a:off x="9044669" y="4164278"/>
            <a:ext cx="2212848" cy="329184"/>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POST-DECISION FIELDS</a:t>
            </a:r>
          </a:p>
        </p:txBody>
      </p:sp>
      <p:sp>
        <p:nvSpPr>
          <p:cNvPr id="28" name="Title 27">
            <a:extLst>
              <a:ext uri="{FF2B5EF4-FFF2-40B4-BE49-F238E27FC236}">
                <a16:creationId xmlns:a16="http://schemas.microsoft.com/office/drawing/2014/main" id="{51CE515B-9623-3278-6F11-13861E42516B}"/>
              </a:ext>
            </a:extLst>
          </p:cNvPr>
          <p:cNvSpPr>
            <a:spLocks noGrp="1"/>
          </p:cNvSpPr>
          <p:nvPr>
            <p:ph type="title"/>
          </p:nvPr>
        </p:nvSpPr>
        <p:spPr>
          <a:xfrm>
            <a:off x="605364" y="498666"/>
            <a:ext cx="10854797" cy="646331"/>
          </a:xfrm>
        </p:spPr>
        <p:txBody>
          <a:bodyPr/>
          <a:lstStyle/>
          <a:p>
            <a:r>
              <a:rPr lang="en-IN">
                <a:latin typeface="Open Sans" panose="020B0606030504020204" pitchFamily="34" charset="0"/>
              </a:rPr>
              <a:t>Evaluation must resemble future use</a:t>
            </a:r>
          </a:p>
        </p:txBody>
      </p:sp>
      <p:sp>
        <p:nvSpPr>
          <p:cNvPr id="29" name="Rectangle 28">
            <a:extLst>
              <a:ext uri="{FF2B5EF4-FFF2-40B4-BE49-F238E27FC236}">
                <a16:creationId xmlns:a16="http://schemas.microsoft.com/office/drawing/2014/main" id="{DA3F15B9-8819-3F0C-1902-24D433C35601}"/>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DATA EVIDENCE</a:t>
            </a:r>
          </a:p>
        </p:txBody>
      </p:sp>
      <p:sp>
        <p:nvSpPr>
          <p:cNvPr id="30" name="Shape 1">
            <a:extLst>
              <a:ext uri="{FF2B5EF4-FFF2-40B4-BE49-F238E27FC236}">
                <a16:creationId xmlns:a16="http://schemas.microsoft.com/office/drawing/2014/main" id="{8F82DBB4-647D-F039-58BA-BC82F20195ED}"/>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31" name="Google Shape;876;p100">
            <a:extLst>
              <a:ext uri="{FF2B5EF4-FFF2-40B4-BE49-F238E27FC236}">
                <a16:creationId xmlns:a16="http://schemas.microsoft.com/office/drawing/2014/main" id="{11F6795D-66A4-F11C-A2EE-A1D27F9A68B6}"/>
              </a:ext>
            </a:extLst>
          </p:cNvPr>
          <p:cNvSpPr/>
          <p:nvPr/>
        </p:nvSpPr>
        <p:spPr>
          <a:xfrm>
            <a:off x="658368" y="5274694"/>
            <a:ext cx="10824034" cy="493776"/>
          </a:xfrm>
          <a:prstGeom prst="roundRect">
            <a:avLst>
              <a:gd name="adj" fmla="val 16667"/>
            </a:avLst>
          </a:prstGeom>
          <a:solidFill>
            <a:srgbClr val="F1F1F1"/>
          </a:solidFill>
          <a:ln w="9525" cap="flat" cmpd="sng">
            <a:solidFill>
              <a:srgbClr val="F1F1F1"/>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b="1">
                <a:latin typeface="Open Sans" panose="020B0606030504020204" pitchFamily="34" charset="0"/>
                <a:ea typeface="Open Sans" panose="020B0606030504020204" pitchFamily="34" charset="0"/>
                <a:cs typeface="Open Sans" panose="020B0606030504020204" pitchFamily="34" charset="0"/>
              </a:rPr>
              <a:t>Random row split is not accepted: </a:t>
            </a:r>
            <a:r>
              <a:rPr lang="en-IN" sz="1400">
                <a:latin typeface="Open Sans" panose="020B0606030504020204" pitchFamily="34" charset="0"/>
                <a:ea typeface="Open Sans" panose="020B0606030504020204" pitchFamily="34" charset="0"/>
                <a:cs typeface="Open Sans" panose="020B0606030504020204" pitchFamily="34" charset="0"/>
              </a:rPr>
              <a:t>time, identity, and feature cutoff are part of the contract.</a:t>
            </a:r>
          </a:p>
        </p:txBody>
      </p:sp>
    </p:spTree>
    <p:custDataLst>
      <p:tags r:id="rId1"/>
    </p:custDataLst>
    <p:extLst>
      <p:ext uri="{BB962C8B-B14F-4D97-AF65-F5344CB8AC3E}">
        <p14:creationId xmlns:p14="http://schemas.microsoft.com/office/powerpoint/2010/main" val="1679848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4" name="Rounded Rectangle 23">
            <a:extLst>
              <a:ext uri="{FF2B5EF4-FFF2-40B4-BE49-F238E27FC236}">
                <a16:creationId xmlns:a16="http://schemas.microsoft.com/office/drawing/2014/main" id="{EEE4330D-8654-A432-5FAF-F4FEB5B6ADAC}"/>
              </a:ext>
            </a:extLst>
          </p:cNvPr>
          <p:cNvSpPr/>
          <p:nvPr/>
        </p:nvSpPr>
        <p:spPr>
          <a:xfrm>
            <a:off x="683983" y="1792614"/>
            <a:ext cx="5178198" cy="3292953"/>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5" name="Rounded Rectangle 24">
            <a:extLst>
              <a:ext uri="{FF2B5EF4-FFF2-40B4-BE49-F238E27FC236}">
                <a16:creationId xmlns:a16="http://schemas.microsoft.com/office/drawing/2014/main" id="{F69C8FED-FE2B-27EF-0DAB-D94F9DE628C9}"/>
              </a:ext>
            </a:extLst>
          </p:cNvPr>
          <p:cNvSpPr/>
          <p:nvPr/>
        </p:nvSpPr>
        <p:spPr>
          <a:xfrm>
            <a:off x="6333222" y="1792614"/>
            <a:ext cx="5178198" cy="3292953"/>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p:cNvSpPr txBox="1"/>
          <p:nvPr/>
        </p:nvSpPr>
        <p:spPr>
          <a:xfrm>
            <a:off x="1218881" y="2120098"/>
            <a:ext cx="4114800" cy="27432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NOMINAL → ONE-HOT</a:t>
            </a:r>
          </a:p>
        </p:txBody>
      </p:sp>
      <p:sp>
        <p:nvSpPr>
          <p:cNvPr id="8" name="TextBox 7"/>
          <p:cNvSpPr txBox="1"/>
          <p:nvPr/>
        </p:nvSpPr>
        <p:spPr>
          <a:xfrm>
            <a:off x="1218881" y="2721902"/>
            <a:ext cx="4343400" cy="292608"/>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payer_plan</a:t>
            </a:r>
          </a:p>
        </p:txBody>
      </p:sp>
      <p:sp>
        <p:nvSpPr>
          <p:cNvPr id="9" name="TextBox 8"/>
          <p:cNvSpPr txBox="1"/>
          <p:nvPr/>
        </p:nvSpPr>
        <p:spPr>
          <a:xfrm>
            <a:off x="1218881" y="3316262"/>
            <a:ext cx="4343400" cy="292608"/>
          </a:xfrm>
          <a:prstGeom prst="rect">
            <a:avLst/>
          </a:prstGeom>
          <a:noFill/>
          <a:ln>
            <a:noFill/>
          </a:ln>
        </p:spPr>
        <p:txBody>
          <a:bodyPr wrap="square" lIns="0" tIns="0" rIns="0" bIns="0" anchor="t">
            <a:noAutofit/>
          </a:bodyPr>
          <a:lstStyle/>
          <a:p>
            <a:pPr algn="l">
              <a:lnSpc>
                <a:spcPct val="100000"/>
              </a:lnSpc>
              <a:spcAft>
                <a:spcPts val="0"/>
              </a:spcAft>
            </a:pPr>
            <a:r>
              <a:rPr sz="1400" b="1" i="0" err="1">
                <a:latin typeface="Open Sans" panose="020B0606030504020204" pitchFamily="34" charset="0"/>
                <a:ea typeface="Open Sans" panose="020B0606030504020204" pitchFamily="34" charset="0"/>
                <a:cs typeface="Open Sans" panose="020B0606030504020204" pitchFamily="34" charset="0"/>
              </a:rPr>
              <a:t>diagnosis_group</a:t>
            </a:r>
            <a:endParaRPr sz="1400" b="1" i="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p:cNvSpPr txBox="1"/>
          <p:nvPr/>
        </p:nvSpPr>
        <p:spPr>
          <a:xfrm>
            <a:off x="1218881" y="3910622"/>
            <a:ext cx="4343400" cy="292608"/>
          </a:xfrm>
          <a:prstGeom prst="rect">
            <a:avLst/>
          </a:prstGeom>
          <a:noFill/>
          <a:ln>
            <a:noFill/>
          </a:ln>
        </p:spPr>
        <p:txBody>
          <a:bodyPr wrap="square" lIns="0" tIns="0" rIns="0" bIns="0" anchor="t">
            <a:noAutofit/>
          </a:bodyPr>
          <a:lstStyle/>
          <a:p>
            <a:pPr algn="l">
              <a:lnSpc>
                <a:spcPct val="100000"/>
              </a:lnSpc>
              <a:spcAft>
                <a:spcPts val="0"/>
              </a:spcAft>
            </a:pPr>
            <a:r>
              <a:rPr sz="1400" b="1" i="0" err="1">
                <a:latin typeface="Open Sans" panose="020B0606030504020204" pitchFamily="34" charset="0"/>
                <a:ea typeface="Open Sans" panose="020B0606030504020204" pitchFamily="34" charset="0"/>
                <a:cs typeface="Open Sans" panose="020B0606030504020204" pitchFamily="34" charset="0"/>
              </a:rPr>
              <a:t>procedure_group</a:t>
            </a:r>
            <a:endParaRPr sz="1400" b="1" i="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p:cNvSpPr txBox="1"/>
          <p:nvPr/>
        </p:nvSpPr>
        <p:spPr>
          <a:xfrm>
            <a:off x="1218881" y="4504982"/>
            <a:ext cx="4343400" cy="292608"/>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urgency</a:t>
            </a:r>
          </a:p>
        </p:txBody>
      </p:sp>
      <p:sp>
        <p:nvSpPr>
          <p:cNvPr id="12" name="TextBox 11"/>
          <p:cNvSpPr txBox="1"/>
          <p:nvPr/>
        </p:nvSpPr>
        <p:spPr>
          <a:xfrm>
            <a:off x="6858319" y="2120098"/>
            <a:ext cx="4114800" cy="27432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NUMERIC → STANDARDIZE</a:t>
            </a:r>
          </a:p>
        </p:txBody>
      </p:sp>
      <p:sp>
        <p:nvSpPr>
          <p:cNvPr id="13" name="TextBox 12"/>
          <p:cNvSpPr txBox="1"/>
          <p:nvPr/>
        </p:nvSpPr>
        <p:spPr>
          <a:xfrm>
            <a:off x="6858319" y="2721902"/>
            <a:ext cx="4754880" cy="292608"/>
          </a:xfrm>
          <a:prstGeom prst="rect">
            <a:avLst/>
          </a:prstGeom>
          <a:noFill/>
          <a:ln>
            <a:noFill/>
          </a:ln>
        </p:spPr>
        <p:txBody>
          <a:bodyPr wrap="square" lIns="0" tIns="0" rIns="0" bIns="0" anchor="t">
            <a:noAutofit/>
          </a:bodyPr>
          <a:lstStyle/>
          <a:p>
            <a:pPr algn="l">
              <a:lnSpc>
                <a:spcPct val="100000"/>
              </a:lnSpc>
              <a:spcAft>
                <a:spcPts val="0"/>
              </a:spcAft>
            </a:pPr>
            <a:r>
              <a:rPr sz="1400" b="1" i="0" err="1">
                <a:latin typeface="Open Sans" panose="020B0606030504020204" pitchFamily="34" charset="0"/>
                <a:ea typeface="Open Sans" panose="020B0606030504020204" pitchFamily="34" charset="0"/>
                <a:cs typeface="Open Sans" panose="020B0606030504020204" pitchFamily="34" charset="0"/>
              </a:rPr>
              <a:t>age_years</a:t>
            </a:r>
            <a:endParaRPr sz="1400" b="1" i="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p:cNvSpPr txBox="1"/>
          <p:nvPr/>
        </p:nvSpPr>
        <p:spPr>
          <a:xfrm>
            <a:off x="6858319" y="2981689"/>
            <a:ext cx="4754880" cy="31089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computed at request cutoff</a:t>
            </a:r>
          </a:p>
        </p:txBody>
      </p:sp>
      <p:sp>
        <p:nvSpPr>
          <p:cNvPr id="15" name="TextBox 14"/>
          <p:cNvSpPr txBox="1"/>
          <p:nvPr/>
        </p:nvSpPr>
        <p:spPr>
          <a:xfrm>
            <a:off x="6858319" y="3462566"/>
            <a:ext cx="4754880" cy="292608"/>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prior_approvals_24m</a:t>
            </a:r>
          </a:p>
        </p:txBody>
      </p:sp>
      <p:sp>
        <p:nvSpPr>
          <p:cNvPr id="16" name="TextBox 15"/>
          <p:cNvSpPr txBox="1"/>
          <p:nvPr/>
        </p:nvSpPr>
        <p:spPr>
          <a:xfrm>
            <a:off x="6858319" y="3722352"/>
            <a:ext cx="4754880" cy="31089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trusted history available before cutoff</a:t>
            </a:r>
          </a:p>
        </p:txBody>
      </p:sp>
      <p:sp>
        <p:nvSpPr>
          <p:cNvPr id="18" name="TextBox 17"/>
          <p:cNvSpPr txBox="1"/>
          <p:nvPr/>
        </p:nvSpPr>
        <p:spPr>
          <a:xfrm>
            <a:off x="6858319" y="4504982"/>
            <a:ext cx="4290946" cy="411480"/>
          </a:xfrm>
          <a:prstGeom prst="rect">
            <a:avLst/>
          </a:prstGeom>
          <a:noFill/>
          <a:ln>
            <a:noFill/>
          </a:ln>
        </p:spPr>
        <p:txBody>
          <a:bodyPr wrap="square" lIns="0" tIns="0" rIns="0" bIns="0" anchor="t">
            <a:noAutofit/>
          </a:bodyPr>
          <a:lstStyle/>
          <a:p>
            <a:pPr>
              <a:lnSpc>
                <a:spcPct val="100000"/>
              </a:lnSpc>
              <a:spcAft>
                <a:spcPts val="0"/>
              </a:spcAft>
            </a:pPr>
            <a:r>
              <a:rPr sz="1400" i="0">
                <a:solidFill>
                  <a:schemeClr val="accent2"/>
                </a:solidFill>
                <a:latin typeface="Open Sans" panose="020B0606030504020204" pitchFamily="34" charset="0"/>
                <a:ea typeface="Open Sans" panose="020B0606030504020204" pitchFamily="34" charset="0"/>
                <a:cs typeface="Open Sans" panose="020B0606030504020204" pitchFamily="34" charset="0"/>
              </a:rPr>
              <a:t>Urgency may be a feature, but policy still overrides urgent routing.</a:t>
            </a:r>
          </a:p>
        </p:txBody>
      </p:sp>
      <p:sp>
        <p:nvSpPr>
          <p:cNvPr id="21" name="Title 20">
            <a:extLst>
              <a:ext uri="{FF2B5EF4-FFF2-40B4-BE49-F238E27FC236}">
                <a16:creationId xmlns:a16="http://schemas.microsoft.com/office/drawing/2014/main" id="{478E86DA-0A40-C617-35C3-9F3F4CC7330A}"/>
              </a:ext>
            </a:extLst>
          </p:cNvPr>
          <p:cNvSpPr>
            <a:spLocks noGrp="1"/>
          </p:cNvSpPr>
          <p:nvPr>
            <p:ph type="title"/>
          </p:nvPr>
        </p:nvSpPr>
        <p:spPr>
          <a:xfrm>
            <a:off x="605364" y="498666"/>
            <a:ext cx="10854797" cy="646331"/>
          </a:xfrm>
        </p:spPr>
        <p:txBody>
          <a:bodyPr/>
          <a:lstStyle/>
          <a:p>
            <a:r>
              <a:rPr lang="en-IN">
                <a:latin typeface="Open Sans" panose="020B0606030504020204" pitchFamily="34" charset="0"/>
              </a:rPr>
              <a:t>Build six logical features without leakage</a:t>
            </a:r>
          </a:p>
        </p:txBody>
      </p:sp>
      <p:sp>
        <p:nvSpPr>
          <p:cNvPr id="22" name="Rectangle 21">
            <a:extLst>
              <a:ext uri="{FF2B5EF4-FFF2-40B4-BE49-F238E27FC236}">
                <a16:creationId xmlns:a16="http://schemas.microsoft.com/office/drawing/2014/main" id="{5A0724F4-CEF4-6FD4-6B57-7663302CB751}"/>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FEATURE WORK</a:t>
            </a:r>
          </a:p>
        </p:txBody>
      </p:sp>
      <p:sp>
        <p:nvSpPr>
          <p:cNvPr id="23" name="Shape 1">
            <a:extLst>
              <a:ext uri="{FF2B5EF4-FFF2-40B4-BE49-F238E27FC236}">
                <a16:creationId xmlns:a16="http://schemas.microsoft.com/office/drawing/2014/main" id="{F90CEF9C-59B2-7020-AE53-359B4C791602}"/>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27" name="Google Shape;876;p100">
            <a:extLst>
              <a:ext uri="{FF2B5EF4-FFF2-40B4-BE49-F238E27FC236}">
                <a16:creationId xmlns:a16="http://schemas.microsoft.com/office/drawing/2014/main" id="{5D6C2983-25C5-0917-D197-F945B49DD56F}"/>
              </a:ext>
            </a:extLst>
          </p:cNvPr>
          <p:cNvSpPr/>
          <p:nvPr/>
        </p:nvSpPr>
        <p:spPr>
          <a:xfrm>
            <a:off x="658368" y="5274694"/>
            <a:ext cx="10824034" cy="493776"/>
          </a:xfrm>
          <a:prstGeom prst="roundRect">
            <a:avLst>
              <a:gd name="adj" fmla="val 16667"/>
            </a:avLst>
          </a:prstGeom>
          <a:solidFill>
            <a:srgbClr val="F1F1F1"/>
          </a:solidFill>
          <a:ln w="9525" cap="flat" cmpd="sng">
            <a:solidFill>
              <a:srgbClr val="F1F1F1"/>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b="1">
                <a:latin typeface="Open Sans" panose="020B0606030504020204" pitchFamily="34" charset="0"/>
                <a:ea typeface="Open Sans" panose="020B0606030504020204" pitchFamily="34" charset="0"/>
                <a:cs typeface="Open Sans" panose="020B0606030504020204" pitchFamily="34" charset="0"/>
              </a:rPr>
              <a:t>Do not integer-map categories: </a:t>
            </a:r>
            <a:r>
              <a:rPr lang="en-IN" sz="1400">
                <a:latin typeface="Open Sans" panose="020B0606030504020204" pitchFamily="34" charset="0"/>
                <a:ea typeface="Open Sans" panose="020B0606030504020204" pitchFamily="34" charset="0"/>
                <a:cs typeface="Open Sans" panose="020B0606030504020204" pitchFamily="34" charset="0"/>
              </a:rPr>
              <a:t>artificial numeric order creates artificial model meaning.</a:t>
            </a:r>
          </a:p>
        </p:txBody>
      </p:sp>
    </p:spTree>
    <p:custDataLst>
      <p:tags r:id="rId1"/>
    </p:custDataLst>
    <p:extLst>
      <p:ext uri="{BB962C8B-B14F-4D97-AF65-F5344CB8AC3E}">
        <p14:creationId xmlns:p14="http://schemas.microsoft.com/office/powerpoint/2010/main" val="471586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33" name="Rounded Rectangle 32">
            <a:extLst>
              <a:ext uri="{FF2B5EF4-FFF2-40B4-BE49-F238E27FC236}">
                <a16:creationId xmlns:a16="http://schemas.microsoft.com/office/drawing/2014/main" id="{64437EE5-8E13-FBCB-4C6B-658D29062153}"/>
              </a:ext>
              <a:ext uri="{C183D7F6-B498-43B3-948B-1728B52AA6E4}">
                <adec:decorative xmlns:adec="http://schemas.microsoft.com/office/drawing/2017/decorative" val="1"/>
              </a:ext>
            </a:extLst>
          </p:cNvPr>
          <p:cNvSpPr/>
          <p:nvPr/>
        </p:nvSpPr>
        <p:spPr>
          <a:xfrm>
            <a:off x="683981" y="3219193"/>
            <a:ext cx="10776179" cy="1646416"/>
          </a:xfrm>
          <a:prstGeom prst="roundRect">
            <a:avLst>
              <a:gd name="adj" fmla="val 8772"/>
            </a:avLst>
          </a:prstGeom>
          <a:solidFill>
            <a:schemeClr val="bg1">
              <a:lumMod val="95000"/>
            </a:schemeClr>
          </a:solidFill>
          <a:ln w="1270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8" name="Rounded Rectangle 7">
            <a:extLst>
              <a:ext uri="{C183D7F6-B498-43B3-948B-1728B52AA6E4}">
                <adec:decorative xmlns:adec="http://schemas.microsoft.com/office/drawing/2017/decorative" val="1"/>
              </a:ext>
            </a:extLst>
          </p:cNvPr>
          <p:cNvSpPr/>
          <p:nvPr/>
        </p:nvSpPr>
        <p:spPr>
          <a:xfrm>
            <a:off x="683982" y="1515652"/>
            <a:ext cx="2377440" cy="1375855"/>
          </a:xfrm>
          <a:prstGeom prst="roundRect">
            <a:avLst>
              <a:gd name="adj" fmla="val 10294"/>
            </a:avLst>
          </a:prstGeom>
          <a:solidFill>
            <a:schemeClr val="bg1">
              <a:lumMod val="95000"/>
            </a:schemeClr>
          </a:solidFill>
          <a:ln w="1270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11" name="Rounded Rectangle 10">
            <a:extLst>
              <a:ext uri="{C183D7F6-B498-43B3-948B-1728B52AA6E4}">
                <adec:decorative xmlns:adec="http://schemas.microsoft.com/office/drawing/2017/decorative" val="1"/>
              </a:ext>
            </a:extLst>
          </p:cNvPr>
          <p:cNvSpPr/>
          <p:nvPr/>
        </p:nvSpPr>
        <p:spPr>
          <a:xfrm>
            <a:off x="3500013" y="1515652"/>
            <a:ext cx="2377440" cy="1375855"/>
          </a:xfrm>
          <a:prstGeom prst="roundRect">
            <a:avLst>
              <a:gd name="adj" fmla="val 10294"/>
            </a:avLst>
          </a:prstGeom>
          <a:solidFill>
            <a:schemeClr val="bg1">
              <a:lumMod val="95000"/>
            </a:schemeClr>
          </a:solidFill>
          <a:ln w="1270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14" name="Rounded Rectangle 13">
            <a:extLst>
              <a:ext uri="{C183D7F6-B498-43B3-948B-1728B52AA6E4}">
                <adec:decorative xmlns:adec="http://schemas.microsoft.com/office/drawing/2017/decorative" val="1"/>
              </a:ext>
            </a:extLst>
          </p:cNvPr>
          <p:cNvSpPr/>
          <p:nvPr/>
        </p:nvSpPr>
        <p:spPr>
          <a:xfrm>
            <a:off x="6341659" y="1515652"/>
            <a:ext cx="2377440" cy="1375855"/>
          </a:xfrm>
          <a:prstGeom prst="roundRect">
            <a:avLst>
              <a:gd name="adj" fmla="val 10294"/>
            </a:avLst>
          </a:prstGeom>
          <a:solidFill>
            <a:schemeClr val="bg1">
              <a:lumMod val="95000"/>
            </a:schemeClr>
          </a:solidFill>
          <a:ln w="1270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17" name="Rounded Rectangle 16">
            <a:extLst>
              <a:ext uri="{C183D7F6-B498-43B3-948B-1728B52AA6E4}">
                <adec:decorative xmlns:adec="http://schemas.microsoft.com/office/drawing/2017/decorative" val="1"/>
              </a:ext>
            </a:extLst>
          </p:cNvPr>
          <p:cNvSpPr/>
          <p:nvPr/>
        </p:nvSpPr>
        <p:spPr>
          <a:xfrm>
            <a:off x="9130578" y="1515652"/>
            <a:ext cx="2377440" cy="1375855"/>
          </a:xfrm>
          <a:prstGeom prst="roundRect">
            <a:avLst>
              <a:gd name="adj" fmla="val 10294"/>
            </a:avLst>
          </a:prstGeom>
          <a:solidFill>
            <a:schemeClr val="bg1">
              <a:lumMod val="95000"/>
            </a:schemeClr>
          </a:solidFill>
          <a:ln w="1270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p:cNvSpPr txBox="1"/>
          <p:nvPr/>
        </p:nvSpPr>
        <p:spPr>
          <a:xfrm>
            <a:off x="683982" y="1856232"/>
            <a:ext cx="2377440" cy="274320"/>
          </a:xfrm>
          <a:prstGeom prst="rect">
            <a:avLst/>
          </a:prstGeom>
          <a:noFill/>
          <a:ln>
            <a:noFill/>
          </a:ln>
        </p:spPr>
        <p:txBody>
          <a:bodyPr wrap="square" lIns="0" tIns="0" rIns="0" bIns="0" anchor="t">
            <a:noAutofit/>
          </a:bodyPr>
          <a:lstStyle/>
          <a:p>
            <a:pPr algn="ctr">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LOGICAL REQUEST</a:t>
            </a:r>
          </a:p>
        </p:txBody>
      </p:sp>
      <p:sp>
        <p:nvSpPr>
          <p:cNvPr id="9" name="TextBox 8"/>
          <p:cNvSpPr txBox="1"/>
          <p:nvPr/>
        </p:nvSpPr>
        <p:spPr>
          <a:xfrm>
            <a:off x="793710" y="2205082"/>
            <a:ext cx="2157984" cy="274320"/>
          </a:xfrm>
          <a:prstGeom prst="rect">
            <a:avLst/>
          </a:prstGeom>
          <a:noFill/>
          <a:ln>
            <a:noFill/>
          </a:ln>
        </p:spPr>
        <p:txBody>
          <a:bodyPr wrap="square" lIns="0" tIns="0" rIns="0" bIns="0" anchor="t">
            <a:noAutofit/>
          </a:bodyPr>
          <a:lstStyle/>
          <a:p>
            <a:pPr algn="ctr">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6 input fields</a:t>
            </a:r>
          </a:p>
        </p:txBody>
      </p:sp>
      <p:sp>
        <p:nvSpPr>
          <p:cNvPr id="10" name="TextBox 9"/>
          <p:cNvSpPr txBox="1"/>
          <p:nvPr/>
        </p:nvSpPr>
        <p:spPr>
          <a:xfrm>
            <a:off x="3500013" y="1856232"/>
            <a:ext cx="2377440" cy="274320"/>
          </a:xfrm>
          <a:prstGeom prst="rect">
            <a:avLst/>
          </a:prstGeom>
          <a:noFill/>
          <a:ln>
            <a:noFill/>
          </a:ln>
        </p:spPr>
        <p:txBody>
          <a:bodyPr wrap="square" lIns="0" tIns="0" rIns="0" bIns="0" anchor="t">
            <a:noAutofit/>
          </a:bodyPr>
          <a:lstStyle/>
          <a:p>
            <a:pPr algn="ctr">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PREPROCESSOR</a:t>
            </a:r>
          </a:p>
        </p:txBody>
      </p:sp>
      <p:sp>
        <p:nvSpPr>
          <p:cNvPr id="12" name="TextBox 11"/>
          <p:cNvSpPr txBox="1"/>
          <p:nvPr/>
        </p:nvSpPr>
        <p:spPr>
          <a:xfrm>
            <a:off x="3609741" y="2205082"/>
            <a:ext cx="2157984" cy="274320"/>
          </a:xfrm>
          <a:prstGeom prst="rect">
            <a:avLst/>
          </a:prstGeom>
          <a:noFill/>
          <a:ln>
            <a:noFill/>
          </a:ln>
        </p:spPr>
        <p:txBody>
          <a:bodyPr wrap="square" lIns="0" tIns="0" rIns="0" bIns="0" anchor="t">
            <a:noAutofit/>
          </a:bodyPr>
          <a:lstStyle/>
          <a:p>
            <a:pPr algn="ctr">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One-hot + scale</a:t>
            </a:r>
          </a:p>
        </p:txBody>
      </p:sp>
      <p:sp>
        <p:nvSpPr>
          <p:cNvPr id="13" name="TextBox 12"/>
          <p:cNvSpPr txBox="1"/>
          <p:nvPr/>
        </p:nvSpPr>
        <p:spPr>
          <a:xfrm>
            <a:off x="6341659" y="1856232"/>
            <a:ext cx="2377440" cy="274320"/>
          </a:xfrm>
          <a:prstGeom prst="rect">
            <a:avLst/>
          </a:prstGeom>
          <a:noFill/>
          <a:ln>
            <a:noFill/>
          </a:ln>
        </p:spPr>
        <p:txBody>
          <a:bodyPr wrap="square" lIns="0" tIns="0" rIns="0" bIns="0" anchor="t">
            <a:noAutofit/>
          </a:bodyPr>
          <a:lstStyle/>
          <a:p>
            <a:pPr algn="ctr">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LOGISTIC REGRESSION</a:t>
            </a:r>
          </a:p>
        </p:txBody>
      </p:sp>
      <p:sp>
        <p:nvSpPr>
          <p:cNvPr id="15" name="TextBox 14"/>
          <p:cNvSpPr txBox="1"/>
          <p:nvPr/>
        </p:nvSpPr>
        <p:spPr>
          <a:xfrm>
            <a:off x="6451388" y="2205082"/>
            <a:ext cx="2157984" cy="274320"/>
          </a:xfrm>
          <a:prstGeom prst="rect">
            <a:avLst/>
          </a:prstGeom>
          <a:noFill/>
          <a:ln>
            <a:noFill/>
          </a:ln>
        </p:spPr>
        <p:txBody>
          <a:bodyPr wrap="square" lIns="0" tIns="0" rIns="0" bIns="0" anchor="t">
            <a:noAutofit/>
          </a:bodyPr>
          <a:lstStyle/>
          <a:p>
            <a:pPr algn="ctr">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Fitted estimator</a:t>
            </a:r>
          </a:p>
        </p:txBody>
      </p:sp>
      <p:sp>
        <p:nvSpPr>
          <p:cNvPr id="16" name="TextBox 15"/>
          <p:cNvSpPr txBox="1"/>
          <p:nvPr/>
        </p:nvSpPr>
        <p:spPr>
          <a:xfrm>
            <a:off x="9130578" y="1856232"/>
            <a:ext cx="2377440" cy="274320"/>
          </a:xfrm>
          <a:prstGeom prst="rect">
            <a:avLst/>
          </a:prstGeom>
          <a:noFill/>
          <a:ln>
            <a:noFill/>
          </a:ln>
        </p:spPr>
        <p:txBody>
          <a:bodyPr wrap="square" lIns="0" tIns="0" rIns="0" bIns="0" anchor="t">
            <a:noAutofit/>
          </a:bodyPr>
          <a:lstStyle/>
          <a:p>
            <a:pPr algn="ctr">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MODEL SIGNAL</a:t>
            </a:r>
          </a:p>
        </p:txBody>
      </p:sp>
      <p:sp>
        <p:nvSpPr>
          <p:cNvPr id="18" name="TextBox 17"/>
          <p:cNvSpPr txBox="1"/>
          <p:nvPr/>
        </p:nvSpPr>
        <p:spPr>
          <a:xfrm>
            <a:off x="9240305" y="2205082"/>
            <a:ext cx="2157984" cy="274320"/>
          </a:xfrm>
          <a:prstGeom prst="rect">
            <a:avLst/>
          </a:prstGeom>
          <a:noFill/>
          <a:ln>
            <a:noFill/>
          </a:ln>
        </p:spPr>
        <p:txBody>
          <a:bodyPr wrap="square" lIns="0" tIns="0" rIns="0" bIns="0" anchor="t">
            <a:noAutofit/>
          </a:bodyPr>
          <a:lstStyle/>
          <a:p>
            <a:pPr algn="ctr">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approval score</a:t>
            </a:r>
          </a:p>
        </p:txBody>
      </p:sp>
      <p:sp>
        <p:nvSpPr>
          <p:cNvPr id="19" name="TextBox 18"/>
          <p:cNvSpPr txBox="1"/>
          <p:nvPr/>
        </p:nvSpPr>
        <p:spPr>
          <a:xfrm>
            <a:off x="926593" y="3364992"/>
            <a:ext cx="27432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RELEASE IDENTITY</a:t>
            </a:r>
          </a:p>
        </p:txBody>
      </p:sp>
      <p:sp>
        <p:nvSpPr>
          <p:cNvPr id="20" name="TextBox 19"/>
          <p:cNvSpPr txBox="1"/>
          <p:nvPr/>
        </p:nvSpPr>
        <p:spPr>
          <a:xfrm>
            <a:off x="926593" y="3767328"/>
            <a:ext cx="1816607" cy="274320"/>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Model version</a:t>
            </a:r>
          </a:p>
        </p:txBody>
      </p:sp>
      <p:sp>
        <p:nvSpPr>
          <p:cNvPr id="21" name="TextBox 20"/>
          <p:cNvSpPr txBox="1"/>
          <p:nvPr/>
        </p:nvSpPr>
        <p:spPr>
          <a:xfrm>
            <a:off x="2743200" y="3767328"/>
            <a:ext cx="2996503" cy="365760"/>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coefficients + estimator</a:t>
            </a:r>
          </a:p>
        </p:txBody>
      </p:sp>
      <p:sp>
        <p:nvSpPr>
          <p:cNvPr id="22" name="TextBox 21"/>
          <p:cNvSpPr txBox="1"/>
          <p:nvPr/>
        </p:nvSpPr>
        <p:spPr>
          <a:xfrm>
            <a:off x="6314873" y="3767328"/>
            <a:ext cx="1966337" cy="274320"/>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Preprocessor version</a:t>
            </a:r>
          </a:p>
        </p:txBody>
      </p:sp>
      <p:sp>
        <p:nvSpPr>
          <p:cNvPr id="23" name="TextBox 22"/>
          <p:cNvSpPr txBox="1"/>
          <p:nvPr/>
        </p:nvSpPr>
        <p:spPr>
          <a:xfrm>
            <a:off x="8609372" y="3767328"/>
            <a:ext cx="2518876" cy="365760"/>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fitted categories + scaling</a:t>
            </a:r>
          </a:p>
        </p:txBody>
      </p:sp>
      <p:sp>
        <p:nvSpPr>
          <p:cNvPr id="24" name="TextBox 23"/>
          <p:cNvSpPr txBox="1"/>
          <p:nvPr/>
        </p:nvSpPr>
        <p:spPr>
          <a:xfrm>
            <a:off x="926593" y="4369326"/>
            <a:ext cx="1816607" cy="274320"/>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Schema + policy</a:t>
            </a:r>
          </a:p>
        </p:txBody>
      </p:sp>
      <p:sp>
        <p:nvSpPr>
          <p:cNvPr id="25" name="TextBox 24"/>
          <p:cNvSpPr txBox="1"/>
          <p:nvPr/>
        </p:nvSpPr>
        <p:spPr>
          <a:xfrm>
            <a:off x="2743200" y="4369326"/>
            <a:ext cx="2996503" cy="365760"/>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approved inputs + band meaning</a:t>
            </a:r>
          </a:p>
        </p:txBody>
      </p:sp>
      <p:sp>
        <p:nvSpPr>
          <p:cNvPr id="26" name="TextBox 25"/>
          <p:cNvSpPr txBox="1"/>
          <p:nvPr/>
        </p:nvSpPr>
        <p:spPr>
          <a:xfrm>
            <a:off x="6314873" y="4369326"/>
            <a:ext cx="1966337" cy="274320"/>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Data cutoff + SHA-256</a:t>
            </a:r>
          </a:p>
        </p:txBody>
      </p:sp>
      <p:sp>
        <p:nvSpPr>
          <p:cNvPr id="27" name="TextBox 26"/>
          <p:cNvSpPr txBox="1"/>
          <p:nvPr/>
        </p:nvSpPr>
        <p:spPr>
          <a:xfrm>
            <a:off x="8609372" y="4369326"/>
            <a:ext cx="2518876" cy="365760"/>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evidence + exact tested bytes</a:t>
            </a:r>
          </a:p>
        </p:txBody>
      </p:sp>
      <p:sp>
        <p:nvSpPr>
          <p:cNvPr id="30" name="Title 29">
            <a:extLst>
              <a:ext uri="{FF2B5EF4-FFF2-40B4-BE49-F238E27FC236}">
                <a16:creationId xmlns:a16="http://schemas.microsoft.com/office/drawing/2014/main" id="{B987FB63-0914-31FF-63C0-846D684B044C}"/>
              </a:ext>
            </a:extLst>
          </p:cNvPr>
          <p:cNvSpPr>
            <a:spLocks noGrp="1"/>
          </p:cNvSpPr>
          <p:nvPr>
            <p:ph type="title"/>
          </p:nvPr>
        </p:nvSpPr>
        <p:spPr>
          <a:xfrm>
            <a:off x="605364" y="498666"/>
            <a:ext cx="10854797" cy="646331"/>
          </a:xfrm>
        </p:spPr>
        <p:txBody>
          <a:bodyPr/>
          <a:lstStyle/>
          <a:p>
            <a:r>
              <a:rPr lang="en-IN">
                <a:latin typeface="Open Sans" panose="020B0606030504020204" pitchFamily="34" charset="0"/>
              </a:rPr>
              <a:t>Preprocessing and model travel together</a:t>
            </a:r>
          </a:p>
        </p:txBody>
      </p:sp>
      <p:sp>
        <p:nvSpPr>
          <p:cNvPr id="31" name="Rectangle 30">
            <a:extLst>
              <a:ext uri="{FF2B5EF4-FFF2-40B4-BE49-F238E27FC236}">
                <a16:creationId xmlns:a16="http://schemas.microsoft.com/office/drawing/2014/main" id="{DDC5B1EA-7C64-E575-A728-06220EF84EA4}"/>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MODEL ARTIFACT</a:t>
            </a:r>
          </a:p>
        </p:txBody>
      </p:sp>
      <p:sp>
        <p:nvSpPr>
          <p:cNvPr id="32" name="Shape 1">
            <a:extLst>
              <a:ext uri="{FF2B5EF4-FFF2-40B4-BE49-F238E27FC236}">
                <a16:creationId xmlns:a16="http://schemas.microsoft.com/office/drawing/2014/main" id="{C3E364ED-F757-9B0F-CA38-19B94FB77D31}"/>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34" name="Google Shape;876;p100">
            <a:extLst>
              <a:ext uri="{FF2B5EF4-FFF2-40B4-BE49-F238E27FC236}">
                <a16:creationId xmlns:a16="http://schemas.microsoft.com/office/drawing/2014/main" id="{7F60879A-7664-59C1-4D04-4E6702776A99}"/>
              </a:ext>
            </a:extLst>
          </p:cNvPr>
          <p:cNvSpPr/>
          <p:nvPr/>
        </p:nvSpPr>
        <p:spPr>
          <a:xfrm>
            <a:off x="683984" y="5162466"/>
            <a:ext cx="10824034" cy="493776"/>
          </a:xfrm>
          <a:prstGeom prst="roundRect">
            <a:avLst>
              <a:gd name="adj" fmla="val 16667"/>
            </a:avLst>
          </a:prstGeom>
          <a:solidFill>
            <a:schemeClr val="accent5">
              <a:lumMod val="20000"/>
              <a:lumOff val="80000"/>
            </a:schemeClr>
          </a:solidFill>
          <a:ln w="9525" cap="flat" cmpd="sng">
            <a:solidFill>
              <a:schemeClr val="accent2"/>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The tested pipeline—not a loose estimator file—is the release artifact.</a:t>
            </a:r>
          </a:p>
        </p:txBody>
      </p:sp>
    </p:spTree>
    <p:custDataLst>
      <p:tags r:id="rId1"/>
    </p:custDataLst>
    <p:extLst>
      <p:ext uri="{BB962C8B-B14F-4D97-AF65-F5344CB8AC3E}">
        <p14:creationId xmlns:p14="http://schemas.microsoft.com/office/powerpoint/2010/main" val="1405224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44" name="Rounded Rectangle 43">
            <a:extLst>
              <a:ext uri="{FF2B5EF4-FFF2-40B4-BE49-F238E27FC236}">
                <a16:creationId xmlns:a16="http://schemas.microsoft.com/office/drawing/2014/main" id="{16BDBD31-D6E7-1F48-6714-FDC53D79C958}"/>
              </a:ext>
            </a:extLst>
          </p:cNvPr>
          <p:cNvSpPr>
            <a:spLocks/>
          </p:cNvSpPr>
          <p:nvPr/>
        </p:nvSpPr>
        <p:spPr>
          <a:xfrm>
            <a:off x="683983" y="4920162"/>
            <a:ext cx="10824035" cy="53838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err="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Rounded Rectangle 38">
            <a:extLst>
              <a:ext uri="{FF2B5EF4-FFF2-40B4-BE49-F238E27FC236}">
                <a16:creationId xmlns:a16="http://schemas.microsoft.com/office/drawing/2014/main" id="{C36C190E-AB9F-9E43-8592-9BC59E429506}"/>
              </a:ext>
            </a:extLst>
          </p:cNvPr>
          <p:cNvSpPr>
            <a:spLocks/>
          </p:cNvSpPr>
          <p:nvPr/>
        </p:nvSpPr>
        <p:spPr>
          <a:xfrm>
            <a:off x="683983" y="1788779"/>
            <a:ext cx="10824035" cy="53838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err="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ounded Rectangle 39">
            <a:extLst>
              <a:ext uri="{FF2B5EF4-FFF2-40B4-BE49-F238E27FC236}">
                <a16:creationId xmlns:a16="http://schemas.microsoft.com/office/drawing/2014/main" id="{45C0EBE6-8962-21AB-5147-777722DB834D}"/>
              </a:ext>
            </a:extLst>
          </p:cNvPr>
          <p:cNvSpPr>
            <a:spLocks/>
          </p:cNvSpPr>
          <p:nvPr/>
        </p:nvSpPr>
        <p:spPr>
          <a:xfrm>
            <a:off x="683983" y="2415056"/>
            <a:ext cx="10824035" cy="53838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err="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Rounded Rectangle 40">
            <a:extLst>
              <a:ext uri="{FF2B5EF4-FFF2-40B4-BE49-F238E27FC236}">
                <a16:creationId xmlns:a16="http://schemas.microsoft.com/office/drawing/2014/main" id="{DDE76D22-1045-C27C-BFB2-181C06B370CC}"/>
              </a:ext>
            </a:extLst>
          </p:cNvPr>
          <p:cNvSpPr>
            <a:spLocks/>
          </p:cNvSpPr>
          <p:nvPr/>
        </p:nvSpPr>
        <p:spPr>
          <a:xfrm>
            <a:off x="683983" y="3041333"/>
            <a:ext cx="10824035" cy="53838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err="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Rounded Rectangle 41">
            <a:extLst>
              <a:ext uri="{FF2B5EF4-FFF2-40B4-BE49-F238E27FC236}">
                <a16:creationId xmlns:a16="http://schemas.microsoft.com/office/drawing/2014/main" id="{384CB4CA-C78F-85BE-0FF6-5240541DA327}"/>
              </a:ext>
            </a:extLst>
          </p:cNvPr>
          <p:cNvSpPr>
            <a:spLocks/>
          </p:cNvSpPr>
          <p:nvPr/>
        </p:nvSpPr>
        <p:spPr>
          <a:xfrm>
            <a:off x="683983" y="3667610"/>
            <a:ext cx="10824035" cy="53838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err="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Rounded Rectangle 42">
            <a:extLst>
              <a:ext uri="{FF2B5EF4-FFF2-40B4-BE49-F238E27FC236}">
                <a16:creationId xmlns:a16="http://schemas.microsoft.com/office/drawing/2014/main" id="{08034F2A-5700-8865-E690-3BE6A16347A7}"/>
              </a:ext>
            </a:extLst>
          </p:cNvPr>
          <p:cNvSpPr>
            <a:spLocks/>
          </p:cNvSpPr>
          <p:nvPr/>
        </p:nvSpPr>
        <p:spPr>
          <a:xfrm>
            <a:off x="683983" y="4293887"/>
            <a:ext cx="10824035" cy="53838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err="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p:cNvSpPr txBox="1"/>
          <p:nvPr/>
        </p:nvSpPr>
        <p:spPr>
          <a:xfrm>
            <a:off x="958993" y="1468440"/>
            <a:ext cx="2013386" cy="226307"/>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EVIDENCE</a:t>
            </a:r>
          </a:p>
        </p:txBody>
      </p:sp>
      <p:sp>
        <p:nvSpPr>
          <p:cNvPr id="8" name="TextBox 7"/>
          <p:cNvSpPr txBox="1"/>
          <p:nvPr/>
        </p:nvSpPr>
        <p:spPr>
          <a:xfrm>
            <a:off x="3566036" y="1468440"/>
            <a:ext cx="2311616" cy="236931"/>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THRESHOLD</a:t>
            </a:r>
          </a:p>
        </p:txBody>
      </p:sp>
      <p:sp>
        <p:nvSpPr>
          <p:cNvPr id="9" name="TextBox 8"/>
          <p:cNvSpPr txBox="1"/>
          <p:nvPr/>
        </p:nvSpPr>
        <p:spPr>
          <a:xfrm>
            <a:off x="6720716" y="1470130"/>
            <a:ext cx="475488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QUESTION</a:t>
            </a:r>
          </a:p>
        </p:txBody>
      </p:sp>
      <p:sp>
        <p:nvSpPr>
          <p:cNvPr id="10" name="TextBox 9"/>
          <p:cNvSpPr txBox="1"/>
          <p:nvPr/>
        </p:nvSpPr>
        <p:spPr>
          <a:xfrm>
            <a:off x="958993" y="1944997"/>
            <a:ext cx="1984623" cy="226307"/>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ROC-AUC</a:t>
            </a:r>
          </a:p>
        </p:txBody>
      </p:sp>
      <p:sp>
        <p:nvSpPr>
          <p:cNvPr id="11" name="TextBox 10"/>
          <p:cNvSpPr txBox="1"/>
          <p:nvPr/>
        </p:nvSpPr>
        <p:spPr>
          <a:xfrm>
            <a:off x="3566036" y="1944997"/>
            <a:ext cx="2253826" cy="329184"/>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5"/>
                </a:solidFill>
                <a:latin typeface="Open Sans" panose="020B0606030504020204" pitchFamily="34" charset="0"/>
                <a:ea typeface="Open Sans" panose="020B0606030504020204" pitchFamily="34" charset="0"/>
                <a:cs typeface="Open Sans" panose="020B0606030504020204" pitchFamily="34" charset="0"/>
              </a:rPr>
              <a:t>≥ 0.75</a:t>
            </a:r>
          </a:p>
        </p:txBody>
      </p:sp>
      <p:sp>
        <p:nvSpPr>
          <p:cNvPr id="12" name="TextBox 11"/>
          <p:cNvSpPr txBox="1"/>
          <p:nvPr/>
        </p:nvSpPr>
        <p:spPr>
          <a:xfrm>
            <a:off x="6720716" y="1944997"/>
            <a:ext cx="4602813" cy="329184"/>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Can the candidate rank outcomes?</a:t>
            </a:r>
          </a:p>
        </p:txBody>
      </p:sp>
      <p:sp>
        <p:nvSpPr>
          <p:cNvPr id="14" name="TextBox 13"/>
          <p:cNvSpPr txBox="1"/>
          <p:nvPr/>
        </p:nvSpPr>
        <p:spPr>
          <a:xfrm>
            <a:off x="958993" y="2551289"/>
            <a:ext cx="1984623" cy="226307"/>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PR-AUC lift</a:t>
            </a:r>
          </a:p>
        </p:txBody>
      </p:sp>
      <p:sp>
        <p:nvSpPr>
          <p:cNvPr id="15" name="TextBox 14"/>
          <p:cNvSpPr txBox="1"/>
          <p:nvPr/>
        </p:nvSpPr>
        <p:spPr>
          <a:xfrm>
            <a:off x="3566036" y="2551289"/>
            <a:ext cx="2253826" cy="329184"/>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5"/>
                </a:solidFill>
                <a:latin typeface="Open Sans" panose="020B0606030504020204" pitchFamily="34" charset="0"/>
                <a:ea typeface="Open Sans" panose="020B0606030504020204" pitchFamily="34" charset="0"/>
                <a:cs typeface="Open Sans" panose="020B0606030504020204" pitchFamily="34" charset="0"/>
              </a:rPr>
              <a:t>≥ 0.10</a:t>
            </a:r>
          </a:p>
        </p:txBody>
      </p:sp>
      <p:sp>
        <p:nvSpPr>
          <p:cNvPr id="16" name="TextBox 15"/>
          <p:cNvSpPr txBox="1"/>
          <p:nvPr/>
        </p:nvSpPr>
        <p:spPr>
          <a:xfrm>
            <a:off x="6720716" y="2551289"/>
            <a:ext cx="4602813" cy="329184"/>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Does it improve over prevalence?</a:t>
            </a:r>
          </a:p>
        </p:txBody>
      </p:sp>
      <p:sp>
        <p:nvSpPr>
          <p:cNvPr id="18" name="TextBox 17"/>
          <p:cNvSpPr txBox="1"/>
          <p:nvPr/>
        </p:nvSpPr>
        <p:spPr>
          <a:xfrm>
            <a:off x="958993" y="3173081"/>
            <a:ext cx="1984623" cy="226307"/>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Brier score</a:t>
            </a:r>
          </a:p>
        </p:txBody>
      </p:sp>
      <p:sp>
        <p:nvSpPr>
          <p:cNvPr id="19" name="TextBox 18"/>
          <p:cNvSpPr txBox="1"/>
          <p:nvPr/>
        </p:nvSpPr>
        <p:spPr>
          <a:xfrm>
            <a:off x="3566036" y="3173081"/>
            <a:ext cx="2253826" cy="329184"/>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5"/>
                </a:solidFill>
                <a:latin typeface="Open Sans" panose="020B0606030504020204" pitchFamily="34" charset="0"/>
                <a:ea typeface="Open Sans" panose="020B0606030504020204" pitchFamily="34" charset="0"/>
                <a:cs typeface="Open Sans" panose="020B0606030504020204" pitchFamily="34" charset="0"/>
              </a:rPr>
              <a:t>≤ 0.22</a:t>
            </a:r>
          </a:p>
        </p:txBody>
      </p:sp>
      <p:sp>
        <p:nvSpPr>
          <p:cNvPr id="20" name="TextBox 19"/>
          <p:cNvSpPr txBox="1"/>
          <p:nvPr/>
        </p:nvSpPr>
        <p:spPr>
          <a:xfrm>
            <a:off x="6720716" y="3173081"/>
            <a:ext cx="4602813" cy="329184"/>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Are probability-like scores accurate?</a:t>
            </a:r>
          </a:p>
        </p:txBody>
      </p:sp>
      <p:sp>
        <p:nvSpPr>
          <p:cNvPr id="22" name="TextBox 21"/>
          <p:cNvSpPr txBox="1"/>
          <p:nvPr/>
        </p:nvSpPr>
        <p:spPr>
          <a:xfrm>
            <a:off x="958993" y="3807399"/>
            <a:ext cx="1984623" cy="226307"/>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Brier improvement</a:t>
            </a:r>
          </a:p>
        </p:txBody>
      </p:sp>
      <p:sp>
        <p:nvSpPr>
          <p:cNvPr id="23" name="TextBox 22"/>
          <p:cNvSpPr txBox="1"/>
          <p:nvPr/>
        </p:nvSpPr>
        <p:spPr>
          <a:xfrm>
            <a:off x="3566036" y="3807399"/>
            <a:ext cx="2253826" cy="329184"/>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5"/>
                </a:solidFill>
                <a:latin typeface="Open Sans" panose="020B0606030504020204" pitchFamily="34" charset="0"/>
                <a:ea typeface="Open Sans" panose="020B0606030504020204" pitchFamily="34" charset="0"/>
                <a:cs typeface="Open Sans" panose="020B0606030504020204" pitchFamily="34" charset="0"/>
              </a:rPr>
              <a:t>≥ 0.03</a:t>
            </a:r>
          </a:p>
        </p:txBody>
      </p:sp>
      <p:sp>
        <p:nvSpPr>
          <p:cNvPr id="24" name="TextBox 23"/>
          <p:cNvSpPr txBox="1"/>
          <p:nvPr/>
        </p:nvSpPr>
        <p:spPr>
          <a:xfrm>
            <a:off x="6720716" y="3807399"/>
            <a:ext cx="4602813" cy="329184"/>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Does it beat a constant reference?</a:t>
            </a:r>
          </a:p>
        </p:txBody>
      </p:sp>
      <p:sp>
        <p:nvSpPr>
          <p:cNvPr id="26" name="TextBox 25"/>
          <p:cNvSpPr txBox="1"/>
          <p:nvPr/>
        </p:nvSpPr>
        <p:spPr>
          <a:xfrm>
            <a:off x="958993" y="4440628"/>
            <a:ext cx="1984623" cy="226307"/>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Critical-slice Brier</a:t>
            </a:r>
          </a:p>
        </p:txBody>
      </p:sp>
      <p:sp>
        <p:nvSpPr>
          <p:cNvPr id="27" name="TextBox 26"/>
          <p:cNvSpPr txBox="1"/>
          <p:nvPr/>
        </p:nvSpPr>
        <p:spPr>
          <a:xfrm>
            <a:off x="3566036" y="4440628"/>
            <a:ext cx="2253826" cy="329184"/>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5"/>
                </a:solidFill>
                <a:latin typeface="Open Sans" panose="020B0606030504020204" pitchFamily="34" charset="0"/>
                <a:ea typeface="Open Sans" panose="020B0606030504020204" pitchFamily="34" charset="0"/>
                <a:cs typeface="Open Sans" panose="020B0606030504020204" pitchFamily="34" charset="0"/>
              </a:rPr>
              <a:t>≤ 0.27; n ≥ 25</a:t>
            </a:r>
          </a:p>
        </p:txBody>
      </p:sp>
      <p:sp>
        <p:nvSpPr>
          <p:cNvPr id="28" name="TextBox 27"/>
          <p:cNvSpPr txBox="1"/>
          <p:nvPr/>
        </p:nvSpPr>
        <p:spPr>
          <a:xfrm>
            <a:off x="6720716" y="4440628"/>
            <a:ext cx="4602813" cy="329184"/>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Do named groups stay inside the error limit?</a:t>
            </a:r>
          </a:p>
        </p:txBody>
      </p:sp>
      <p:sp>
        <p:nvSpPr>
          <p:cNvPr id="30" name="TextBox 29"/>
          <p:cNvSpPr txBox="1"/>
          <p:nvPr/>
        </p:nvSpPr>
        <p:spPr>
          <a:xfrm>
            <a:off x="958993" y="5063509"/>
            <a:ext cx="1984623" cy="226307"/>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Data integrity</a:t>
            </a:r>
          </a:p>
        </p:txBody>
      </p:sp>
      <p:sp>
        <p:nvSpPr>
          <p:cNvPr id="31" name="TextBox 30"/>
          <p:cNvSpPr txBox="1"/>
          <p:nvPr/>
        </p:nvSpPr>
        <p:spPr>
          <a:xfrm>
            <a:off x="3566036" y="5063509"/>
            <a:ext cx="2253826" cy="329184"/>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5"/>
                </a:solidFill>
                <a:latin typeface="Open Sans" panose="020B0606030504020204" pitchFamily="34" charset="0"/>
                <a:ea typeface="Open Sans" panose="020B0606030504020204" pitchFamily="34" charset="0"/>
                <a:cs typeface="Open Sans" panose="020B0606030504020204" pitchFamily="34" charset="0"/>
              </a:rPr>
              <a:t>0 overlap; 0 post-cutoff</a:t>
            </a:r>
          </a:p>
        </p:txBody>
      </p:sp>
      <p:sp>
        <p:nvSpPr>
          <p:cNvPr id="32" name="TextBox 31"/>
          <p:cNvSpPr txBox="1"/>
          <p:nvPr/>
        </p:nvSpPr>
        <p:spPr>
          <a:xfrm>
            <a:off x="6720716" y="5063509"/>
            <a:ext cx="4602813" cy="329184"/>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Is evaluation evidence eligible?</a:t>
            </a:r>
          </a:p>
        </p:txBody>
      </p:sp>
      <p:sp>
        <p:nvSpPr>
          <p:cNvPr id="35" name="Title 34">
            <a:extLst>
              <a:ext uri="{FF2B5EF4-FFF2-40B4-BE49-F238E27FC236}">
                <a16:creationId xmlns:a16="http://schemas.microsoft.com/office/drawing/2014/main" id="{01C21764-457C-B109-4DF1-9A03B6961A09}"/>
              </a:ext>
            </a:extLst>
          </p:cNvPr>
          <p:cNvSpPr>
            <a:spLocks noGrp="1"/>
          </p:cNvSpPr>
          <p:nvPr>
            <p:ph type="title"/>
          </p:nvPr>
        </p:nvSpPr>
        <p:spPr>
          <a:xfrm>
            <a:off x="605364" y="498666"/>
            <a:ext cx="10854797" cy="646331"/>
          </a:xfrm>
        </p:spPr>
        <p:txBody>
          <a:bodyPr/>
          <a:lstStyle/>
          <a:p>
            <a:r>
              <a:rPr lang="en-IN">
                <a:latin typeface="Open Sans" panose="020B0606030504020204" pitchFamily="34" charset="0"/>
              </a:rPr>
              <a:t>Every mandatory gate must pass</a:t>
            </a:r>
          </a:p>
        </p:txBody>
      </p:sp>
      <p:sp>
        <p:nvSpPr>
          <p:cNvPr id="36" name="Rectangle 35">
            <a:extLst>
              <a:ext uri="{FF2B5EF4-FFF2-40B4-BE49-F238E27FC236}">
                <a16:creationId xmlns:a16="http://schemas.microsoft.com/office/drawing/2014/main" id="{75980BFF-7AAF-6479-CBB7-8FCE6FD10851}"/>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MODEL EVIDENCE</a:t>
            </a:r>
          </a:p>
        </p:txBody>
      </p:sp>
      <p:sp>
        <p:nvSpPr>
          <p:cNvPr id="37" name="Shape 1">
            <a:extLst>
              <a:ext uri="{FF2B5EF4-FFF2-40B4-BE49-F238E27FC236}">
                <a16:creationId xmlns:a16="http://schemas.microsoft.com/office/drawing/2014/main" id="{D2936C99-CCBE-F70F-E673-132DC2375415}"/>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38" name="Google Shape;876;p100">
            <a:extLst>
              <a:ext uri="{FF2B5EF4-FFF2-40B4-BE49-F238E27FC236}">
                <a16:creationId xmlns:a16="http://schemas.microsoft.com/office/drawing/2014/main" id="{A30CDBF9-A116-C392-AC19-858356225584}"/>
              </a:ext>
            </a:extLst>
          </p:cNvPr>
          <p:cNvSpPr/>
          <p:nvPr/>
        </p:nvSpPr>
        <p:spPr>
          <a:xfrm>
            <a:off x="683984" y="5865558"/>
            <a:ext cx="10824034" cy="493776"/>
          </a:xfrm>
          <a:prstGeom prst="roundRect">
            <a:avLst>
              <a:gd name="adj" fmla="val 16667"/>
            </a:avLst>
          </a:prstGeom>
          <a:solidFill>
            <a:schemeClr val="accent6">
              <a:lumMod val="20000"/>
              <a:lumOff val="80000"/>
            </a:schemeClr>
          </a:solidFill>
          <a:ln w="9525" cap="flat" cmpd="sng">
            <a:solidFill>
              <a:schemeClr val="accent1"/>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One failed mandatory gate means REVISE or NO-GO—not “monitor it later.”</a:t>
            </a:r>
          </a:p>
        </p:txBody>
      </p:sp>
    </p:spTree>
    <p:custDataLst>
      <p:tags r:id="rId1"/>
    </p:custDataLst>
    <p:extLst>
      <p:ext uri="{BB962C8B-B14F-4D97-AF65-F5344CB8AC3E}">
        <p14:creationId xmlns:p14="http://schemas.microsoft.com/office/powerpoint/2010/main" val="1139653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6" name="Rectangle: Rounded Corners 11">
            <a:extLst>
              <a:ext uri="{FF2B5EF4-FFF2-40B4-BE49-F238E27FC236}">
                <a16:creationId xmlns:a16="http://schemas.microsoft.com/office/drawing/2014/main" id="{F428CDE1-C3ED-2686-3C0C-FDE7E1A821C3}"/>
              </a:ext>
            </a:extLst>
          </p:cNvPr>
          <p:cNvSpPr>
            <a:spLocks noGrp="1"/>
          </p:cNvSpPr>
          <p:nvPr/>
        </p:nvSpPr>
        <p:spPr>
          <a:xfrm>
            <a:off x="685799" y="1490473"/>
            <a:ext cx="3459481" cy="2237940"/>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7" name="Rectangle: Rounded Corners 15">
            <a:extLst>
              <a:ext uri="{FF2B5EF4-FFF2-40B4-BE49-F238E27FC236}">
                <a16:creationId xmlns:a16="http://schemas.microsoft.com/office/drawing/2014/main" id="{0371CC78-80C9-B882-4C5E-F270EE24455F}"/>
              </a:ext>
            </a:extLst>
          </p:cNvPr>
          <p:cNvSpPr>
            <a:spLocks noGrp="1"/>
          </p:cNvSpPr>
          <p:nvPr/>
        </p:nvSpPr>
        <p:spPr>
          <a:xfrm>
            <a:off x="4364241" y="1490473"/>
            <a:ext cx="3459481" cy="2237940"/>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8" name="Rectangle: Rounded Corners 19">
            <a:extLst>
              <a:ext uri="{FF2B5EF4-FFF2-40B4-BE49-F238E27FC236}">
                <a16:creationId xmlns:a16="http://schemas.microsoft.com/office/drawing/2014/main" id="{5EAB66BE-8C37-E0DF-AB8C-975938AF681D}"/>
              </a:ext>
            </a:extLst>
          </p:cNvPr>
          <p:cNvSpPr>
            <a:spLocks noGrp="1"/>
          </p:cNvSpPr>
          <p:nvPr/>
        </p:nvSpPr>
        <p:spPr>
          <a:xfrm>
            <a:off x="8042683" y="1490473"/>
            <a:ext cx="3459481" cy="2237940"/>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p:cNvSpPr txBox="1"/>
          <p:nvPr/>
        </p:nvSpPr>
        <p:spPr>
          <a:xfrm>
            <a:off x="815235" y="1815084"/>
            <a:ext cx="3154680" cy="347472"/>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3"/>
                </a:solidFill>
                <a:latin typeface="Open Sans" panose="020B0606030504020204" pitchFamily="34" charset="0"/>
                <a:ea typeface="Open Sans" panose="020B0606030504020204" pitchFamily="34" charset="0"/>
                <a:cs typeface="Open Sans" panose="020B0606030504020204" pitchFamily="34" charset="0"/>
              </a:rPr>
              <a:t>RED</a:t>
            </a:r>
          </a:p>
        </p:txBody>
      </p:sp>
      <p:sp>
        <p:nvSpPr>
          <p:cNvPr id="9" name="TextBox 8"/>
          <p:cNvSpPr txBox="1"/>
          <p:nvPr/>
        </p:nvSpPr>
        <p:spPr>
          <a:xfrm>
            <a:off x="815235" y="2313432"/>
            <a:ext cx="3154680" cy="451458"/>
          </a:xfrm>
          <a:prstGeom prst="rect">
            <a:avLst/>
          </a:prstGeom>
          <a:noFill/>
          <a:ln>
            <a:noFill/>
          </a:ln>
        </p:spPr>
        <p:txBody>
          <a:bodyPr wrap="square" lIns="0" tIns="0" rIns="0" bIns="0" anchor="t">
            <a:noAutofit/>
          </a:bodyPr>
          <a:lstStyle/>
          <a:p>
            <a:pPr algn="ctr">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Run one focused caller-visible behavior test</a:t>
            </a:r>
          </a:p>
        </p:txBody>
      </p:sp>
      <p:sp>
        <p:nvSpPr>
          <p:cNvPr id="10" name="TextBox 9"/>
          <p:cNvSpPr txBox="1"/>
          <p:nvPr/>
        </p:nvSpPr>
        <p:spPr>
          <a:xfrm>
            <a:off x="815235" y="2938626"/>
            <a:ext cx="3154680" cy="526950"/>
          </a:xfrm>
          <a:prstGeom prst="rect">
            <a:avLst/>
          </a:prstGeom>
          <a:noFill/>
          <a:ln>
            <a:noFill/>
          </a:ln>
        </p:spPr>
        <p:txBody>
          <a:bodyPr wrap="square" lIns="0" tIns="0" rIns="0" bIns="0" anchor="t">
            <a:noAutofit/>
          </a:bodyPr>
          <a:lstStyle/>
          <a:p>
            <a:pPr algn="ctr">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Failure names the missing contract</a:t>
            </a:r>
          </a:p>
        </p:txBody>
      </p:sp>
      <p:sp>
        <p:nvSpPr>
          <p:cNvPr id="11" name="TextBox 10"/>
          <p:cNvSpPr txBox="1"/>
          <p:nvPr/>
        </p:nvSpPr>
        <p:spPr>
          <a:xfrm>
            <a:off x="4543643" y="1815084"/>
            <a:ext cx="3154680" cy="347472"/>
          </a:xfrm>
          <a:prstGeom prst="rect">
            <a:avLst/>
          </a:prstGeom>
          <a:noFill/>
          <a:ln>
            <a:noFill/>
          </a:ln>
        </p:spPr>
        <p:txBody>
          <a:bodyPr wrap="square" lIns="0" tIns="0" rIns="0" bIns="0" anchor="t">
            <a:noAutofit/>
          </a:bodyPr>
          <a:lstStyle/>
          <a:p>
            <a:pPr algn="ctr">
              <a:lnSpc>
                <a:spcPct val="100000"/>
              </a:lnSpc>
              <a:spcAft>
                <a:spcPts val="0"/>
              </a:spcAft>
            </a:pPr>
            <a:r>
              <a:rPr sz="1800" b="1" i="0">
                <a:solidFill>
                  <a:srgbClr val="00B050"/>
                </a:solidFill>
                <a:latin typeface="Open Sans" panose="020B0606030504020204" pitchFamily="34" charset="0"/>
                <a:ea typeface="Open Sans" panose="020B0606030504020204" pitchFamily="34" charset="0"/>
                <a:cs typeface="Open Sans" panose="020B0606030504020204" pitchFamily="34" charset="0"/>
              </a:rPr>
              <a:t>GREEN</a:t>
            </a:r>
          </a:p>
        </p:txBody>
      </p:sp>
      <p:sp>
        <p:nvSpPr>
          <p:cNvPr id="13" name="TextBox 12"/>
          <p:cNvSpPr txBox="1"/>
          <p:nvPr/>
        </p:nvSpPr>
        <p:spPr>
          <a:xfrm>
            <a:off x="4543643" y="2313432"/>
            <a:ext cx="3154680" cy="451458"/>
          </a:xfrm>
          <a:prstGeom prst="rect">
            <a:avLst/>
          </a:prstGeom>
          <a:noFill/>
          <a:ln>
            <a:noFill/>
          </a:ln>
        </p:spPr>
        <p:txBody>
          <a:bodyPr wrap="square" lIns="0" tIns="0" rIns="0" bIns="0" anchor="t">
            <a:noAutofit/>
          </a:bodyPr>
          <a:lstStyle/>
          <a:p>
            <a:pPr algn="ctr">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Write the smallest</a:t>
            </a:r>
            <a:endParaRPr lang="en-US" sz="1400" b="1" i="0">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implementation</a:t>
            </a:r>
          </a:p>
        </p:txBody>
      </p:sp>
      <p:sp>
        <p:nvSpPr>
          <p:cNvPr id="14" name="TextBox 13"/>
          <p:cNvSpPr txBox="1"/>
          <p:nvPr/>
        </p:nvSpPr>
        <p:spPr>
          <a:xfrm>
            <a:off x="4543643" y="2938626"/>
            <a:ext cx="3154680" cy="526950"/>
          </a:xfrm>
          <a:prstGeom prst="rect">
            <a:avLst/>
          </a:prstGeom>
          <a:noFill/>
          <a:ln>
            <a:noFill/>
          </a:ln>
        </p:spPr>
        <p:txBody>
          <a:bodyPr wrap="square" lIns="0" tIns="0" rIns="0" bIns="0" anchor="t">
            <a:noAutofit/>
          </a:bodyPr>
          <a:lstStyle/>
          <a:p>
            <a:pPr algn="ctr">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Focused test passes</a:t>
            </a:r>
          </a:p>
        </p:txBody>
      </p:sp>
      <p:sp>
        <p:nvSpPr>
          <p:cNvPr id="15" name="TextBox 14"/>
          <p:cNvSpPr txBox="1"/>
          <p:nvPr/>
        </p:nvSpPr>
        <p:spPr>
          <a:xfrm>
            <a:off x="8222085" y="1815084"/>
            <a:ext cx="3154680" cy="347472"/>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REFACTOR</a:t>
            </a:r>
          </a:p>
        </p:txBody>
      </p:sp>
      <p:sp>
        <p:nvSpPr>
          <p:cNvPr id="17" name="TextBox 16"/>
          <p:cNvSpPr txBox="1"/>
          <p:nvPr/>
        </p:nvSpPr>
        <p:spPr>
          <a:xfrm>
            <a:off x="8222085" y="2313432"/>
            <a:ext cx="3154680" cy="451458"/>
          </a:xfrm>
          <a:prstGeom prst="rect">
            <a:avLst/>
          </a:prstGeom>
          <a:noFill/>
          <a:ln>
            <a:noFill/>
          </a:ln>
        </p:spPr>
        <p:txBody>
          <a:bodyPr wrap="square" lIns="0" tIns="0" rIns="0" bIns="0" anchor="t">
            <a:noAutofit/>
          </a:bodyPr>
          <a:lstStyle/>
          <a:p>
            <a:pPr algn="ctr">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Improve structure without changing behavior</a:t>
            </a:r>
          </a:p>
        </p:txBody>
      </p:sp>
      <p:sp>
        <p:nvSpPr>
          <p:cNvPr id="18" name="TextBox 17"/>
          <p:cNvSpPr txBox="1"/>
          <p:nvPr/>
        </p:nvSpPr>
        <p:spPr>
          <a:xfrm>
            <a:off x="8222085" y="2938626"/>
            <a:ext cx="3154680" cy="526950"/>
          </a:xfrm>
          <a:prstGeom prst="rect">
            <a:avLst/>
          </a:prstGeom>
          <a:noFill/>
          <a:ln>
            <a:noFill/>
          </a:ln>
        </p:spPr>
        <p:txBody>
          <a:bodyPr wrap="square" lIns="0" tIns="0" rIns="0" bIns="0" anchor="t">
            <a:noAutofit/>
          </a:bodyPr>
          <a:lstStyle/>
          <a:p>
            <a:pPr algn="ctr">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Focused test and prior tasks stay green</a:t>
            </a:r>
          </a:p>
        </p:txBody>
      </p:sp>
      <p:sp>
        <p:nvSpPr>
          <p:cNvPr id="23" name="Title 22">
            <a:extLst>
              <a:ext uri="{FF2B5EF4-FFF2-40B4-BE49-F238E27FC236}">
                <a16:creationId xmlns:a16="http://schemas.microsoft.com/office/drawing/2014/main" id="{F7C948E5-9C3C-2153-AD0D-3507328FA3A2}"/>
              </a:ext>
            </a:extLst>
          </p:cNvPr>
          <p:cNvSpPr>
            <a:spLocks noGrp="1"/>
          </p:cNvSpPr>
          <p:nvPr>
            <p:ph type="title"/>
          </p:nvPr>
        </p:nvSpPr>
        <p:spPr>
          <a:xfrm>
            <a:off x="605364" y="498666"/>
            <a:ext cx="11117244" cy="646331"/>
          </a:xfrm>
        </p:spPr>
        <p:txBody>
          <a:bodyPr/>
          <a:lstStyle/>
          <a:p>
            <a:r>
              <a:rPr lang="en-IN">
                <a:latin typeface="Open Sans" panose="020B0606030504020204" pitchFamily="34" charset="0"/>
              </a:rPr>
              <a:t>Test observable </a:t>
            </a:r>
            <a:r>
              <a:rPr lang="en-IN" err="1">
                <a:latin typeface="Open Sans" panose="020B0606030504020204" pitchFamily="34" charset="0"/>
              </a:rPr>
              <a:t>behavior</a:t>
            </a:r>
            <a:r>
              <a:rPr lang="en-IN">
                <a:latin typeface="Open Sans" panose="020B0606030504020204" pitchFamily="34" charset="0"/>
              </a:rPr>
              <a:t> before internal detail</a:t>
            </a:r>
          </a:p>
        </p:txBody>
      </p:sp>
      <p:sp>
        <p:nvSpPr>
          <p:cNvPr id="24" name="Rectangle 23">
            <a:extLst>
              <a:ext uri="{FF2B5EF4-FFF2-40B4-BE49-F238E27FC236}">
                <a16:creationId xmlns:a16="http://schemas.microsoft.com/office/drawing/2014/main" id="{56B7A75E-574C-E7BC-3567-8180FCCC8237}"/>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IMPLEMENTATION</a:t>
            </a:r>
          </a:p>
        </p:txBody>
      </p:sp>
      <p:sp>
        <p:nvSpPr>
          <p:cNvPr id="25" name="Shape 1">
            <a:extLst>
              <a:ext uri="{FF2B5EF4-FFF2-40B4-BE49-F238E27FC236}">
                <a16:creationId xmlns:a16="http://schemas.microsoft.com/office/drawing/2014/main" id="{A5AA166E-9AA3-D49B-4C3D-FFF0B8A60936}"/>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29" name="Google Shape;876;p100">
            <a:extLst>
              <a:ext uri="{FF2B5EF4-FFF2-40B4-BE49-F238E27FC236}">
                <a16:creationId xmlns:a16="http://schemas.microsoft.com/office/drawing/2014/main" id="{8D2E058D-D1BB-ABA3-180A-7B5F53070A25}"/>
              </a:ext>
            </a:extLst>
          </p:cNvPr>
          <p:cNvSpPr/>
          <p:nvPr/>
        </p:nvSpPr>
        <p:spPr>
          <a:xfrm>
            <a:off x="678130" y="4126918"/>
            <a:ext cx="10824034" cy="656234"/>
          </a:xfrm>
          <a:prstGeom prst="roundRect">
            <a:avLst>
              <a:gd name="adj" fmla="val 16667"/>
            </a:avLst>
          </a:prstGeom>
          <a:solidFill>
            <a:srgbClr val="F1F1F1"/>
          </a:solidFill>
          <a:ln w="9525" cap="flat" cmpd="sng">
            <a:solidFill>
              <a:srgbClr val="F1F1F1"/>
            </a:solidFill>
            <a:prstDash val="solid"/>
            <a:miter lim="8000"/>
            <a:headEnd type="none" w="sm" len="sm"/>
            <a:tailEnd type="none" w="sm" len="sm"/>
          </a:ln>
        </p:spPr>
        <p:txBody>
          <a:bodyPr spcFirstLastPara="1" wrap="square" lIns="109725" tIns="18275" rIns="109725" bIns="18275" anchor="ctr" anchorCtr="0">
            <a:noAutofit/>
          </a:bodyPr>
          <a:lstStyle/>
          <a:p>
            <a:pPr algn="ctr"/>
            <a:r>
              <a:rPr lang="en-IN" sz="1400" b="1">
                <a:latin typeface="Open Sans" panose="020B0606030504020204" pitchFamily="34" charset="0"/>
                <a:ea typeface="Open Sans" panose="020B0606030504020204" pitchFamily="34" charset="0"/>
                <a:cs typeface="Open Sans" panose="020B0606030504020204" pitchFamily="34" charset="0"/>
              </a:rPr>
              <a:t>Example </a:t>
            </a:r>
            <a:r>
              <a:rPr lang="en-IN" sz="1400" b="1" err="1">
                <a:latin typeface="Open Sans" panose="020B0606030504020204" pitchFamily="34" charset="0"/>
                <a:ea typeface="Open Sans" panose="020B0606030504020204" pitchFamily="34" charset="0"/>
                <a:cs typeface="Open Sans" panose="020B0606030504020204" pitchFamily="34" charset="0"/>
              </a:rPr>
              <a:t>behavior</a:t>
            </a:r>
            <a:r>
              <a:rPr lang="en-IN" sz="1400" b="1">
                <a:latin typeface="Open Sans" panose="020B0606030504020204" pitchFamily="34" charset="0"/>
                <a:ea typeface="Open Sans" panose="020B0606030504020204" pitchFamily="34" charset="0"/>
                <a:cs typeface="Open Sans" panose="020B0606030504020204" pitchFamily="34" charset="0"/>
              </a:rPr>
              <a:t> to protect: </a:t>
            </a:r>
            <a:r>
              <a:rPr lang="en-IN" sz="1400">
                <a:latin typeface="Open Sans" panose="020B0606030504020204" pitchFamily="34" charset="0"/>
                <a:ea typeface="Open Sans" panose="020B0606030504020204" pitchFamily="34" charset="0"/>
                <a:cs typeface="Open Sans" panose="020B0606030504020204" pitchFamily="34" charset="0"/>
              </a:rPr>
              <a:t>A STAT request returns HUMAN_REVIEW_REQUIRED with a null score—and the model is never called.</a:t>
            </a:r>
          </a:p>
        </p:txBody>
      </p:sp>
      <p:sp>
        <p:nvSpPr>
          <p:cNvPr id="30" name="Google Shape;876;p100">
            <a:extLst>
              <a:ext uri="{FF2B5EF4-FFF2-40B4-BE49-F238E27FC236}">
                <a16:creationId xmlns:a16="http://schemas.microsoft.com/office/drawing/2014/main" id="{5A394F81-B8F0-F54C-63E7-EEA8D8E6FC3E}"/>
              </a:ext>
            </a:extLst>
          </p:cNvPr>
          <p:cNvSpPr/>
          <p:nvPr/>
        </p:nvSpPr>
        <p:spPr>
          <a:xfrm>
            <a:off x="683983" y="5045989"/>
            <a:ext cx="10824034" cy="493776"/>
          </a:xfrm>
          <a:prstGeom prst="roundRect">
            <a:avLst>
              <a:gd name="adj" fmla="val 16667"/>
            </a:avLst>
          </a:prstGeom>
          <a:solidFill>
            <a:schemeClr val="accent5">
              <a:lumMod val="20000"/>
              <a:lumOff val="80000"/>
            </a:schemeClr>
          </a:solidFill>
          <a:ln w="9525" cap="flat" cmpd="sng">
            <a:solidFill>
              <a:schemeClr val="accent2"/>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Each task ends with a focused test, observed evidence, and a Git checkpoint.</a:t>
            </a:r>
          </a:p>
        </p:txBody>
      </p:sp>
    </p:spTree>
    <p:custDataLst>
      <p:tags r:id="rId1"/>
    </p:custDataLst>
    <p:extLst>
      <p:ext uri="{BB962C8B-B14F-4D97-AF65-F5344CB8AC3E}">
        <p14:creationId xmlns:p14="http://schemas.microsoft.com/office/powerpoint/2010/main" val="995910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48640"/>
            <a:ext cx="10728960" cy="85344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b="1" dirty="0">
                <a:solidFill>
                  <a:srgbClr val="1F3A5F"/>
                </a:solidFill>
                <a:latin typeface="Georgia" pitchFamily="34" charset="0"/>
                <a:ea typeface="Georgia" pitchFamily="34" charset="-122"/>
                <a:cs typeface="Georgia" pitchFamily="34" charset="-120"/>
              </a:rPr>
              <a:t>The Prior-Auth Bottleneck</a:t>
            </a:r>
            <a:endParaRPr lang="en-US" sz="4267" dirty="0"/>
          </a:p>
        </p:txBody>
      </p:sp>
      <p:sp>
        <p:nvSpPr>
          <p:cNvPr id="3" name="Shape 1"/>
          <p:cNvSpPr/>
          <p:nvPr/>
        </p:nvSpPr>
        <p:spPr>
          <a:xfrm>
            <a:off x="731520" y="1645920"/>
            <a:ext cx="5059680" cy="4572000"/>
          </a:xfrm>
          <a:prstGeom prst="rect">
            <a:avLst/>
          </a:prstGeom>
          <a:solidFill>
            <a:srgbClr val="F4F6F8"/>
          </a:solidFill>
          <a:ln/>
          <a:effectLst>
            <a:outerShdw blurRad="101600" dist="38100" dir="8100000" algn="bl" rotWithShape="0">
              <a:srgbClr val="000000">
                <a:alpha val="10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 name="Text 2"/>
          <p:cNvSpPr/>
          <p:nvPr/>
        </p:nvSpPr>
        <p:spPr>
          <a:xfrm>
            <a:off x="1097280" y="1889760"/>
            <a:ext cx="4389120" cy="4267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kern="0" spc="133" dirty="0">
                <a:solidFill>
                  <a:srgbClr val="8A9BA8"/>
                </a:solidFill>
                <a:latin typeface="Calibri" pitchFamily="34" charset="0"/>
                <a:ea typeface="Calibri" pitchFamily="34" charset="-122"/>
                <a:cs typeface="Calibri" pitchFamily="34" charset="-120"/>
              </a:rPr>
              <a:t>THE PAIN</a:t>
            </a:r>
            <a:endParaRPr lang="en-US" sz="1600" dirty="0"/>
          </a:p>
        </p:txBody>
      </p:sp>
      <p:sp>
        <p:nvSpPr>
          <p:cNvPr id="5" name="Text 3"/>
          <p:cNvSpPr/>
          <p:nvPr/>
        </p:nvSpPr>
        <p:spPr>
          <a:xfrm>
            <a:off x="1097280" y="2438400"/>
            <a:ext cx="4389120" cy="353568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nSpc>
                <a:spcPts val="2667"/>
              </a:lnSpc>
              <a:buNone/>
            </a:pPr>
            <a:r>
              <a:rPr lang="en-US" sz="1867" dirty="0">
                <a:solidFill>
                  <a:srgbClr val="0D1B2A"/>
                </a:solidFill>
                <a:latin typeface="Calibri" pitchFamily="34" charset="0"/>
                <a:ea typeface="Calibri" pitchFamily="34" charset="-122"/>
                <a:cs typeface="Calibri" pitchFamily="34" charset="-120"/>
              </a:rPr>
              <a:t>Nurses and case managers manually re-read charts, labs, and prior notes to assemble a prior-authorization case summary for payers. Each case takes 20-40 minutes, is inconsistent in structure, and risks omitting key clinical evidence — leading to denials, delays, and appeals.</a:t>
            </a:r>
            <a:endParaRPr lang="en-US" sz="1867" dirty="0"/>
          </a:p>
        </p:txBody>
      </p:sp>
      <p:sp>
        <p:nvSpPr>
          <p:cNvPr id="6" name="Shape 4"/>
          <p:cNvSpPr/>
          <p:nvPr/>
        </p:nvSpPr>
        <p:spPr>
          <a:xfrm>
            <a:off x="6278880" y="1645920"/>
            <a:ext cx="5181600" cy="4572000"/>
          </a:xfrm>
          <a:prstGeom prst="rect">
            <a:avLst/>
          </a:prstGeom>
          <a:solidFill>
            <a:srgbClr val="1F3A5F"/>
          </a:solidFill>
          <a:ln/>
          <a:effectLst>
            <a:outerShdw blurRad="101600" dist="38100" dir="8100000" algn="bl" rotWithShape="0">
              <a:srgbClr val="000000">
                <a:alpha val="1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 name="Text 5"/>
          <p:cNvSpPr/>
          <p:nvPr/>
        </p:nvSpPr>
        <p:spPr>
          <a:xfrm>
            <a:off x="6644640" y="1889760"/>
            <a:ext cx="4511040" cy="4267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kern="0" spc="133" dirty="0">
                <a:solidFill>
                  <a:srgbClr val="E8A33D"/>
                </a:solidFill>
                <a:latin typeface="Calibri" pitchFamily="34" charset="0"/>
                <a:ea typeface="Calibri" pitchFamily="34" charset="-122"/>
                <a:cs typeface="Calibri" pitchFamily="34" charset="-120"/>
              </a:rPr>
              <a:t>THE OPPORTUNITY</a:t>
            </a:r>
            <a:endParaRPr lang="en-US" sz="1600" dirty="0"/>
          </a:p>
        </p:txBody>
      </p:sp>
      <p:sp>
        <p:nvSpPr>
          <p:cNvPr id="8" name="Text 6"/>
          <p:cNvSpPr/>
          <p:nvPr/>
        </p:nvSpPr>
        <p:spPr>
          <a:xfrm>
            <a:off x="6644640" y="2438400"/>
            <a:ext cx="4511040" cy="353568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nSpc>
                <a:spcPts val="2667"/>
              </a:lnSpc>
              <a:buNone/>
            </a:pPr>
            <a:r>
              <a:rPr lang="en-US" sz="1867" dirty="0">
                <a:solidFill>
                  <a:srgbClr val="FFFFFF"/>
                </a:solidFill>
                <a:latin typeface="Calibri" pitchFamily="34" charset="0"/>
                <a:ea typeface="Calibri" pitchFamily="34" charset="-122"/>
                <a:cs typeface="Calibri" pitchFamily="34" charset="-120"/>
              </a:rPr>
              <a:t>An FDE-built assistant retrieves the right evidence from the patient record, grounds every claim in a citable source, and drafts a structured case summary in under 2 minutes — ready for clinician review and payer submission.</a:t>
            </a:r>
            <a:endParaRPr lang="en-US" sz="1867" dirty="0"/>
          </a:p>
        </p:txBody>
      </p:sp>
    </p:spTree>
    <p:extLst>
      <p:ext uri="{BB962C8B-B14F-4D97-AF65-F5344CB8AC3E}">
        <p14:creationId xmlns:p14="http://schemas.microsoft.com/office/powerpoint/2010/main" val="3810203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1C060AC7-ED57-D142-3E20-BF96756EBDF9}"/>
            </a:ext>
          </a:extLst>
        </p:cNvPr>
        <p:cNvGrpSpPr/>
        <p:nvPr/>
      </p:nvGrpSpPr>
      <p:grpSpPr>
        <a:xfrm>
          <a:off x="0" y="0"/>
          <a:ext cx="0" cy="0"/>
          <a:chOff x="0" y="0"/>
          <a:chExt cx="0" cy="0"/>
        </a:xfrm>
      </p:grpSpPr>
      <p:sp>
        <p:nvSpPr>
          <p:cNvPr id="17" name="Rounded Rectangle 16">
            <a:extLst>
              <a:ext uri="{FF2B5EF4-FFF2-40B4-BE49-F238E27FC236}">
                <a16:creationId xmlns:a16="http://schemas.microsoft.com/office/drawing/2014/main" id="{55B9D406-167F-F020-B81C-F2F90F8017BD}"/>
              </a:ext>
            </a:extLst>
          </p:cNvPr>
          <p:cNvSpPr/>
          <p:nvPr/>
        </p:nvSpPr>
        <p:spPr>
          <a:xfrm>
            <a:off x="683983" y="1792614"/>
            <a:ext cx="5178198" cy="3292953"/>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8" name="Rounded Rectangle 17">
            <a:extLst>
              <a:ext uri="{FF2B5EF4-FFF2-40B4-BE49-F238E27FC236}">
                <a16:creationId xmlns:a16="http://schemas.microsoft.com/office/drawing/2014/main" id="{54448C76-4B6D-D4C3-E2ED-9E66139BAA5D}"/>
              </a:ext>
            </a:extLst>
          </p:cNvPr>
          <p:cNvSpPr/>
          <p:nvPr/>
        </p:nvSpPr>
        <p:spPr>
          <a:xfrm>
            <a:off x="6333222" y="1792614"/>
            <a:ext cx="5178198" cy="3292953"/>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p:cNvSpPr txBox="1"/>
          <p:nvPr/>
        </p:nvSpPr>
        <p:spPr>
          <a:xfrm>
            <a:off x="900800" y="2121408"/>
            <a:ext cx="4800599" cy="27432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BUILD</a:t>
            </a:r>
          </a:p>
        </p:txBody>
      </p:sp>
      <p:sp>
        <p:nvSpPr>
          <p:cNvPr id="8" name="TextBox 7"/>
          <p:cNvSpPr txBox="1"/>
          <p:nvPr/>
        </p:nvSpPr>
        <p:spPr>
          <a:xfrm>
            <a:off x="900801" y="2487168"/>
            <a:ext cx="4800600" cy="2397983"/>
          </a:xfrm>
          <a:prstGeom prst="rect">
            <a:avLst/>
          </a:prstGeom>
          <a:noFill/>
          <a:ln>
            <a:noFill/>
          </a:ln>
        </p:spPr>
        <p:txBody>
          <a:bodyPr wrap="square" lIns="18288" tIns="18288" rIns="18288" bIns="18288" anchor="t">
            <a:noAutofit/>
          </a:bodyPr>
          <a:lstStyle/>
          <a:p>
            <a:pPr>
              <a:lnSpc>
                <a:spcPct val="105000"/>
              </a:lnSpc>
              <a:spcAft>
                <a:spcPts val="1300"/>
              </a:spcAft>
            </a:pPr>
            <a:r>
              <a:rPr sz="1400" b="1">
                <a:latin typeface="Open Sans" panose="020B0606030504020204" pitchFamily="34" charset="0"/>
                <a:ea typeface="Open Sans" panose="020B0606030504020204" pitchFamily="34" charset="0"/>
                <a:cs typeface="Open Sans" panose="020B0606030504020204" pitchFamily="34" charset="0"/>
              </a:rPr>
              <a:t>Six logical features  </a:t>
            </a:r>
            <a:r>
              <a:rPr sz="1400">
                <a:latin typeface="Open Sans" panose="020B0606030504020204" pitchFamily="34" charset="0"/>
                <a:ea typeface="Open Sans" panose="020B0606030504020204" pitchFamily="34" charset="0"/>
                <a:cs typeface="Open Sans" panose="020B0606030504020204" pitchFamily="34" charset="0"/>
              </a:rPr>
              <a:t>Cutoff-safe and schema-controlled.</a:t>
            </a:r>
          </a:p>
          <a:p>
            <a:pPr>
              <a:lnSpc>
                <a:spcPct val="105000"/>
              </a:lnSpc>
              <a:spcAft>
                <a:spcPts val="1300"/>
              </a:spcAft>
            </a:pPr>
            <a:r>
              <a:rPr sz="1400" b="1">
                <a:latin typeface="Open Sans" panose="020B0606030504020204" pitchFamily="34" charset="0"/>
                <a:ea typeface="Open Sans" panose="020B0606030504020204" pitchFamily="34" charset="0"/>
                <a:cs typeface="Open Sans" panose="020B0606030504020204" pitchFamily="34" charset="0"/>
              </a:rPr>
              <a:t>One fitted pipeline  </a:t>
            </a:r>
            <a:r>
              <a:rPr sz="1400">
                <a:latin typeface="Open Sans" panose="020B0606030504020204" pitchFamily="34" charset="0"/>
                <a:ea typeface="Open Sans" panose="020B0606030504020204" pitchFamily="34" charset="0"/>
                <a:cs typeface="Open Sans" panose="020B0606030504020204" pitchFamily="34" charset="0"/>
              </a:rPr>
              <a:t>Preprocessing plus logistic regression.</a:t>
            </a:r>
          </a:p>
          <a:p>
            <a:pPr>
              <a:lnSpc>
                <a:spcPct val="105000"/>
              </a:lnSpc>
              <a:spcAft>
                <a:spcPts val="1300"/>
              </a:spcAft>
            </a:pPr>
            <a:r>
              <a:rPr sz="1400" b="1">
                <a:latin typeface="Open Sans" panose="020B0606030504020204" pitchFamily="34" charset="0"/>
                <a:ea typeface="Open Sans" panose="020B0606030504020204" pitchFamily="34" charset="0"/>
                <a:cs typeface="Open Sans" panose="020B0606030504020204" pitchFamily="34" charset="0"/>
              </a:rPr>
              <a:t>Policy before inference  </a:t>
            </a:r>
            <a:r>
              <a:rPr sz="1400">
                <a:latin typeface="Open Sans" panose="020B0606030504020204" pitchFamily="34" charset="0"/>
                <a:ea typeface="Open Sans" panose="020B0606030504020204" pitchFamily="34" charset="0"/>
                <a:cs typeface="Open Sans" panose="020B0606030504020204" pitchFamily="34" charset="0"/>
              </a:rPr>
              <a:t>Urgency and prohibited uses stop early.</a:t>
            </a:r>
          </a:p>
          <a:p>
            <a:pPr>
              <a:lnSpc>
                <a:spcPct val="105000"/>
              </a:lnSpc>
              <a:spcAft>
                <a:spcPts val="1300"/>
              </a:spcAft>
            </a:pPr>
            <a:r>
              <a:rPr sz="1400" b="1">
                <a:latin typeface="Open Sans" panose="020B0606030504020204" pitchFamily="34" charset="0"/>
                <a:ea typeface="Open Sans" panose="020B0606030504020204" pitchFamily="34" charset="0"/>
                <a:cs typeface="Open Sans" panose="020B0606030504020204" pitchFamily="34" charset="0"/>
              </a:rPr>
              <a:t>Auditable service  </a:t>
            </a:r>
            <a:r>
              <a:rPr sz="1400">
                <a:latin typeface="Open Sans" panose="020B0606030504020204" pitchFamily="34" charset="0"/>
                <a:ea typeface="Open Sans" panose="020B0606030504020204" pitchFamily="34" charset="0"/>
                <a:cs typeface="Open Sans" panose="020B0606030504020204" pitchFamily="34" charset="0"/>
              </a:rPr>
              <a:t>Named states, minimal persistence, </a:t>
            </a:r>
            <a:r>
              <a:rPr sz="1400" err="1">
                <a:latin typeface="Open Sans" panose="020B0606030504020204" pitchFamily="34" charset="0"/>
                <a:ea typeface="Open Sans" panose="020B0606030504020204" pitchFamily="34" charset="0"/>
                <a:cs typeface="Open Sans" panose="020B0606030504020204" pitchFamily="34" charset="0"/>
              </a:rPr>
              <a:t>FastAPI</a:t>
            </a:r>
            <a:r>
              <a:rPr sz="1400">
                <a:latin typeface="Open Sans" panose="020B0606030504020204" pitchFamily="34" charset="0"/>
                <a:ea typeface="Open Sans" panose="020B0606030504020204" pitchFamily="34" charset="0"/>
                <a:cs typeface="Open Sans" panose="020B0606030504020204" pitchFamily="34" charset="0"/>
              </a:rPr>
              <a:t> behavior.</a:t>
            </a:r>
          </a:p>
        </p:txBody>
      </p:sp>
      <p:sp>
        <p:nvSpPr>
          <p:cNvPr id="10" name="TextBox 9"/>
          <p:cNvSpPr txBox="1"/>
          <p:nvPr/>
        </p:nvSpPr>
        <p:spPr>
          <a:xfrm>
            <a:off x="6615809" y="2121408"/>
            <a:ext cx="4675390" cy="27432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PROVE</a:t>
            </a:r>
          </a:p>
        </p:txBody>
      </p:sp>
      <p:sp>
        <p:nvSpPr>
          <p:cNvPr id="11" name="TextBox 10"/>
          <p:cNvSpPr txBox="1"/>
          <p:nvPr/>
        </p:nvSpPr>
        <p:spPr>
          <a:xfrm>
            <a:off x="6615809" y="2487168"/>
            <a:ext cx="4675390" cy="2397983"/>
          </a:xfrm>
          <a:prstGeom prst="rect">
            <a:avLst/>
          </a:prstGeom>
          <a:noFill/>
          <a:ln>
            <a:noFill/>
          </a:ln>
        </p:spPr>
        <p:txBody>
          <a:bodyPr wrap="square" lIns="18288" tIns="18288" rIns="18288" bIns="18288" anchor="t">
            <a:noAutofit/>
          </a:bodyPr>
          <a:lstStyle/>
          <a:p>
            <a:pPr>
              <a:lnSpc>
                <a:spcPct val="105000"/>
              </a:lnSpc>
              <a:spcAft>
                <a:spcPts val="1000"/>
              </a:spcAft>
            </a:pPr>
            <a:r>
              <a:rPr sz="1400" b="1">
                <a:latin typeface="Open Sans" panose="020B0606030504020204" pitchFamily="34" charset="0"/>
                <a:ea typeface="Open Sans" panose="020B0606030504020204" pitchFamily="34" charset="0"/>
                <a:cs typeface="Open Sans" panose="020B0606030504020204" pitchFamily="34" charset="0"/>
              </a:rPr>
              <a:t>No leakage  </a:t>
            </a:r>
            <a:r>
              <a:rPr sz="1400">
                <a:latin typeface="Open Sans" panose="020B0606030504020204" pitchFamily="34" charset="0"/>
                <a:ea typeface="Open Sans" panose="020B0606030504020204" pitchFamily="34" charset="0"/>
                <a:cs typeface="Open Sans" panose="020B0606030504020204" pitchFamily="34" charset="0"/>
              </a:rPr>
              <a:t>Historical outcome never enters inference.</a:t>
            </a:r>
          </a:p>
          <a:p>
            <a:pPr>
              <a:lnSpc>
                <a:spcPct val="105000"/>
              </a:lnSpc>
              <a:spcAft>
                <a:spcPts val="1000"/>
              </a:spcAft>
            </a:pPr>
            <a:r>
              <a:rPr sz="1400" b="1">
                <a:latin typeface="Open Sans" panose="020B0606030504020204" pitchFamily="34" charset="0"/>
                <a:ea typeface="Open Sans" panose="020B0606030504020204" pitchFamily="34" charset="0"/>
                <a:cs typeface="Open Sans" panose="020B0606030504020204" pitchFamily="34" charset="0"/>
              </a:rPr>
              <a:t>Eligible evidence  </a:t>
            </a:r>
            <a:r>
              <a:rPr sz="1400">
                <a:latin typeface="Open Sans" panose="020B0606030504020204" pitchFamily="34" charset="0"/>
                <a:ea typeface="Open Sans" panose="020B0606030504020204" pitchFamily="34" charset="0"/>
                <a:cs typeface="Open Sans" panose="020B0606030504020204" pitchFamily="34" charset="0"/>
              </a:rPr>
              <a:t>Future-window and patient-disjoint evaluation.</a:t>
            </a:r>
          </a:p>
          <a:p>
            <a:pPr>
              <a:lnSpc>
                <a:spcPct val="105000"/>
              </a:lnSpc>
              <a:spcAft>
                <a:spcPts val="1000"/>
              </a:spcAft>
            </a:pPr>
            <a:r>
              <a:rPr sz="1400" b="1">
                <a:latin typeface="Open Sans" panose="020B0606030504020204" pitchFamily="34" charset="0"/>
                <a:ea typeface="Open Sans" panose="020B0606030504020204" pitchFamily="34" charset="0"/>
                <a:cs typeface="Open Sans" panose="020B0606030504020204" pitchFamily="34" charset="0"/>
              </a:rPr>
              <a:t>Mandatory gates  </a:t>
            </a:r>
            <a:r>
              <a:rPr sz="1400">
                <a:latin typeface="Open Sans" panose="020B0606030504020204" pitchFamily="34" charset="0"/>
                <a:ea typeface="Open Sans" panose="020B0606030504020204" pitchFamily="34" charset="0"/>
                <a:cs typeface="Open Sans" panose="020B0606030504020204" pitchFamily="34" charset="0"/>
              </a:rPr>
              <a:t>Candidate beats reference and passes slices.</a:t>
            </a:r>
          </a:p>
          <a:p>
            <a:pPr>
              <a:lnSpc>
                <a:spcPct val="105000"/>
              </a:lnSpc>
              <a:spcAft>
                <a:spcPts val="1000"/>
              </a:spcAft>
            </a:pPr>
            <a:r>
              <a:rPr sz="1400" b="1">
                <a:latin typeface="Open Sans" panose="020B0606030504020204" pitchFamily="34" charset="0"/>
                <a:ea typeface="Open Sans" panose="020B0606030504020204" pitchFamily="34" charset="0"/>
                <a:cs typeface="Open Sans" panose="020B0606030504020204" pitchFamily="34" charset="0"/>
              </a:rPr>
              <a:t>Safe behavior  </a:t>
            </a:r>
            <a:r>
              <a:rPr sz="1400">
                <a:latin typeface="Open Sans" panose="020B0606030504020204" pitchFamily="34" charset="0"/>
                <a:ea typeface="Open Sans" panose="020B0606030504020204" pitchFamily="34" charset="0"/>
                <a:cs typeface="Open Sans" panose="020B0606030504020204" pitchFamily="34" charset="0"/>
              </a:rPr>
              <a:t>Blocked paths never call the model.</a:t>
            </a:r>
          </a:p>
          <a:p>
            <a:pPr>
              <a:lnSpc>
                <a:spcPct val="105000"/>
              </a:lnSpc>
              <a:spcAft>
                <a:spcPts val="1000"/>
              </a:spcAft>
            </a:pPr>
            <a:r>
              <a:rPr sz="1400" b="1">
                <a:latin typeface="Open Sans" panose="020B0606030504020204" pitchFamily="34" charset="0"/>
                <a:ea typeface="Open Sans" panose="020B0606030504020204" pitchFamily="34" charset="0"/>
                <a:cs typeface="Open Sans" panose="020B0606030504020204" pitchFamily="34" charset="0"/>
              </a:rPr>
              <a:t>Release identity  </a:t>
            </a:r>
            <a:r>
              <a:rPr sz="1400">
                <a:latin typeface="Open Sans" panose="020B0606030504020204" pitchFamily="34" charset="0"/>
                <a:ea typeface="Open Sans" panose="020B0606030504020204" pitchFamily="34" charset="0"/>
                <a:cs typeface="Open Sans" panose="020B0606030504020204" pitchFamily="34" charset="0"/>
              </a:rPr>
              <a:t>Tested bytes match the checksum.</a:t>
            </a:r>
          </a:p>
        </p:txBody>
      </p:sp>
      <p:sp>
        <p:nvSpPr>
          <p:cNvPr id="14" name="Title 13">
            <a:extLst>
              <a:ext uri="{FF2B5EF4-FFF2-40B4-BE49-F238E27FC236}">
                <a16:creationId xmlns:a16="http://schemas.microsoft.com/office/drawing/2014/main" id="{378CAD0B-F010-5AFE-569E-E9CDCEDD0D26}"/>
              </a:ext>
            </a:extLst>
          </p:cNvPr>
          <p:cNvSpPr>
            <a:spLocks noGrp="1"/>
          </p:cNvSpPr>
          <p:nvPr>
            <p:ph type="title"/>
          </p:nvPr>
        </p:nvSpPr>
        <p:spPr>
          <a:xfrm>
            <a:off x="605365" y="498666"/>
            <a:ext cx="10192072" cy="584775"/>
          </a:xfrm>
        </p:spPr>
        <p:txBody>
          <a:bodyPr/>
          <a:lstStyle/>
          <a:p>
            <a:r>
              <a:rPr lang="en-IN" sz="3200">
                <a:latin typeface="Open Sans" panose="020B0606030504020204" pitchFamily="34" charset="0"/>
              </a:rPr>
              <a:t>Build the service contract and prove its boundaries</a:t>
            </a:r>
          </a:p>
        </p:txBody>
      </p:sp>
      <p:sp>
        <p:nvSpPr>
          <p:cNvPr id="15" name="Shape 1">
            <a:extLst>
              <a:ext uri="{FF2B5EF4-FFF2-40B4-BE49-F238E27FC236}">
                <a16:creationId xmlns:a16="http://schemas.microsoft.com/office/drawing/2014/main" id="{57FBC34F-C41E-E2B3-9981-A1F0D4E27118}"/>
              </a:ext>
            </a:extLst>
          </p:cNvPr>
          <p:cNvSpPr/>
          <p:nvPr/>
        </p:nvSpPr>
        <p:spPr>
          <a:xfrm>
            <a:off x="683983" y="1609068"/>
            <a:ext cx="10824035" cy="0"/>
          </a:xfrm>
          <a:prstGeom prst="line">
            <a:avLst/>
          </a:prstGeom>
          <a:noFill/>
          <a:ln w="9525">
            <a:solidFill>
              <a:srgbClr val="F2F2F2"/>
            </a:solidFill>
            <a:prstDash val="solid"/>
          </a:ln>
        </p:spPr>
        <p:txBody>
          <a:bodyPr/>
          <a:lstStyle/>
          <a:p>
            <a:endParaRPr lang="en-US" sz="3187">
              <a:latin typeface="Open Sans" pitchFamily="2" charset="0"/>
              <a:ea typeface="Open Sans" pitchFamily="2" charset="0"/>
              <a:cs typeface="Open Sans" pitchFamily="2" charset="0"/>
            </a:endParaRPr>
          </a:p>
        </p:txBody>
      </p:sp>
      <p:sp>
        <p:nvSpPr>
          <p:cNvPr id="16" name="Rectangle 15">
            <a:extLst>
              <a:ext uri="{FF2B5EF4-FFF2-40B4-BE49-F238E27FC236}">
                <a16:creationId xmlns:a16="http://schemas.microsoft.com/office/drawing/2014/main" id="{04F7818F-D3DE-9C49-65F4-796C17BB765D}"/>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LEARNER MISSION</a:t>
            </a:r>
          </a:p>
        </p:txBody>
      </p:sp>
      <p:sp>
        <p:nvSpPr>
          <p:cNvPr id="19" name="Google Shape;876;p100">
            <a:extLst>
              <a:ext uri="{FF2B5EF4-FFF2-40B4-BE49-F238E27FC236}">
                <a16:creationId xmlns:a16="http://schemas.microsoft.com/office/drawing/2014/main" id="{32124E96-CA5F-BD77-4200-294CD1FF858F}"/>
              </a:ext>
            </a:extLst>
          </p:cNvPr>
          <p:cNvSpPr/>
          <p:nvPr/>
        </p:nvSpPr>
        <p:spPr>
          <a:xfrm>
            <a:off x="683984" y="5414361"/>
            <a:ext cx="10824034" cy="493776"/>
          </a:xfrm>
          <a:prstGeom prst="roundRect">
            <a:avLst>
              <a:gd name="adj" fmla="val 16667"/>
            </a:avLst>
          </a:prstGeom>
          <a:solidFill>
            <a:schemeClr val="accent5">
              <a:lumMod val="20000"/>
              <a:lumOff val="80000"/>
            </a:schemeClr>
          </a:solidFill>
          <a:ln w="9525" cap="flat" cmpd="sng">
            <a:solidFill>
              <a:schemeClr val="accent2"/>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b="1">
                <a:latin typeface="Open Sans" panose="020B0606030504020204" pitchFamily="34" charset="0"/>
                <a:ea typeface="Open Sans" panose="020B0606030504020204" pitchFamily="34" charset="0"/>
                <a:cs typeface="Open Sans" panose="020B0606030504020204" pitchFamily="34" charset="0"/>
              </a:rPr>
              <a:t>Output: </a:t>
            </a:r>
            <a:r>
              <a:rPr lang="en-IN" sz="1400">
                <a:latin typeface="Open Sans" panose="020B0606030504020204" pitchFamily="34" charset="0"/>
                <a:ea typeface="Open Sans" panose="020B0606030504020204" pitchFamily="34" charset="0"/>
                <a:cs typeface="Open Sans" panose="020B0606030504020204" pitchFamily="34" charset="0"/>
              </a:rPr>
              <a:t>a frozen release candidate for validation—not production approval.</a:t>
            </a:r>
          </a:p>
        </p:txBody>
      </p:sp>
    </p:spTree>
    <p:custDataLst>
      <p:tags r:id="rId1"/>
    </p:custDataLst>
    <p:extLst>
      <p:ext uri="{BB962C8B-B14F-4D97-AF65-F5344CB8AC3E}">
        <p14:creationId xmlns:p14="http://schemas.microsoft.com/office/powerpoint/2010/main" val="2182636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a:effectLst/>
      </p:bgPr>
    </p:bg>
    <p:spTree>
      <p:nvGrpSpPr>
        <p:cNvPr id="1" name=""/>
        <p:cNvGrpSpPr/>
        <p:nvPr/>
      </p:nvGrpSpPr>
      <p:grpSpPr>
        <a:xfrm>
          <a:off x="0" y="0"/>
          <a:ext cx="0" cy="0"/>
          <a:chOff x="0" y="0"/>
          <a:chExt cx="0" cy="0"/>
        </a:xfrm>
      </p:grpSpPr>
      <p:sp>
        <p:nvSpPr>
          <p:cNvPr id="38" name="Rounded Rectangle 37">
            <a:extLst>
              <a:ext uri="{FF2B5EF4-FFF2-40B4-BE49-F238E27FC236}">
                <a16:creationId xmlns:a16="http://schemas.microsoft.com/office/drawing/2014/main" id="{B835D4C4-A30B-0EBB-D305-391C1821DF2A}"/>
              </a:ext>
            </a:extLst>
          </p:cNvPr>
          <p:cNvSpPr>
            <a:spLocks/>
          </p:cNvSpPr>
          <p:nvPr/>
        </p:nvSpPr>
        <p:spPr>
          <a:xfrm>
            <a:off x="683983" y="2232225"/>
            <a:ext cx="10824035" cy="58117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9" name="Rounded Rectangle 38">
            <a:extLst>
              <a:ext uri="{FF2B5EF4-FFF2-40B4-BE49-F238E27FC236}">
                <a16:creationId xmlns:a16="http://schemas.microsoft.com/office/drawing/2014/main" id="{C7D6774A-A33A-4046-BF7D-E0F1D7060C45}"/>
              </a:ext>
            </a:extLst>
          </p:cNvPr>
          <p:cNvSpPr>
            <a:spLocks/>
          </p:cNvSpPr>
          <p:nvPr/>
        </p:nvSpPr>
        <p:spPr>
          <a:xfrm>
            <a:off x="683983" y="2920140"/>
            <a:ext cx="10824035" cy="58117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0" name="Rounded Rectangle 39">
            <a:extLst>
              <a:ext uri="{FF2B5EF4-FFF2-40B4-BE49-F238E27FC236}">
                <a16:creationId xmlns:a16="http://schemas.microsoft.com/office/drawing/2014/main" id="{F6FF6CF1-1481-9DD1-840C-39CC8CD12BB0}"/>
              </a:ext>
            </a:extLst>
          </p:cNvPr>
          <p:cNvSpPr>
            <a:spLocks/>
          </p:cNvSpPr>
          <p:nvPr/>
        </p:nvSpPr>
        <p:spPr>
          <a:xfrm>
            <a:off x="683983" y="3608055"/>
            <a:ext cx="10824035" cy="58117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1" name="Rounded Rectangle 40">
            <a:extLst>
              <a:ext uri="{FF2B5EF4-FFF2-40B4-BE49-F238E27FC236}">
                <a16:creationId xmlns:a16="http://schemas.microsoft.com/office/drawing/2014/main" id="{ABD769D0-BB31-E7BE-08AD-B5A4E495117E}"/>
              </a:ext>
            </a:extLst>
          </p:cNvPr>
          <p:cNvSpPr>
            <a:spLocks/>
          </p:cNvSpPr>
          <p:nvPr/>
        </p:nvSpPr>
        <p:spPr>
          <a:xfrm>
            <a:off x="683983" y="4295970"/>
            <a:ext cx="10824035" cy="58117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2" name="Rounded Rectangle 41">
            <a:extLst>
              <a:ext uri="{FF2B5EF4-FFF2-40B4-BE49-F238E27FC236}">
                <a16:creationId xmlns:a16="http://schemas.microsoft.com/office/drawing/2014/main" id="{9C13FED8-2B45-1927-C242-E90DF9ACE120}"/>
              </a:ext>
            </a:extLst>
          </p:cNvPr>
          <p:cNvSpPr>
            <a:spLocks/>
          </p:cNvSpPr>
          <p:nvPr/>
        </p:nvSpPr>
        <p:spPr>
          <a:xfrm>
            <a:off x="683983" y="4983887"/>
            <a:ext cx="10824035" cy="58117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 name="Oval 3">
            <a:extLst>
              <a:ext uri="{C183D7F6-B498-43B3-948B-1728B52AA6E4}">
                <adec:decorative xmlns:adec="http://schemas.microsoft.com/office/drawing/2017/decorative" val="1"/>
              </a:ext>
            </a:extLst>
          </p:cNvPr>
          <p:cNvSpPr/>
          <p:nvPr/>
        </p:nvSpPr>
        <p:spPr>
          <a:xfrm>
            <a:off x="11567160" y="201168"/>
            <a:ext cx="155448" cy="155448"/>
          </a:xfrm>
          <a:prstGeom prst="ellipse">
            <a:avLst/>
          </a:prstGeom>
          <a:solidFill>
            <a:srgbClr val="7A3EB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p:cNvSpPr txBox="1">
            <a:spLocks/>
          </p:cNvSpPr>
          <p:nvPr/>
        </p:nvSpPr>
        <p:spPr>
          <a:xfrm>
            <a:off x="875027" y="1904535"/>
            <a:ext cx="2049736" cy="249850"/>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tx2"/>
                </a:solidFill>
                <a:latin typeface="Open Sans" panose="020B0606030504020204" pitchFamily="34" charset="0"/>
                <a:ea typeface="Open Sans" panose="020B0606030504020204" pitchFamily="34" charset="0"/>
                <a:cs typeface="Open Sans" panose="020B0606030504020204" pitchFamily="34" charset="0"/>
              </a:rPr>
              <a:t>CASE</a:t>
            </a:r>
          </a:p>
        </p:txBody>
      </p:sp>
      <p:sp>
        <p:nvSpPr>
          <p:cNvPr id="8" name="TextBox 7"/>
          <p:cNvSpPr txBox="1">
            <a:spLocks/>
          </p:cNvSpPr>
          <p:nvPr/>
        </p:nvSpPr>
        <p:spPr>
          <a:xfrm>
            <a:off x="3901690" y="1904535"/>
            <a:ext cx="3108960" cy="274320"/>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tx2"/>
                </a:solidFill>
                <a:latin typeface="Open Sans" panose="020B0606030504020204" pitchFamily="34" charset="0"/>
                <a:ea typeface="Open Sans" panose="020B0606030504020204" pitchFamily="34" charset="0"/>
                <a:cs typeface="Open Sans" panose="020B0606030504020204" pitchFamily="34" charset="0"/>
              </a:rPr>
              <a:t>EXPECTED STATE</a:t>
            </a:r>
          </a:p>
        </p:txBody>
      </p:sp>
      <p:sp>
        <p:nvSpPr>
          <p:cNvPr id="9" name="TextBox 8"/>
          <p:cNvSpPr txBox="1">
            <a:spLocks/>
          </p:cNvSpPr>
          <p:nvPr/>
        </p:nvSpPr>
        <p:spPr>
          <a:xfrm>
            <a:off x="7239251" y="1904535"/>
            <a:ext cx="3291840" cy="274320"/>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tx2"/>
                </a:solidFill>
                <a:latin typeface="Open Sans" panose="020B0606030504020204" pitchFamily="34" charset="0"/>
                <a:ea typeface="Open Sans" panose="020B0606030504020204" pitchFamily="34" charset="0"/>
                <a:cs typeface="Open Sans" panose="020B0606030504020204" pitchFamily="34" charset="0"/>
              </a:rPr>
              <a:t>EVIDENCE TO SAVE</a:t>
            </a:r>
          </a:p>
        </p:txBody>
      </p:sp>
      <p:sp>
        <p:nvSpPr>
          <p:cNvPr id="11" name="TextBox 10"/>
          <p:cNvSpPr txBox="1">
            <a:spLocks/>
          </p:cNvSpPr>
          <p:nvPr/>
        </p:nvSpPr>
        <p:spPr>
          <a:xfrm>
            <a:off x="875027" y="2415607"/>
            <a:ext cx="2168798" cy="289382"/>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accent2"/>
                </a:solidFill>
                <a:latin typeface="Open Sans" panose="020B0606030504020204" pitchFamily="34" charset="0"/>
                <a:ea typeface="Open Sans" panose="020B0606030504020204" pitchFamily="34" charset="0"/>
                <a:cs typeface="Open Sans" panose="020B0606030504020204" pitchFamily="34" charset="0"/>
              </a:rPr>
              <a:t>ROUTINE + COMPLETE</a:t>
            </a:r>
          </a:p>
        </p:txBody>
      </p:sp>
      <p:sp>
        <p:nvSpPr>
          <p:cNvPr id="12" name="TextBox 11"/>
          <p:cNvSpPr txBox="1">
            <a:spLocks/>
          </p:cNvSpPr>
          <p:nvPr/>
        </p:nvSpPr>
        <p:spPr>
          <a:xfrm>
            <a:off x="3901690" y="2415607"/>
            <a:ext cx="2907792" cy="292608"/>
          </a:xfrm>
          <a:prstGeom prst="rect">
            <a:avLst/>
          </a:prstGeom>
          <a:noFill/>
          <a:ln>
            <a:noFill/>
          </a:ln>
        </p:spPr>
        <p:txBody>
          <a:bodyPr wrap="square" lIns="0" tIns="0" rIns="0" bIns="0" anchor="t">
            <a:noAutofit/>
          </a:bodyPr>
          <a:lstStyle/>
          <a:p>
            <a:pPr algn="l">
              <a:lnSpc>
                <a:spcPct val="100000"/>
              </a:lnSpc>
              <a:spcAft>
                <a:spcPts val="0"/>
              </a:spcAft>
            </a:pPr>
            <a:r>
              <a:rPr lang="en-US" sz="1400" b="1" i="0">
                <a:latin typeface="Open Sans" panose="020B0606030504020204" pitchFamily="34" charset="0"/>
                <a:ea typeface="Open Sans" panose="020B0606030504020204" pitchFamily="34" charset="0"/>
                <a:cs typeface="Open Sans" panose="020B0606030504020204" pitchFamily="34" charset="0"/>
              </a:rPr>
              <a:t>READY</a:t>
            </a:r>
          </a:p>
        </p:txBody>
      </p:sp>
      <p:sp>
        <p:nvSpPr>
          <p:cNvPr id="13" name="TextBox 12"/>
          <p:cNvSpPr txBox="1">
            <a:spLocks/>
          </p:cNvSpPr>
          <p:nvPr/>
        </p:nvSpPr>
        <p:spPr>
          <a:xfrm>
            <a:off x="7239251" y="2415607"/>
            <a:ext cx="2881779" cy="310896"/>
          </a:xfrm>
          <a:prstGeom prst="rect">
            <a:avLst/>
          </a:prstGeom>
          <a:noFill/>
          <a:ln>
            <a:noFill/>
          </a:ln>
        </p:spPr>
        <p:txBody>
          <a:bodyPr wrap="square" lIns="0" tIns="0" rIns="0" bIns="0" anchor="t">
            <a:noAutofit/>
          </a:bodyPr>
          <a:lstStyle/>
          <a:p>
            <a:pPr algn="l">
              <a:lnSpc>
                <a:spcPct val="100000"/>
              </a:lnSpc>
              <a:spcAft>
                <a:spcPts val="0"/>
              </a:spcAft>
            </a:pPr>
            <a:r>
              <a:rPr lang="en-US" sz="1400" b="0" i="0">
                <a:latin typeface="Open Sans" panose="020B0606030504020204" pitchFamily="34" charset="0"/>
                <a:ea typeface="Open Sans" panose="020B0606030504020204" pitchFamily="34" charset="0"/>
                <a:cs typeface="Open Sans" panose="020B0606030504020204" pitchFamily="34" charset="0"/>
              </a:rPr>
              <a:t>Signal + release identity</a:t>
            </a:r>
          </a:p>
        </p:txBody>
      </p:sp>
      <p:sp>
        <p:nvSpPr>
          <p:cNvPr id="16" name="TextBox 15"/>
          <p:cNvSpPr txBox="1">
            <a:spLocks/>
          </p:cNvSpPr>
          <p:nvPr/>
        </p:nvSpPr>
        <p:spPr>
          <a:xfrm>
            <a:off x="875027" y="3099738"/>
            <a:ext cx="2168798" cy="289382"/>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accent2"/>
                </a:solidFill>
                <a:latin typeface="Open Sans" panose="020B0606030504020204" pitchFamily="34" charset="0"/>
                <a:ea typeface="Open Sans" panose="020B0606030504020204" pitchFamily="34" charset="0"/>
                <a:cs typeface="Open Sans" panose="020B0606030504020204" pitchFamily="34" charset="0"/>
              </a:rPr>
              <a:t>STAT / URGENT</a:t>
            </a:r>
          </a:p>
        </p:txBody>
      </p:sp>
      <p:sp>
        <p:nvSpPr>
          <p:cNvPr id="17" name="TextBox 16"/>
          <p:cNvSpPr txBox="1">
            <a:spLocks/>
          </p:cNvSpPr>
          <p:nvPr/>
        </p:nvSpPr>
        <p:spPr>
          <a:xfrm>
            <a:off x="3901690" y="3099738"/>
            <a:ext cx="2907792" cy="292608"/>
          </a:xfrm>
          <a:prstGeom prst="rect">
            <a:avLst/>
          </a:prstGeom>
          <a:noFill/>
          <a:ln>
            <a:noFill/>
          </a:ln>
        </p:spPr>
        <p:txBody>
          <a:bodyPr wrap="square" lIns="0" tIns="0" rIns="0" bIns="0" anchor="t">
            <a:noAutofit/>
          </a:bodyPr>
          <a:lstStyle/>
          <a:p>
            <a:pPr algn="l">
              <a:lnSpc>
                <a:spcPct val="100000"/>
              </a:lnSpc>
              <a:spcAft>
                <a:spcPts val="0"/>
              </a:spcAft>
            </a:pPr>
            <a:r>
              <a:rPr lang="en-US" sz="1400" b="1" i="0">
                <a:latin typeface="Open Sans" panose="020B0606030504020204" pitchFamily="34" charset="0"/>
                <a:ea typeface="Open Sans" panose="020B0606030504020204" pitchFamily="34" charset="0"/>
                <a:cs typeface="Open Sans" panose="020B0606030504020204" pitchFamily="34" charset="0"/>
              </a:rPr>
              <a:t>HUMAN_REVIEW_REQUIRED</a:t>
            </a:r>
          </a:p>
        </p:txBody>
      </p:sp>
      <p:sp>
        <p:nvSpPr>
          <p:cNvPr id="18" name="TextBox 17"/>
          <p:cNvSpPr txBox="1">
            <a:spLocks/>
          </p:cNvSpPr>
          <p:nvPr/>
        </p:nvSpPr>
        <p:spPr>
          <a:xfrm>
            <a:off x="7239251" y="3099738"/>
            <a:ext cx="2881779" cy="310896"/>
          </a:xfrm>
          <a:prstGeom prst="rect">
            <a:avLst/>
          </a:prstGeom>
          <a:noFill/>
          <a:ln>
            <a:noFill/>
          </a:ln>
        </p:spPr>
        <p:txBody>
          <a:bodyPr wrap="square" lIns="0" tIns="0" rIns="0" bIns="0" anchor="t">
            <a:noAutofit/>
          </a:bodyPr>
          <a:lstStyle/>
          <a:p>
            <a:pPr algn="l">
              <a:lnSpc>
                <a:spcPct val="100000"/>
              </a:lnSpc>
              <a:spcAft>
                <a:spcPts val="0"/>
              </a:spcAft>
            </a:pPr>
            <a:r>
              <a:rPr lang="en-US" sz="1400" b="0" i="0">
                <a:latin typeface="Open Sans" panose="020B0606030504020204" pitchFamily="34" charset="0"/>
                <a:ea typeface="Open Sans" panose="020B0606030504020204" pitchFamily="34" charset="0"/>
                <a:cs typeface="Open Sans" panose="020B0606030504020204" pitchFamily="34" charset="0"/>
              </a:rPr>
              <a:t>Null score; no model call</a:t>
            </a:r>
          </a:p>
        </p:txBody>
      </p:sp>
      <p:sp>
        <p:nvSpPr>
          <p:cNvPr id="21" name="TextBox 20"/>
          <p:cNvSpPr txBox="1">
            <a:spLocks/>
          </p:cNvSpPr>
          <p:nvPr/>
        </p:nvSpPr>
        <p:spPr>
          <a:xfrm>
            <a:off x="875027" y="3791437"/>
            <a:ext cx="2168798" cy="289382"/>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accent2"/>
                </a:solidFill>
                <a:latin typeface="Open Sans" panose="020B0606030504020204" pitchFamily="34" charset="0"/>
                <a:ea typeface="Open Sans" panose="020B0606030504020204" pitchFamily="34" charset="0"/>
                <a:cs typeface="Open Sans" panose="020B0606030504020204" pitchFamily="34" charset="0"/>
              </a:rPr>
              <a:t>COVERAGE USE</a:t>
            </a:r>
          </a:p>
        </p:txBody>
      </p:sp>
      <p:sp>
        <p:nvSpPr>
          <p:cNvPr id="22" name="TextBox 21"/>
          <p:cNvSpPr txBox="1">
            <a:spLocks/>
          </p:cNvSpPr>
          <p:nvPr/>
        </p:nvSpPr>
        <p:spPr>
          <a:xfrm>
            <a:off x="3901690" y="3791437"/>
            <a:ext cx="2907792" cy="292608"/>
          </a:xfrm>
          <a:prstGeom prst="rect">
            <a:avLst/>
          </a:prstGeom>
          <a:noFill/>
          <a:ln>
            <a:noFill/>
          </a:ln>
        </p:spPr>
        <p:txBody>
          <a:bodyPr wrap="square" lIns="0" tIns="0" rIns="0" bIns="0" anchor="t">
            <a:noAutofit/>
          </a:bodyPr>
          <a:lstStyle/>
          <a:p>
            <a:pPr algn="l">
              <a:lnSpc>
                <a:spcPct val="100000"/>
              </a:lnSpc>
              <a:spcAft>
                <a:spcPts val="0"/>
              </a:spcAft>
            </a:pPr>
            <a:r>
              <a:rPr lang="en-US" sz="1400" b="1" i="0">
                <a:latin typeface="Open Sans" panose="020B0606030504020204" pitchFamily="34" charset="0"/>
                <a:ea typeface="Open Sans" panose="020B0606030504020204" pitchFamily="34" charset="0"/>
                <a:cs typeface="Open Sans" panose="020B0606030504020204" pitchFamily="34" charset="0"/>
              </a:rPr>
              <a:t>POLICY_BLOCKED</a:t>
            </a:r>
          </a:p>
        </p:txBody>
      </p:sp>
      <p:sp>
        <p:nvSpPr>
          <p:cNvPr id="23" name="TextBox 22"/>
          <p:cNvSpPr txBox="1"/>
          <p:nvPr/>
        </p:nvSpPr>
        <p:spPr>
          <a:xfrm>
            <a:off x="7239251" y="3791437"/>
            <a:ext cx="2881779" cy="31089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Null score; no model call</a:t>
            </a:r>
          </a:p>
        </p:txBody>
      </p:sp>
      <p:sp>
        <p:nvSpPr>
          <p:cNvPr id="26" name="TextBox 25"/>
          <p:cNvSpPr txBox="1"/>
          <p:nvPr/>
        </p:nvSpPr>
        <p:spPr>
          <a:xfrm>
            <a:off x="875027" y="4489607"/>
            <a:ext cx="2168798" cy="289382"/>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2"/>
                </a:solidFill>
                <a:latin typeface="Open Sans" panose="020B0606030504020204" pitchFamily="34" charset="0"/>
                <a:ea typeface="Open Sans" panose="020B0606030504020204" pitchFamily="34" charset="0"/>
                <a:cs typeface="Open Sans" panose="020B0606030504020204" pitchFamily="34" charset="0"/>
              </a:rPr>
              <a:t>MISSING DOCUMENTS</a:t>
            </a:r>
          </a:p>
        </p:txBody>
      </p:sp>
      <p:sp>
        <p:nvSpPr>
          <p:cNvPr id="27" name="TextBox 26"/>
          <p:cNvSpPr txBox="1"/>
          <p:nvPr/>
        </p:nvSpPr>
        <p:spPr>
          <a:xfrm>
            <a:off x="3901690" y="4489607"/>
            <a:ext cx="2907792" cy="292608"/>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DATA_QUALITY_BLOCKED</a:t>
            </a:r>
          </a:p>
        </p:txBody>
      </p:sp>
      <p:sp>
        <p:nvSpPr>
          <p:cNvPr id="28" name="TextBox 27"/>
          <p:cNvSpPr txBox="1"/>
          <p:nvPr/>
        </p:nvSpPr>
        <p:spPr>
          <a:xfrm>
            <a:off x="7239251" y="4489607"/>
            <a:ext cx="2881779" cy="31089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Reason code; no model call</a:t>
            </a:r>
          </a:p>
        </p:txBody>
      </p:sp>
      <p:sp>
        <p:nvSpPr>
          <p:cNvPr id="31" name="TextBox 30"/>
          <p:cNvSpPr txBox="1"/>
          <p:nvPr/>
        </p:nvSpPr>
        <p:spPr>
          <a:xfrm>
            <a:off x="875027" y="5185286"/>
            <a:ext cx="2168798" cy="289382"/>
          </a:xfrm>
          <a:prstGeom prst="rect">
            <a:avLst/>
          </a:prstGeom>
          <a:noFill/>
          <a:ln>
            <a:noFill/>
          </a:ln>
        </p:spPr>
        <p:txBody>
          <a:bodyPr wrap="square" lIns="0" tIns="0" rIns="0" bIns="0" anchor="t">
            <a:noAutofit/>
          </a:bodyPr>
          <a:lstStyle/>
          <a:p>
            <a:pPr algn="l">
              <a:lnSpc>
                <a:spcPct val="100000"/>
              </a:lnSpc>
              <a:spcAft>
                <a:spcPts val="0"/>
              </a:spcAft>
            </a:pPr>
            <a:r>
              <a:rPr sz="1400" b="1" i="0">
                <a:solidFill>
                  <a:schemeClr val="accent2"/>
                </a:solidFill>
                <a:latin typeface="Open Sans" panose="020B0606030504020204" pitchFamily="34" charset="0"/>
                <a:ea typeface="Open Sans" panose="020B0606030504020204" pitchFamily="34" charset="0"/>
                <a:cs typeface="Open Sans" panose="020B0606030504020204" pitchFamily="34" charset="0"/>
              </a:rPr>
              <a:t>CORRUPT ARTIFACT</a:t>
            </a:r>
          </a:p>
        </p:txBody>
      </p:sp>
      <p:sp>
        <p:nvSpPr>
          <p:cNvPr id="32" name="TextBox 31"/>
          <p:cNvSpPr txBox="1"/>
          <p:nvPr/>
        </p:nvSpPr>
        <p:spPr>
          <a:xfrm>
            <a:off x="3901690" y="5185286"/>
            <a:ext cx="2907792" cy="292608"/>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UNAVAILABLE</a:t>
            </a:r>
          </a:p>
        </p:txBody>
      </p:sp>
      <p:sp>
        <p:nvSpPr>
          <p:cNvPr id="33" name="TextBox 32"/>
          <p:cNvSpPr txBox="1"/>
          <p:nvPr/>
        </p:nvSpPr>
        <p:spPr>
          <a:xfrm>
            <a:off x="7239251" y="5185286"/>
            <a:ext cx="2881779" cy="310896"/>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503; stable process continues</a:t>
            </a:r>
          </a:p>
        </p:txBody>
      </p:sp>
      <p:sp>
        <p:nvSpPr>
          <p:cNvPr id="35" name="Title 34">
            <a:extLst>
              <a:ext uri="{FF2B5EF4-FFF2-40B4-BE49-F238E27FC236}">
                <a16:creationId xmlns:a16="http://schemas.microsoft.com/office/drawing/2014/main" id="{30308B9D-41E5-23F2-835A-FB7015789F27}"/>
              </a:ext>
            </a:extLst>
          </p:cNvPr>
          <p:cNvSpPr>
            <a:spLocks noGrp="1"/>
          </p:cNvSpPr>
          <p:nvPr>
            <p:ph type="title"/>
          </p:nvPr>
        </p:nvSpPr>
        <p:spPr>
          <a:xfrm>
            <a:off x="605364" y="498666"/>
            <a:ext cx="9515666" cy="584775"/>
          </a:xfrm>
        </p:spPr>
        <p:txBody>
          <a:bodyPr/>
          <a:lstStyle/>
          <a:p>
            <a:r>
              <a:rPr lang="en-US" sz="3200">
                <a:latin typeface="Open Sans" panose="020B0606030504020204" pitchFamily="34" charset="0"/>
              </a:rPr>
              <a:t>Demonstrate safe paths, not only the happy path</a:t>
            </a:r>
          </a:p>
        </p:txBody>
      </p:sp>
      <p:sp>
        <p:nvSpPr>
          <p:cNvPr id="36" name="Shape 1">
            <a:extLst>
              <a:ext uri="{FF2B5EF4-FFF2-40B4-BE49-F238E27FC236}">
                <a16:creationId xmlns:a16="http://schemas.microsoft.com/office/drawing/2014/main" id="{E720CB9A-7C87-E2D4-DC97-5D452AE1FC9C}"/>
              </a:ext>
            </a:extLst>
          </p:cNvPr>
          <p:cNvSpPr/>
          <p:nvPr/>
        </p:nvSpPr>
        <p:spPr>
          <a:xfrm>
            <a:off x="683983" y="1609068"/>
            <a:ext cx="10824035" cy="0"/>
          </a:xfrm>
          <a:prstGeom prst="line">
            <a:avLst/>
          </a:prstGeom>
          <a:noFill/>
          <a:ln w="9525">
            <a:solidFill>
              <a:srgbClr val="F2F2F2"/>
            </a:solidFill>
            <a:prstDash val="solid"/>
          </a:ln>
        </p:spPr>
        <p:txBody>
          <a:bodyPr/>
          <a:lstStyle/>
          <a:p>
            <a:endParaRPr lang="en-US" sz="3187">
              <a:latin typeface="Open Sans" pitchFamily="2" charset="0"/>
              <a:ea typeface="Open Sans" pitchFamily="2" charset="0"/>
              <a:cs typeface="Open Sans" pitchFamily="2" charset="0"/>
            </a:endParaRPr>
          </a:p>
        </p:txBody>
      </p:sp>
      <p:sp>
        <p:nvSpPr>
          <p:cNvPr id="37" name="Rectangle 36">
            <a:extLst>
              <a:ext uri="{FF2B5EF4-FFF2-40B4-BE49-F238E27FC236}">
                <a16:creationId xmlns:a16="http://schemas.microsoft.com/office/drawing/2014/main" id="{74D64E0D-5CDA-3F89-BB0A-FCFBCF048926}"/>
              </a:ext>
            </a:extLst>
          </p:cNvPr>
          <p:cNvSpPr>
            <a:spLocks noGrp="1"/>
          </p:cNvSpPr>
          <p:nvPr/>
        </p:nvSpPr>
        <p:spPr>
          <a:xfrm>
            <a:off x="609600" y="303144"/>
            <a:ext cx="6858000" cy="228600"/>
          </a:xfrm>
          <a:prstGeom prst="rect">
            <a:avLst/>
          </a:prstGeom>
          <a:noFill/>
          <a:ln w="0">
            <a:noFill/>
            <a:prstDash val="solid"/>
          </a:ln>
        </p:spPr>
        <p:txBody>
          <a:bodyPr wrap="square"/>
          <a:lstStyle/>
          <a:p>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FAILURE LAB</a:t>
            </a:r>
          </a:p>
        </p:txBody>
      </p:sp>
      <p:sp>
        <p:nvSpPr>
          <p:cNvPr id="43" name="Google Shape;876;p100">
            <a:extLst>
              <a:ext uri="{FF2B5EF4-FFF2-40B4-BE49-F238E27FC236}">
                <a16:creationId xmlns:a16="http://schemas.microsoft.com/office/drawing/2014/main" id="{687A45F2-600E-E1BA-F875-B1E49CCC2E06}"/>
              </a:ext>
            </a:extLst>
          </p:cNvPr>
          <p:cNvSpPr/>
          <p:nvPr/>
        </p:nvSpPr>
        <p:spPr>
          <a:xfrm>
            <a:off x="658368" y="5802020"/>
            <a:ext cx="10824034" cy="493776"/>
          </a:xfrm>
          <a:prstGeom prst="roundRect">
            <a:avLst>
              <a:gd name="adj" fmla="val 16667"/>
            </a:avLst>
          </a:prstGeom>
          <a:solidFill>
            <a:srgbClr val="F1F1F1"/>
          </a:solidFill>
          <a:ln w="9525" cap="flat" cmpd="sng">
            <a:solidFill>
              <a:srgbClr val="F1F1F1"/>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A happy-path score alone cannot pass the project.</a:t>
            </a:r>
          </a:p>
        </p:txBody>
      </p:sp>
    </p:spTree>
    <p:custDataLst>
      <p:tags r:id="rId1"/>
    </p:custDataLst>
    <p:extLst>
      <p:ext uri="{BB962C8B-B14F-4D97-AF65-F5344CB8AC3E}">
        <p14:creationId xmlns:p14="http://schemas.microsoft.com/office/powerpoint/2010/main" val="1720272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2E301A6C-B49C-22E3-FD7C-961B025D1A81}"/>
              </a:ext>
            </a:extLst>
          </p:cNvPr>
          <p:cNvSpPr/>
          <p:nvPr/>
        </p:nvSpPr>
        <p:spPr>
          <a:xfrm>
            <a:off x="683983" y="1642302"/>
            <a:ext cx="5178198" cy="3292953"/>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9" name="Rounded Rectangle 18">
            <a:extLst>
              <a:ext uri="{FF2B5EF4-FFF2-40B4-BE49-F238E27FC236}">
                <a16:creationId xmlns:a16="http://schemas.microsoft.com/office/drawing/2014/main" id="{B4DF28CC-C161-FE69-1FF4-F39E5C3C021E}"/>
              </a:ext>
            </a:extLst>
          </p:cNvPr>
          <p:cNvSpPr/>
          <p:nvPr/>
        </p:nvSpPr>
        <p:spPr>
          <a:xfrm>
            <a:off x="6333222" y="1642302"/>
            <a:ext cx="5178198" cy="3292953"/>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0" name="Google Shape;876;p100">
            <a:extLst>
              <a:ext uri="{FF2B5EF4-FFF2-40B4-BE49-F238E27FC236}">
                <a16:creationId xmlns:a16="http://schemas.microsoft.com/office/drawing/2014/main" id="{F3C9BB00-76A1-270E-E309-B5A7A19C8BBE}"/>
              </a:ext>
            </a:extLst>
          </p:cNvPr>
          <p:cNvSpPr/>
          <p:nvPr/>
        </p:nvSpPr>
        <p:spPr>
          <a:xfrm>
            <a:off x="658368" y="5124382"/>
            <a:ext cx="10824034" cy="493776"/>
          </a:xfrm>
          <a:prstGeom prst="roundRect">
            <a:avLst>
              <a:gd name="adj" fmla="val 16667"/>
            </a:avLst>
          </a:prstGeom>
          <a:solidFill>
            <a:srgbClr val="F1F1F1"/>
          </a:solidFill>
          <a:ln w="9525" cap="flat" cmpd="sng">
            <a:solidFill>
              <a:srgbClr val="F1F1F1"/>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Attempt row and executed stages commit together; blocked attempts remain auditable.</a:t>
            </a:r>
          </a:p>
        </p:txBody>
      </p:sp>
      <p:sp>
        <p:nvSpPr>
          <p:cNvPr id="7" name="TextBox 6"/>
          <p:cNvSpPr txBox="1"/>
          <p:nvPr/>
        </p:nvSpPr>
        <p:spPr>
          <a:xfrm>
            <a:off x="1001267" y="1943664"/>
            <a:ext cx="4511103" cy="36576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PERSIST</a:t>
            </a:r>
          </a:p>
        </p:txBody>
      </p:sp>
      <p:sp>
        <p:nvSpPr>
          <p:cNvPr id="8" name="TextBox 7"/>
          <p:cNvSpPr txBox="1"/>
          <p:nvPr/>
        </p:nvSpPr>
        <p:spPr>
          <a:xfrm>
            <a:off x="1001268" y="2309424"/>
            <a:ext cx="4709160" cy="2337732"/>
          </a:xfrm>
          <a:prstGeom prst="rect">
            <a:avLst/>
          </a:prstGeom>
          <a:noFill/>
          <a:ln>
            <a:noFill/>
          </a:ln>
        </p:spPr>
        <p:txBody>
          <a:bodyPr wrap="square" lIns="18288" tIns="18288" rIns="18288" bIns="18288" anchor="t">
            <a:noAutofit/>
          </a:bodyPr>
          <a:lstStyle/>
          <a:p>
            <a:pPr>
              <a:lnSpc>
                <a:spcPct val="105000"/>
              </a:lnSpc>
              <a:spcAft>
                <a:spcPts val="1200"/>
              </a:spcAft>
            </a:pPr>
            <a:r>
              <a:rPr sz="1600" b="1">
                <a:latin typeface="Open Sans" panose="020B0606030504020204" pitchFamily="34" charset="0"/>
                <a:ea typeface="Open Sans" panose="020B0606030504020204" pitchFamily="34" charset="0"/>
                <a:cs typeface="Open Sans" panose="020B0606030504020204" pitchFamily="34" charset="0"/>
              </a:rPr>
              <a:t>Request context  </a:t>
            </a:r>
            <a:r>
              <a:rPr sz="1600">
                <a:latin typeface="Open Sans" panose="020B0606030504020204" pitchFamily="34" charset="0"/>
                <a:ea typeface="Open Sans" panose="020B0606030504020204" pitchFamily="34" charset="0"/>
                <a:cs typeface="Open Sans" panose="020B0606030504020204" pitchFamily="34" charset="0"/>
              </a:rPr>
              <a:t>request ID, decision type, urgency</a:t>
            </a:r>
          </a:p>
          <a:p>
            <a:pPr>
              <a:lnSpc>
                <a:spcPct val="105000"/>
              </a:lnSpc>
              <a:spcAft>
                <a:spcPts val="1200"/>
              </a:spcAft>
            </a:pPr>
            <a:r>
              <a:rPr sz="1600" b="1">
                <a:latin typeface="Open Sans" panose="020B0606030504020204" pitchFamily="34" charset="0"/>
                <a:ea typeface="Open Sans" panose="020B0606030504020204" pitchFamily="34" charset="0"/>
                <a:cs typeface="Open Sans" panose="020B0606030504020204" pitchFamily="34" charset="0"/>
              </a:rPr>
              <a:t>Outcome  </a:t>
            </a:r>
            <a:r>
              <a:rPr sz="1600">
                <a:latin typeface="Open Sans" panose="020B0606030504020204" pitchFamily="34" charset="0"/>
                <a:ea typeface="Open Sans" panose="020B0606030504020204" pitchFamily="34" charset="0"/>
                <a:cs typeface="Open Sans" panose="020B0606030504020204" pitchFamily="34" charset="0"/>
              </a:rPr>
              <a:t>state, reason code, next action</a:t>
            </a:r>
          </a:p>
          <a:p>
            <a:pPr>
              <a:lnSpc>
                <a:spcPct val="105000"/>
              </a:lnSpc>
              <a:spcAft>
                <a:spcPts val="1200"/>
              </a:spcAft>
            </a:pPr>
            <a:r>
              <a:rPr sz="1600" b="1">
                <a:latin typeface="Open Sans" panose="020B0606030504020204" pitchFamily="34" charset="0"/>
                <a:ea typeface="Open Sans" panose="020B0606030504020204" pitchFamily="34" charset="0"/>
                <a:cs typeface="Open Sans" panose="020B0606030504020204" pitchFamily="34" charset="0"/>
              </a:rPr>
              <a:t>Evidence  </a:t>
            </a:r>
            <a:r>
              <a:rPr sz="1600">
                <a:latin typeface="Open Sans" panose="020B0606030504020204" pitchFamily="34" charset="0"/>
                <a:ea typeface="Open Sans" panose="020B0606030504020204" pitchFamily="34" charset="0"/>
                <a:cs typeface="Open Sans" panose="020B0606030504020204" pitchFamily="34" charset="0"/>
              </a:rPr>
              <a:t>signal and band when available</a:t>
            </a:r>
          </a:p>
          <a:p>
            <a:pPr>
              <a:lnSpc>
                <a:spcPct val="105000"/>
              </a:lnSpc>
              <a:spcAft>
                <a:spcPts val="1200"/>
              </a:spcAft>
            </a:pPr>
            <a:r>
              <a:rPr sz="1600" b="1">
                <a:latin typeface="Open Sans" panose="020B0606030504020204" pitchFamily="34" charset="0"/>
                <a:ea typeface="Open Sans" panose="020B0606030504020204" pitchFamily="34" charset="0"/>
                <a:cs typeface="Open Sans" panose="020B0606030504020204" pitchFamily="34" charset="0"/>
              </a:rPr>
              <a:t>Identity  </a:t>
            </a:r>
            <a:r>
              <a:rPr sz="1600">
                <a:latin typeface="Open Sans" panose="020B0606030504020204" pitchFamily="34" charset="0"/>
                <a:ea typeface="Open Sans" panose="020B0606030504020204" pitchFamily="34" charset="0"/>
                <a:cs typeface="Open Sans" panose="020B0606030504020204" pitchFamily="34" charset="0"/>
              </a:rPr>
              <a:t>model, policy, checksum</a:t>
            </a:r>
          </a:p>
          <a:p>
            <a:pPr>
              <a:lnSpc>
                <a:spcPct val="105000"/>
              </a:lnSpc>
              <a:spcAft>
                <a:spcPts val="1200"/>
              </a:spcAft>
            </a:pPr>
            <a:r>
              <a:rPr sz="1600" b="1">
                <a:latin typeface="Open Sans" panose="020B0606030504020204" pitchFamily="34" charset="0"/>
                <a:ea typeface="Open Sans" panose="020B0606030504020204" pitchFamily="34" charset="0"/>
                <a:cs typeface="Open Sans" panose="020B0606030504020204" pitchFamily="34" charset="0"/>
              </a:rPr>
              <a:t>Fingerprints  </a:t>
            </a:r>
            <a:r>
              <a:rPr sz="1600">
                <a:latin typeface="Open Sans" panose="020B0606030504020204" pitchFamily="34" charset="0"/>
                <a:ea typeface="Open Sans" panose="020B0606030504020204" pitchFamily="34" charset="0"/>
                <a:cs typeface="Open Sans" panose="020B0606030504020204" pitchFamily="34" charset="0"/>
              </a:rPr>
              <a:t>opaque request and feature hashes</a:t>
            </a:r>
          </a:p>
        </p:txBody>
      </p:sp>
      <p:sp>
        <p:nvSpPr>
          <p:cNvPr id="10" name="TextBox 9"/>
          <p:cNvSpPr txBox="1"/>
          <p:nvPr/>
        </p:nvSpPr>
        <p:spPr>
          <a:xfrm>
            <a:off x="6679628" y="1943664"/>
            <a:ext cx="4511103" cy="36576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1"/>
                </a:solidFill>
                <a:latin typeface="Open Sans" panose="020B0606030504020204" pitchFamily="34" charset="0"/>
                <a:ea typeface="Open Sans" panose="020B0606030504020204" pitchFamily="34" charset="0"/>
                <a:cs typeface="Open Sans" panose="020B0606030504020204" pitchFamily="34" charset="0"/>
              </a:rPr>
              <a:t>DO NOT PERSIST</a:t>
            </a:r>
          </a:p>
        </p:txBody>
      </p:sp>
      <p:sp>
        <p:nvSpPr>
          <p:cNvPr id="11" name="TextBox 10"/>
          <p:cNvSpPr txBox="1"/>
          <p:nvPr/>
        </p:nvSpPr>
        <p:spPr>
          <a:xfrm>
            <a:off x="6679629" y="2309424"/>
            <a:ext cx="4709160" cy="2337732"/>
          </a:xfrm>
          <a:prstGeom prst="rect">
            <a:avLst/>
          </a:prstGeom>
          <a:noFill/>
          <a:ln>
            <a:noFill/>
          </a:ln>
        </p:spPr>
        <p:txBody>
          <a:bodyPr wrap="square" lIns="18288" tIns="18288" rIns="18288" bIns="18288" anchor="t">
            <a:noAutofit/>
          </a:bodyPr>
          <a:lstStyle/>
          <a:p>
            <a:pPr>
              <a:lnSpc>
                <a:spcPct val="105000"/>
              </a:lnSpc>
              <a:spcAft>
                <a:spcPts val="1200"/>
              </a:spcAft>
            </a:pPr>
            <a:r>
              <a:rPr sz="1600">
                <a:latin typeface="Open Sans" panose="020B0606030504020204" pitchFamily="34" charset="0"/>
                <a:ea typeface="Open Sans" panose="020B0606030504020204" pitchFamily="34" charset="0"/>
                <a:cs typeface="Open Sans" panose="020B0606030504020204" pitchFamily="34" charset="0"/>
              </a:rPr>
              <a:t>Patient ID or date of birth</a:t>
            </a:r>
          </a:p>
          <a:p>
            <a:pPr>
              <a:lnSpc>
                <a:spcPct val="105000"/>
              </a:lnSpc>
              <a:spcAft>
                <a:spcPts val="1200"/>
              </a:spcAft>
            </a:pPr>
            <a:r>
              <a:rPr sz="1600">
                <a:latin typeface="Open Sans" panose="020B0606030504020204" pitchFamily="34" charset="0"/>
                <a:ea typeface="Open Sans" panose="020B0606030504020204" pitchFamily="34" charset="0"/>
                <a:cs typeface="Open Sans" panose="020B0606030504020204" pitchFamily="34" charset="0"/>
              </a:rPr>
              <a:t>Diagnosis or procedure values</a:t>
            </a:r>
          </a:p>
          <a:p>
            <a:pPr>
              <a:lnSpc>
                <a:spcPct val="105000"/>
              </a:lnSpc>
              <a:spcAft>
                <a:spcPts val="1200"/>
              </a:spcAft>
            </a:pPr>
            <a:r>
              <a:rPr sz="1600">
                <a:latin typeface="Open Sans" panose="020B0606030504020204" pitchFamily="34" charset="0"/>
                <a:ea typeface="Open Sans" panose="020B0606030504020204" pitchFamily="34" charset="0"/>
                <a:cs typeface="Open Sans" panose="020B0606030504020204" pitchFamily="34" charset="0"/>
              </a:rPr>
              <a:t>Document names or contents</a:t>
            </a:r>
          </a:p>
          <a:p>
            <a:pPr>
              <a:lnSpc>
                <a:spcPct val="105000"/>
              </a:lnSpc>
              <a:spcAft>
                <a:spcPts val="1200"/>
              </a:spcAft>
            </a:pPr>
            <a:r>
              <a:rPr sz="1600">
                <a:latin typeface="Open Sans" panose="020B0606030504020204" pitchFamily="34" charset="0"/>
                <a:ea typeface="Open Sans" panose="020B0606030504020204" pitchFamily="34" charset="0"/>
                <a:cs typeface="Open Sans" panose="020B0606030504020204" pitchFamily="34" charset="0"/>
              </a:rPr>
              <a:t>Historical label or raw payload</a:t>
            </a:r>
          </a:p>
          <a:p>
            <a:pPr>
              <a:lnSpc>
                <a:spcPct val="105000"/>
              </a:lnSpc>
              <a:spcAft>
                <a:spcPts val="1200"/>
              </a:spcAft>
            </a:pPr>
            <a:r>
              <a:rPr sz="1600">
                <a:latin typeface="Open Sans" panose="020B0606030504020204" pitchFamily="34" charset="0"/>
                <a:ea typeface="Open Sans" panose="020B0606030504020204" pitchFamily="34" charset="0"/>
                <a:cs typeface="Open Sans" panose="020B0606030504020204" pitchFamily="34" charset="0"/>
              </a:rPr>
              <a:t>Phone, email, or patient name</a:t>
            </a:r>
          </a:p>
        </p:txBody>
      </p:sp>
      <p:sp>
        <p:nvSpPr>
          <p:cNvPr id="15" name="Title 14">
            <a:extLst>
              <a:ext uri="{FF2B5EF4-FFF2-40B4-BE49-F238E27FC236}">
                <a16:creationId xmlns:a16="http://schemas.microsoft.com/office/drawing/2014/main" id="{571EB2DD-8805-BE7A-9C9F-1DFBC94ED319}"/>
              </a:ext>
            </a:extLst>
          </p:cNvPr>
          <p:cNvSpPr>
            <a:spLocks noGrp="1"/>
          </p:cNvSpPr>
          <p:nvPr>
            <p:ph type="title"/>
          </p:nvPr>
        </p:nvSpPr>
        <p:spPr>
          <a:xfrm>
            <a:off x="605364" y="498666"/>
            <a:ext cx="11117244" cy="646331"/>
          </a:xfrm>
        </p:spPr>
        <p:txBody>
          <a:bodyPr/>
          <a:lstStyle/>
          <a:p>
            <a:r>
              <a:rPr lang="en-IN">
                <a:latin typeface="Open Sans" panose="020B0606030504020204" pitchFamily="34" charset="0"/>
              </a:rPr>
              <a:t>Explain </a:t>
            </a:r>
            <a:r>
              <a:rPr lang="en-IN" err="1">
                <a:latin typeface="Open Sans" panose="020B0606030504020204" pitchFamily="34" charset="0"/>
              </a:rPr>
              <a:t>behavior</a:t>
            </a:r>
            <a:r>
              <a:rPr lang="en-IN">
                <a:latin typeface="Open Sans" panose="020B0606030504020204" pitchFamily="34" charset="0"/>
              </a:rPr>
              <a:t> without copying sensitive data</a:t>
            </a:r>
          </a:p>
        </p:txBody>
      </p:sp>
      <p:sp>
        <p:nvSpPr>
          <p:cNvPr id="16" name="Rectangle 15">
            <a:extLst>
              <a:ext uri="{FF2B5EF4-FFF2-40B4-BE49-F238E27FC236}">
                <a16:creationId xmlns:a16="http://schemas.microsoft.com/office/drawing/2014/main" id="{4E848F36-6774-5B74-B3A2-0D273F0DA651}"/>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AUDIT TRAIL</a:t>
            </a:r>
          </a:p>
        </p:txBody>
      </p:sp>
      <p:sp>
        <p:nvSpPr>
          <p:cNvPr id="17" name="Shape 1">
            <a:extLst>
              <a:ext uri="{FF2B5EF4-FFF2-40B4-BE49-F238E27FC236}">
                <a16:creationId xmlns:a16="http://schemas.microsoft.com/office/drawing/2014/main" id="{61CFDD34-9499-B3AB-5737-3379AEB430E6}"/>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Tree>
    <p:custDataLst>
      <p:tags r:id="rId1"/>
    </p:custDataLst>
    <p:extLst>
      <p:ext uri="{BB962C8B-B14F-4D97-AF65-F5344CB8AC3E}">
        <p14:creationId xmlns:p14="http://schemas.microsoft.com/office/powerpoint/2010/main" val="840916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a:effectLst/>
      </p:bgPr>
    </p:bg>
    <p:spTree>
      <p:nvGrpSpPr>
        <p:cNvPr id="1" name=""/>
        <p:cNvGrpSpPr/>
        <p:nvPr/>
      </p:nvGrpSpPr>
      <p:grpSpPr>
        <a:xfrm>
          <a:off x="0" y="0"/>
          <a:ext cx="0" cy="0"/>
          <a:chOff x="0" y="0"/>
          <a:chExt cx="0" cy="0"/>
        </a:xfrm>
      </p:grpSpPr>
      <p:sp>
        <p:nvSpPr>
          <p:cNvPr id="34" name="Rounded Rectangle 33">
            <a:extLst>
              <a:ext uri="{FF2B5EF4-FFF2-40B4-BE49-F238E27FC236}">
                <a16:creationId xmlns:a16="http://schemas.microsoft.com/office/drawing/2014/main" id="{245C802C-CBDA-C069-EF32-36ABC262D43F}"/>
              </a:ext>
            </a:extLst>
          </p:cNvPr>
          <p:cNvSpPr/>
          <p:nvPr/>
        </p:nvSpPr>
        <p:spPr>
          <a:xfrm>
            <a:off x="683982" y="1465545"/>
            <a:ext cx="5270057"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5" name="Rounded Rectangle 34">
            <a:extLst>
              <a:ext uri="{FF2B5EF4-FFF2-40B4-BE49-F238E27FC236}">
                <a16:creationId xmlns:a16="http://schemas.microsoft.com/office/drawing/2014/main" id="{40AB6179-8DF7-58D3-0E5C-D2031380E908}"/>
              </a:ext>
            </a:extLst>
          </p:cNvPr>
          <p:cNvSpPr/>
          <p:nvPr/>
        </p:nvSpPr>
        <p:spPr>
          <a:xfrm>
            <a:off x="6237962" y="1465545"/>
            <a:ext cx="5273455"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6" name="Rounded Rectangle 35">
            <a:extLst>
              <a:ext uri="{FF2B5EF4-FFF2-40B4-BE49-F238E27FC236}">
                <a16:creationId xmlns:a16="http://schemas.microsoft.com/office/drawing/2014/main" id="{219CC9CD-3D44-BE8E-A888-7BDE64E64919}"/>
              </a:ext>
            </a:extLst>
          </p:cNvPr>
          <p:cNvSpPr/>
          <p:nvPr/>
        </p:nvSpPr>
        <p:spPr>
          <a:xfrm>
            <a:off x="739725" y="2880986"/>
            <a:ext cx="5270057"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7" name="Rounded Rectangle 36">
            <a:extLst>
              <a:ext uri="{FF2B5EF4-FFF2-40B4-BE49-F238E27FC236}">
                <a16:creationId xmlns:a16="http://schemas.microsoft.com/office/drawing/2014/main" id="{5C7F1E2C-A239-8EBF-A90C-AC346C3FEB03}"/>
              </a:ext>
            </a:extLst>
          </p:cNvPr>
          <p:cNvSpPr/>
          <p:nvPr/>
        </p:nvSpPr>
        <p:spPr>
          <a:xfrm>
            <a:off x="6293705" y="2880986"/>
            <a:ext cx="5273455"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8" name="Rounded Rectangle 37">
            <a:extLst>
              <a:ext uri="{FF2B5EF4-FFF2-40B4-BE49-F238E27FC236}">
                <a16:creationId xmlns:a16="http://schemas.microsoft.com/office/drawing/2014/main" id="{A9FFD75D-24D0-0F8C-5AD3-C3653A46F084}"/>
              </a:ext>
            </a:extLst>
          </p:cNvPr>
          <p:cNvSpPr/>
          <p:nvPr/>
        </p:nvSpPr>
        <p:spPr>
          <a:xfrm>
            <a:off x="683982" y="4258849"/>
            <a:ext cx="5270057"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9" name="Rounded Rectangle 38">
            <a:extLst>
              <a:ext uri="{FF2B5EF4-FFF2-40B4-BE49-F238E27FC236}">
                <a16:creationId xmlns:a16="http://schemas.microsoft.com/office/drawing/2014/main" id="{29017378-B02F-ED8D-BD6D-BEB2D65B6153}"/>
              </a:ext>
            </a:extLst>
          </p:cNvPr>
          <p:cNvSpPr/>
          <p:nvPr/>
        </p:nvSpPr>
        <p:spPr>
          <a:xfrm>
            <a:off x="6237962" y="4258849"/>
            <a:ext cx="5273455" cy="117707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0" name="Google Shape;876;p100">
            <a:extLst>
              <a:ext uri="{FF2B5EF4-FFF2-40B4-BE49-F238E27FC236}">
                <a16:creationId xmlns:a16="http://schemas.microsoft.com/office/drawing/2014/main" id="{55B04003-CE91-82C3-408F-069714703F72}"/>
              </a:ext>
            </a:extLst>
          </p:cNvPr>
          <p:cNvSpPr/>
          <p:nvPr/>
        </p:nvSpPr>
        <p:spPr>
          <a:xfrm>
            <a:off x="683984" y="5660136"/>
            <a:ext cx="10824034" cy="493776"/>
          </a:xfrm>
          <a:prstGeom prst="roundRect">
            <a:avLst>
              <a:gd name="adj" fmla="val 16667"/>
            </a:avLst>
          </a:prstGeom>
          <a:solidFill>
            <a:schemeClr val="bg1">
              <a:lumMod val="95000"/>
            </a:schemeClr>
          </a:solidFill>
          <a:ln w="9525" cap="flat" cmpd="sng">
            <a:no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Release identity belongs in HTTP headers—not only inside the JSON body.</a:t>
            </a:r>
          </a:p>
        </p:txBody>
      </p:sp>
      <p:sp>
        <p:nvSpPr>
          <p:cNvPr id="4" name="Oval 3">
            <a:extLst>
              <a:ext uri="{C183D7F6-B498-43B3-948B-1728B52AA6E4}">
                <adec:decorative xmlns:adec="http://schemas.microsoft.com/office/drawing/2017/decorative" val="1"/>
              </a:ext>
            </a:extLst>
          </p:cNvPr>
          <p:cNvSpPr/>
          <p:nvPr/>
        </p:nvSpPr>
        <p:spPr>
          <a:xfrm>
            <a:off x="11567160" y="201168"/>
            <a:ext cx="155448" cy="155448"/>
          </a:xfrm>
          <a:prstGeom prst="ellipse">
            <a:avLst/>
          </a:prstGeom>
          <a:solidFill>
            <a:srgbClr val="7A3EB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p:cNvSpPr txBox="1">
            <a:spLocks/>
          </p:cNvSpPr>
          <p:nvPr/>
        </p:nvSpPr>
        <p:spPr>
          <a:xfrm>
            <a:off x="951572" y="1660074"/>
            <a:ext cx="1253009" cy="704088"/>
          </a:xfrm>
          <a:prstGeom prst="rect">
            <a:avLst/>
          </a:prstGeom>
          <a:noFill/>
          <a:ln>
            <a:noFill/>
          </a:ln>
        </p:spPr>
        <p:txBody>
          <a:bodyPr wrap="square" lIns="0" tIns="0" rIns="0" bIns="0" anchor="t">
            <a:noAutofit/>
          </a:bodyPr>
          <a:lstStyle/>
          <a:p>
            <a:pPr algn="l">
              <a:lnSpc>
                <a:spcPct val="100000"/>
              </a:lnSpc>
              <a:spcAft>
                <a:spcPts val="0"/>
              </a:spcAft>
            </a:pPr>
            <a:r>
              <a:rPr lang="en-US"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GET /live</a:t>
            </a:r>
          </a:p>
        </p:txBody>
      </p:sp>
      <p:sp>
        <p:nvSpPr>
          <p:cNvPr id="8" name="TextBox 7"/>
          <p:cNvSpPr txBox="1">
            <a:spLocks/>
          </p:cNvSpPr>
          <p:nvPr/>
        </p:nvSpPr>
        <p:spPr>
          <a:xfrm>
            <a:off x="2853806" y="1660074"/>
            <a:ext cx="2980944" cy="347472"/>
          </a:xfrm>
          <a:prstGeom prst="rect">
            <a:avLst/>
          </a:prstGeom>
          <a:noFill/>
          <a:ln>
            <a:noFill/>
          </a:ln>
        </p:spPr>
        <p:txBody>
          <a:bodyPr wrap="square" lIns="0" tIns="0" rIns="0" bIns="0" anchor="t">
            <a:noAutofit/>
          </a:bodyPr>
          <a:lstStyle/>
          <a:p>
            <a:pPr algn="l">
              <a:lnSpc>
                <a:spcPct val="100000"/>
              </a:lnSpc>
              <a:spcAft>
                <a:spcPts val="0"/>
              </a:spcAft>
            </a:pPr>
            <a:r>
              <a:rPr lang="en-US" sz="1400" b="1" i="0">
                <a:latin typeface="Open Sans" panose="020B0606030504020204" pitchFamily="34" charset="0"/>
                <a:ea typeface="Open Sans" panose="020B0606030504020204" pitchFamily="34" charset="0"/>
                <a:cs typeface="Open Sans" panose="020B0606030504020204" pitchFamily="34" charset="0"/>
              </a:rPr>
              <a:t>200 when process runs</a:t>
            </a:r>
          </a:p>
        </p:txBody>
      </p:sp>
      <p:sp>
        <p:nvSpPr>
          <p:cNvPr id="9" name="TextBox 8"/>
          <p:cNvSpPr txBox="1"/>
          <p:nvPr/>
        </p:nvSpPr>
        <p:spPr>
          <a:xfrm>
            <a:off x="2853806" y="2071554"/>
            <a:ext cx="2980944" cy="292608"/>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Does not claim model readiness</a:t>
            </a:r>
          </a:p>
        </p:txBody>
      </p:sp>
      <p:sp>
        <p:nvSpPr>
          <p:cNvPr id="11" name="TextBox 10"/>
          <p:cNvSpPr txBox="1"/>
          <p:nvPr/>
        </p:nvSpPr>
        <p:spPr>
          <a:xfrm>
            <a:off x="6509672" y="1660074"/>
            <a:ext cx="1396631" cy="553252"/>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GET /health</a:t>
            </a:r>
          </a:p>
        </p:txBody>
      </p:sp>
      <p:sp>
        <p:nvSpPr>
          <p:cNvPr id="12" name="TextBox 11"/>
          <p:cNvSpPr txBox="1"/>
          <p:nvPr/>
        </p:nvSpPr>
        <p:spPr>
          <a:xfrm>
            <a:off x="8340206" y="1660074"/>
            <a:ext cx="2980944" cy="347472"/>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200 only with verified artifact</a:t>
            </a:r>
          </a:p>
        </p:txBody>
      </p:sp>
      <p:sp>
        <p:nvSpPr>
          <p:cNvPr id="13" name="TextBox 12"/>
          <p:cNvSpPr txBox="1"/>
          <p:nvPr/>
        </p:nvSpPr>
        <p:spPr>
          <a:xfrm>
            <a:off x="8340206" y="2071554"/>
            <a:ext cx="2980944" cy="292608"/>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Otherwise 503</a:t>
            </a:r>
          </a:p>
        </p:txBody>
      </p:sp>
      <p:sp>
        <p:nvSpPr>
          <p:cNvPr id="15" name="TextBox 14"/>
          <p:cNvSpPr txBox="1"/>
          <p:nvPr/>
        </p:nvSpPr>
        <p:spPr>
          <a:xfrm>
            <a:off x="951572" y="3143281"/>
            <a:ext cx="1253009" cy="704088"/>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POST /cases</a:t>
            </a:r>
            <a:endParaRPr lang="en-US" sz="1600" b="1" i="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/score</a:t>
            </a:r>
          </a:p>
        </p:txBody>
      </p:sp>
      <p:sp>
        <p:nvSpPr>
          <p:cNvPr id="16" name="TextBox 15"/>
          <p:cNvSpPr txBox="1"/>
          <p:nvPr/>
        </p:nvSpPr>
        <p:spPr>
          <a:xfrm>
            <a:off x="2853806" y="3143281"/>
            <a:ext cx="2980944" cy="347472"/>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Named state + real headers</a:t>
            </a:r>
          </a:p>
        </p:txBody>
      </p:sp>
      <p:sp>
        <p:nvSpPr>
          <p:cNvPr id="17" name="TextBox 16"/>
          <p:cNvSpPr txBox="1"/>
          <p:nvPr/>
        </p:nvSpPr>
        <p:spPr>
          <a:xfrm>
            <a:off x="2853806" y="3554761"/>
            <a:ext cx="2980944" cy="292608"/>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Model and policy version</a:t>
            </a:r>
          </a:p>
        </p:txBody>
      </p:sp>
      <p:sp>
        <p:nvSpPr>
          <p:cNvPr id="19" name="TextBox 18"/>
          <p:cNvSpPr txBox="1"/>
          <p:nvPr/>
        </p:nvSpPr>
        <p:spPr>
          <a:xfrm>
            <a:off x="6509672" y="3143281"/>
            <a:ext cx="1396631" cy="553252"/>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GET /cases</a:t>
            </a:r>
          </a:p>
        </p:txBody>
      </p:sp>
      <p:sp>
        <p:nvSpPr>
          <p:cNvPr id="20" name="TextBox 19"/>
          <p:cNvSpPr txBox="1"/>
          <p:nvPr/>
        </p:nvSpPr>
        <p:spPr>
          <a:xfrm>
            <a:off x="8340206" y="3143281"/>
            <a:ext cx="2980944" cy="347472"/>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Minimal attempts</a:t>
            </a:r>
          </a:p>
        </p:txBody>
      </p:sp>
      <p:sp>
        <p:nvSpPr>
          <p:cNvPr id="21" name="TextBox 20"/>
          <p:cNvSpPr txBox="1"/>
          <p:nvPr/>
        </p:nvSpPr>
        <p:spPr>
          <a:xfrm>
            <a:off x="8340206" y="3554761"/>
            <a:ext cx="2980944" cy="292608"/>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Initialized storage</a:t>
            </a:r>
          </a:p>
        </p:txBody>
      </p:sp>
      <p:sp>
        <p:nvSpPr>
          <p:cNvPr id="23" name="TextBox 22"/>
          <p:cNvSpPr txBox="1"/>
          <p:nvPr/>
        </p:nvSpPr>
        <p:spPr>
          <a:xfrm>
            <a:off x="951572" y="4491896"/>
            <a:ext cx="1253009" cy="704088"/>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GET /audit-log</a:t>
            </a:r>
          </a:p>
        </p:txBody>
      </p:sp>
      <p:sp>
        <p:nvSpPr>
          <p:cNvPr id="24" name="TextBox 23"/>
          <p:cNvSpPr txBox="1"/>
          <p:nvPr/>
        </p:nvSpPr>
        <p:spPr>
          <a:xfrm>
            <a:off x="2853806" y="4491896"/>
            <a:ext cx="2980944" cy="347472"/>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Append-only stages</a:t>
            </a:r>
          </a:p>
        </p:txBody>
      </p:sp>
      <p:sp>
        <p:nvSpPr>
          <p:cNvPr id="25" name="TextBox 24"/>
          <p:cNvSpPr txBox="1"/>
          <p:nvPr/>
        </p:nvSpPr>
        <p:spPr>
          <a:xfrm>
            <a:off x="2853806" y="4903376"/>
            <a:ext cx="2980944" cy="292608"/>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Executed evidence</a:t>
            </a:r>
          </a:p>
        </p:txBody>
      </p:sp>
      <p:sp>
        <p:nvSpPr>
          <p:cNvPr id="26" name="TextBox 25"/>
          <p:cNvSpPr txBox="1"/>
          <p:nvPr/>
        </p:nvSpPr>
        <p:spPr>
          <a:xfrm>
            <a:off x="6509672" y="4491896"/>
            <a:ext cx="1396631" cy="553252"/>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GET /review-queue</a:t>
            </a:r>
          </a:p>
        </p:txBody>
      </p:sp>
      <p:sp>
        <p:nvSpPr>
          <p:cNvPr id="27" name="TextBox 26"/>
          <p:cNvSpPr txBox="1"/>
          <p:nvPr/>
        </p:nvSpPr>
        <p:spPr>
          <a:xfrm>
            <a:off x="8340206" y="4491896"/>
            <a:ext cx="2980944" cy="347472"/>
          </a:xfrm>
          <a:prstGeom prst="rect">
            <a:avLst/>
          </a:prstGeom>
          <a:noFill/>
          <a:ln>
            <a:noFill/>
          </a:ln>
        </p:spPr>
        <p:txBody>
          <a:bodyPr wrap="square" lIns="0" tIns="0" rIns="0" bIns="0" anchor="t">
            <a:noAutofit/>
          </a:bodyPr>
          <a:lstStyle/>
          <a:p>
            <a:pPr algn="l">
              <a:lnSpc>
                <a:spcPct val="100000"/>
              </a:lnSpc>
              <a:spcAft>
                <a:spcPts val="0"/>
              </a:spcAft>
            </a:pPr>
            <a:r>
              <a:rPr sz="1400" b="1" i="0">
                <a:latin typeface="Open Sans" panose="020B0606030504020204" pitchFamily="34" charset="0"/>
                <a:ea typeface="Open Sans" panose="020B0606030504020204" pitchFamily="34" charset="0"/>
                <a:cs typeface="Open Sans" panose="020B0606030504020204" pitchFamily="34" charset="0"/>
              </a:rPr>
              <a:t>Urgency-first view</a:t>
            </a:r>
          </a:p>
        </p:txBody>
      </p:sp>
      <p:sp>
        <p:nvSpPr>
          <p:cNvPr id="28" name="TextBox 27"/>
          <p:cNvSpPr txBox="1"/>
          <p:nvPr/>
        </p:nvSpPr>
        <p:spPr>
          <a:xfrm>
            <a:off x="8340206" y="4903376"/>
            <a:ext cx="2980944" cy="292608"/>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Explicit evidence disclaimer</a:t>
            </a:r>
          </a:p>
        </p:txBody>
      </p:sp>
      <p:sp>
        <p:nvSpPr>
          <p:cNvPr id="31" name="Title 30">
            <a:extLst>
              <a:ext uri="{FF2B5EF4-FFF2-40B4-BE49-F238E27FC236}">
                <a16:creationId xmlns:a16="http://schemas.microsoft.com/office/drawing/2014/main" id="{47A80ADE-A1EB-7E98-BF14-4966ED9D028F}"/>
              </a:ext>
            </a:extLst>
          </p:cNvPr>
          <p:cNvSpPr>
            <a:spLocks noGrp="1"/>
          </p:cNvSpPr>
          <p:nvPr>
            <p:ph type="title"/>
          </p:nvPr>
        </p:nvSpPr>
        <p:spPr>
          <a:xfrm>
            <a:off x="605364" y="498666"/>
            <a:ext cx="10854797" cy="646331"/>
          </a:xfrm>
        </p:spPr>
        <p:txBody>
          <a:bodyPr/>
          <a:lstStyle/>
          <a:p>
            <a:r>
              <a:rPr lang="en-US">
                <a:latin typeface="Open Sans" panose="020B0606030504020204" pitchFamily="34" charset="0"/>
              </a:rPr>
              <a:t>A running process is not always ready to score</a:t>
            </a:r>
          </a:p>
        </p:txBody>
      </p:sp>
      <p:sp>
        <p:nvSpPr>
          <p:cNvPr id="32" name="Rectangle 31">
            <a:extLst>
              <a:ext uri="{FF2B5EF4-FFF2-40B4-BE49-F238E27FC236}">
                <a16:creationId xmlns:a16="http://schemas.microsoft.com/office/drawing/2014/main" id="{F4550565-00B8-3114-99E5-5DBAE5BFF42E}"/>
              </a:ext>
            </a:extLst>
          </p:cNvPr>
          <p:cNvSpPr>
            <a:spLocks noGrp="1"/>
          </p:cNvSpPr>
          <p:nvPr/>
        </p:nvSpPr>
        <p:spPr>
          <a:xfrm>
            <a:off x="609600" y="303144"/>
            <a:ext cx="6858000" cy="228600"/>
          </a:xfrm>
          <a:prstGeom prst="rect">
            <a:avLst/>
          </a:prstGeom>
          <a:noFill/>
          <a:ln w="0">
            <a:noFill/>
            <a:prstDash val="solid"/>
          </a:ln>
        </p:spPr>
        <p:txBody>
          <a:bodyPr wrap="square"/>
          <a:lstStyle/>
          <a:p>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API READINESS</a:t>
            </a:r>
          </a:p>
        </p:txBody>
      </p:sp>
      <p:sp>
        <p:nvSpPr>
          <p:cNvPr id="33" name="Shape 1">
            <a:extLst>
              <a:ext uri="{FF2B5EF4-FFF2-40B4-BE49-F238E27FC236}">
                <a16:creationId xmlns:a16="http://schemas.microsoft.com/office/drawing/2014/main" id="{7AE339C5-13B6-7F46-860F-34C0EFA835CC}"/>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Tree>
    <p:custDataLst>
      <p:tags r:id="rId1"/>
    </p:custDataLst>
    <p:extLst>
      <p:ext uri="{BB962C8B-B14F-4D97-AF65-F5344CB8AC3E}">
        <p14:creationId xmlns:p14="http://schemas.microsoft.com/office/powerpoint/2010/main" val="36611465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31" name="Rounded Rectangle 30">
            <a:extLst>
              <a:ext uri="{FF2B5EF4-FFF2-40B4-BE49-F238E27FC236}">
                <a16:creationId xmlns:a16="http://schemas.microsoft.com/office/drawing/2014/main" id="{EC752239-7F9F-EF8D-F9B5-1D7778A03394}"/>
              </a:ext>
            </a:extLst>
          </p:cNvPr>
          <p:cNvSpPr>
            <a:spLocks/>
          </p:cNvSpPr>
          <p:nvPr/>
        </p:nvSpPr>
        <p:spPr>
          <a:xfrm>
            <a:off x="683983" y="4200477"/>
            <a:ext cx="10824035" cy="106802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30" name="Rounded Rectangle 29">
            <a:extLst>
              <a:ext uri="{FF2B5EF4-FFF2-40B4-BE49-F238E27FC236}">
                <a16:creationId xmlns:a16="http://schemas.microsoft.com/office/drawing/2014/main" id="{74885660-A566-839C-9D1A-924E457A40F1}"/>
              </a:ext>
            </a:extLst>
          </p:cNvPr>
          <p:cNvSpPr>
            <a:spLocks/>
          </p:cNvSpPr>
          <p:nvPr/>
        </p:nvSpPr>
        <p:spPr>
          <a:xfrm>
            <a:off x="683983" y="2972927"/>
            <a:ext cx="10824035" cy="106802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9" name="Rounded Rectangle 28">
            <a:extLst>
              <a:ext uri="{FF2B5EF4-FFF2-40B4-BE49-F238E27FC236}">
                <a16:creationId xmlns:a16="http://schemas.microsoft.com/office/drawing/2014/main" id="{930E1727-F762-BC6B-230E-0EEB93CA789C}"/>
              </a:ext>
            </a:extLst>
          </p:cNvPr>
          <p:cNvSpPr>
            <a:spLocks/>
          </p:cNvSpPr>
          <p:nvPr/>
        </p:nvSpPr>
        <p:spPr>
          <a:xfrm>
            <a:off x="683983" y="1745377"/>
            <a:ext cx="10824035" cy="106802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p:cNvSpPr txBox="1"/>
          <p:nvPr/>
        </p:nvSpPr>
        <p:spPr>
          <a:xfrm>
            <a:off x="972834" y="2093806"/>
            <a:ext cx="1389888" cy="384048"/>
          </a:xfrm>
          <a:prstGeom prst="rect">
            <a:avLst/>
          </a:prstGeom>
          <a:noFill/>
          <a:ln>
            <a:noFill/>
          </a:ln>
        </p:spPr>
        <p:txBody>
          <a:bodyPr wrap="square" lIns="0" tIns="0" rIns="0" bIns="0" anchor="t">
            <a:noAutofit/>
          </a:bodyPr>
          <a:lstStyle/>
          <a:p>
            <a:pPr algn="l">
              <a:lnSpc>
                <a:spcPct val="100000"/>
              </a:lnSpc>
              <a:spcAft>
                <a:spcPts val="0"/>
              </a:spcAft>
            </a:pPr>
            <a:r>
              <a:rPr lang="en-US" sz="2200" b="1" i="0">
                <a:solidFill>
                  <a:schemeClr val="accent2"/>
                </a:solidFill>
                <a:latin typeface="Open Sans" panose="020B0606030504020204" pitchFamily="34" charset="0"/>
                <a:ea typeface="Open Sans" panose="020B0606030504020204" pitchFamily="34" charset="0"/>
                <a:cs typeface="Open Sans" panose="020B0606030504020204" pitchFamily="34" charset="0"/>
              </a:rPr>
              <a:t>GO</a:t>
            </a:r>
          </a:p>
        </p:txBody>
      </p:sp>
      <p:sp>
        <p:nvSpPr>
          <p:cNvPr id="8" name="TextBox 7"/>
          <p:cNvSpPr txBox="1"/>
          <p:nvPr/>
        </p:nvSpPr>
        <p:spPr>
          <a:xfrm>
            <a:off x="2413014" y="2093806"/>
            <a:ext cx="1188720" cy="274320"/>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tx2"/>
                </a:solidFill>
                <a:latin typeface="Open Sans" panose="020B0606030504020204" pitchFamily="34" charset="0"/>
                <a:ea typeface="Open Sans" panose="020B0606030504020204" pitchFamily="34" charset="0"/>
                <a:cs typeface="Open Sans" panose="020B0606030504020204" pitchFamily="34" charset="0"/>
              </a:rPr>
              <a:t>USE WHEN</a:t>
            </a:r>
          </a:p>
        </p:txBody>
      </p:sp>
      <p:sp>
        <p:nvSpPr>
          <p:cNvPr id="9" name="TextBox 8">
            <a:extLst>
              <a:ext uri="{C183D7F6-B498-43B3-948B-1728B52AA6E4}">
                <adec:decorative xmlns:adec="http://schemas.microsoft.com/office/drawing/2017/decorative" val="0"/>
              </a:ext>
            </a:extLst>
          </p:cNvPr>
          <p:cNvSpPr txBox="1">
            <a:spLocks/>
          </p:cNvSpPr>
          <p:nvPr/>
        </p:nvSpPr>
        <p:spPr>
          <a:xfrm>
            <a:off x="3665742" y="2084662"/>
            <a:ext cx="3081528" cy="502920"/>
          </a:xfrm>
          <a:prstGeom prst="rect">
            <a:avLst/>
          </a:prstGeom>
          <a:noFill/>
          <a:ln>
            <a:noFill/>
          </a:ln>
        </p:spPr>
        <p:txBody>
          <a:bodyPr wrap="square" lIns="0" tIns="0" rIns="0" bIns="0" anchor="t">
            <a:noAutofit/>
          </a:bodyPr>
          <a:lstStyle/>
          <a:p>
            <a:pPr algn="l">
              <a:lnSpc>
                <a:spcPct val="100000"/>
              </a:lnSpc>
              <a:spcAft>
                <a:spcPts val="0"/>
              </a:spcAft>
            </a:pPr>
            <a:r>
              <a:rPr lang="en-US" sz="1400" b="0" i="0">
                <a:latin typeface="Open Sans" panose="020B0606030504020204" pitchFamily="34" charset="0"/>
                <a:ea typeface="Open Sans" panose="020B0606030504020204" pitchFamily="34" charset="0"/>
                <a:cs typeface="Open Sans" panose="020B0606030504020204" pitchFamily="34" charset="0"/>
              </a:rPr>
              <a:t>All mandatory gates pass</a:t>
            </a:r>
          </a:p>
        </p:txBody>
      </p:sp>
      <p:sp>
        <p:nvSpPr>
          <p:cNvPr id="10" name="TextBox 9"/>
          <p:cNvSpPr txBox="1"/>
          <p:nvPr/>
        </p:nvSpPr>
        <p:spPr>
          <a:xfrm>
            <a:off x="7149606" y="2093806"/>
            <a:ext cx="685800" cy="274320"/>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accent1"/>
                </a:solidFill>
                <a:latin typeface="Open Sans" panose="020B0606030504020204" pitchFamily="34" charset="0"/>
                <a:ea typeface="Open Sans" panose="020B0606030504020204" pitchFamily="34" charset="0"/>
                <a:cs typeface="Open Sans" panose="020B0606030504020204" pitchFamily="34" charset="0"/>
              </a:rPr>
              <a:t>NEXT</a:t>
            </a:r>
          </a:p>
        </p:txBody>
      </p:sp>
      <p:sp>
        <p:nvSpPr>
          <p:cNvPr id="11" name="TextBox 10"/>
          <p:cNvSpPr txBox="1"/>
          <p:nvPr/>
        </p:nvSpPr>
        <p:spPr>
          <a:xfrm>
            <a:off x="7935990" y="2084662"/>
            <a:ext cx="3063240" cy="502920"/>
          </a:xfrm>
          <a:prstGeom prst="rect">
            <a:avLst/>
          </a:prstGeom>
          <a:noFill/>
          <a:ln>
            <a:noFill/>
          </a:ln>
        </p:spPr>
        <p:txBody>
          <a:bodyPr wrap="square" lIns="0" tIns="0" rIns="0" bIns="0" anchor="t">
            <a:noAutofit/>
          </a:bodyPr>
          <a:lstStyle/>
          <a:p>
            <a:pPr algn="l">
              <a:lnSpc>
                <a:spcPct val="100000"/>
              </a:lnSpc>
              <a:spcAft>
                <a:spcPts val="0"/>
              </a:spcAft>
            </a:pPr>
            <a:r>
              <a:rPr lang="en-US" sz="1400" b="0" i="0">
                <a:latin typeface="Open Sans" panose="020B0606030504020204" pitchFamily="34" charset="0"/>
                <a:ea typeface="Open Sans" panose="020B0606030504020204" pitchFamily="34" charset="0"/>
                <a:cs typeface="Open Sans" panose="020B0606030504020204" pitchFamily="34" charset="0"/>
              </a:rPr>
              <a:t>Freeze evidence </a:t>
            </a:r>
            <a:r>
              <a:rPr sz="1400" b="0" i="0">
                <a:latin typeface="Open Sans" panose="020B0606030504020204" pitchFamily="34" charset="0"/>
                <a:ea typeface="Open Sans" panose="020B0606030504020204" pitchFamily="34" charset="0"/>
                <a:cs typeface="Open Sans" panose="020B0606030504020204" pitchFamily="34" charset="0"/>
              </a:rPr>
              <a:t>and </a:t>
            </a:r>
            <a:r>
              <a:rPr lang="en-US" sz="1400" b="0" i="0">
                <a:latin typeface="Open Sans" panose="020B0606030504020204" pitchFamily="34" charset="0"/>
                <a:ea typeface="Open Sans" panose="020B0606030504020204" pitchFamily="34" charset="0"/>
                <a:cs typeface="Open Sans" panose="020B0606030504020204" pitchFamily="34" charset="0"/>
              </a:rPr>
              <a:t>hand off</a:t>
            </a:r>
            <a:endParaRPr sz="1400" b="0" i="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p:cNvSpPr txBox="1"/>
          <p:nvPr/>
        </p:nvSpPr>
        <p:spPr>
          <a:xfrm>
            <a:off x="972834" y="3277739"/>
            <a:ext cx="1389888" cy="384048"/>
          </a:xfrm>
          <a:prstGeom prst="rect">
            <a:avLst/>
          </a:prstGeom>
          <a:noFill/>
          <a:ln>
            <a:noFill/>
          </a:ln>
        </p:spPr>
        <p:txBody>
          <a:bodyPr wrap="square" lIns="0" tIns="0" rIns="0" bIns="0" anchor="t">
            <a:noAutofit/>
          </a:bodyPr>
          <a:lstStyle/>
          <a:p>
            <a:pPr algn="l">
              <a:lnSpc>
                <a:spcPct val="100000"/>
              </a:lnSpc>
              <a:spcAft>
                <a:spcPts val="0"/>
              </a:spcAft>
            </a:pPr>
            <a:r>
              <a:rPr lang="en-US" sz="2200" b="1" i="0">
                <a:solidFill>
                  <a:schemeClr val="accent2"/>
                </a:solidFill>
                <a:latin typeface="Open Sans" panose="020B0606030504020204" pitchFamily="34" charset="0"/>
                <a:ea typeface="Open Sans" panose="020B0606030504020204" pitchFamily="34" charset="0"/>
                <a:cs typeface="Open Sans" panose="020B0606030504020204" pitchFamily="34" charset="0"/>
              </a:rPr>
              <a:t>REVISE</a:t>
            </a:r>
          </a:p>
        </p:txBody>
      </p:sp>
      <p:sp>
        <p:nvSpPr>
          <p:cNvPr id="14" name="TextBox 13"/>
          <p:cNvSpPr txBox="1"/>
          <p:nvPr/>
        </p:nvSpPr>
        <p:spPr>
          <a:xfrm>
            <a:off x="2413014" y="3277739"/>
            <a:ext cx="1188720" cy="274320"/>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tx2"/>
                </a:solidFill>
                <a:latin typeface="Open Sans" panose="020B0606030504020204" pitchFamily="34" charset="0"/>
                <a:ea typeface="Open Sans" panose="020B0606030504020204" pitchFamily="34" charset="0"/>
                <a:cs typeface="Open Sans" panose="020B0606030504020204" pitchFamily="34" charset="0"/>
              </a:rPr>
              <a:t>USE WHEN</a:t>
            </a:r>
          </a:p>
        </p:txBody>
      </p:sp>
      <p:sp>
        <p:nvSpPr>
          <p:cNvPr id="15" name="TextBox 14"/>
          <p:cNvSpPr txBox="1"/>
          <p:nvPr/>
        </p:nvSpPr>
        <p:spPr>
          <a:xfrm>
            <a:off x="3665742" y="3268595"/>
            <a:ext cx="3081528" cy="502920"/>
          </a:xfrm>
          <a:prstGeom prst="rect">
            <a:avLst/>
          </a:prstGeom>
          <a:noFill/>
          <a:ln>
            <a:noFill/>
          </a:ln>
        </p:spPr>
        <p:txBody>
          <a:bodyPr wrap="square" lIns="0" tIns="0" rIns="0" bIns="0" anchor="t">
            <a:noAutofit/>
          </a:bodyPr>
          <a:lstStyle/>
          <a:p>
            <a:pPr algn="l">
              <a:lnSpc>
                <a:spcPct val="100000"/>
              </a:lnSpc>
              <a:spcAft>
                <a:spcPts val="0"/>
              </a:spcAft>
            </a:pPr>
            <a:r>
              <a:rPr lang="en-US" sz="1400" b="0" i="0">
                <a:latin typeface="Open Sans" panose="020B0606030504020204" pitchFamily="34" charset="0"/>
                <a:ea typeface="Open Sans" panose="020B0606030504020204" pitchFamily="34" charset="0"/>
                <a:cs typeface="Open Sans" panose="020B0606030504020204" pitchFamily="34" charset="0"/>
              </a:rPr>
              <a:t>Implementation, policy, or evidence can be corrected</a:t>
            </a:r>
          </a:p>
        </p:txBody>
      </p:sp>
      <p:sp>
        <p:nvSpPr>
          <p:cNvPr id="16" name="TextBox 15"/>
          <p:cNvSpPr txBox="1"/>
          <p:nvPr/>
        </p:nvSpPr>
        <p:spPr>
          <a:xfrm>
            <a:off x="7149606" y="3277739"/>
            <a:ext cx="685800" cy="274320"/>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accent1"/>
                </a:solidFill>
                <a:latin typeface="Open Sans" panose="020B0606030504020204" pitchFamily="34" charset="0"/>
                <a:ea typeface="Open Sans" panose="020B0606030504020204" pitchFamily="34" charset="0"/>
                <a:cs typeface="Open Sans" panose="020B0606030504020204" pitchFamily="34" charset="0"/>
              </a:rPr>
              <a:t>NEXT</a:t>
            </a:r>
          </a:p>
        </p:txBody>
      </p:sp>
      <p:sp>
        <p:nvSpPr>
          <p:cNvPr id="17" name="TextBox 16">
            <a:extLst>
              <a:ext uri="{C183D7F6-B498-43B3-948B-1728B52AA6E4}">
                <adec:decorative xmlns:adec="http://schemas.microsoft.com/office/drawing/2017/decorative" val="0"/>
              </a:ext>
            </a:extLst>
          </p:cNvPr>
          <p:cNvSpPr txBox="1">
            <a:spLocks/>
          </p:cNvSpPr>
          <p:nvPr/>
        </p:nvSpPr>
        <p:spPr>
          <a:xfrm>
            <a:off x="7935990" y="3268595"/>
            <a:ext cx="3063240" cy="502920"/>
          </a:xfrm>
          <a:prstGeom prst="rect">
            <a:avLst/>
          </a:prstGeom>
          <a:noFill/>
          <a:ln>
            <a:noFill/>
          </a:ln>
        </p:spPr>
        <p:txBody>
          <a:bodyPr wrap="square" lIns="0" tIns="0" rIns="0" bIns="0" anchor="t">
            <a:noAutofit/>
          </a:bodyPr>
          <a:lstStyle/>
          <a:p>
            <a:pPr algn="l">
              <a:lnSpc>
                <a:spcPct val="100000"/>
              </a:lnSpc>
              <a:spcAft>
                <a:spcPts val="0"/>
              </a:spcAft>
            </a:pPr>
            <a:r>
              <a:rPr lang="en-US" sz="1400" b="0" i="0">
                <a:latin typeface="Open Sans" panose="020B0606030504020204" pitchFamily="34" charset="0"/>
                <a:ea typeface="Open Sans" panose="020B0606030504020204" pitchFamily="34" charset="0"/>
                <a:cs typeface="Open Sans" panose="020B0606030504020204" pitchFamily="34" charset="0"/>
              </a:rPr>
              <a:t>Version the change and rerun affected validation</a:t>
            </a:r>
          </a:p>
        </p:txBody>
      </p:sp>
      <p:sp>
        <p:nvSpPr>
          <p:cNvPr id="19" name="TextBox 18"/>
          <p:cNvSpPr txBox="1"/>
          <p:nvPr/>
        </p:nvSpPr>
        <p:spPr>
          <a:xfrm>
            <a:off x="972834" y="4527783"/>
            <a:ext cx="1389888" cy="384048"/>
          </a:xfrm>
          <a:prstGeom prst="rect">
            <a:avLst/>
          </a:prstGeom>
          <a:noFill/>
          <a:ln>
            <a:noFill/>
          </a:ln>
        </p:spPr>
        <p:txBody>
          <a:bodyPr wrap="square" lIns="0" tIns="0" rIns="0" bIns="0" anchor="t">
            <a:noAutofit/>
          </a:bodyPr>
          <a:lstStyle/>
          <a:p>
            <a:pPr algn="l">
              <a:lnSpc>
                <a:spcPct val="100000"/>
              </a:lnSpc>
              <a:spcAft>
                <a:spcPts val="0"/>
              </a:spcAft>
            </a:pPr>
            <a:r>
              <a:rPr lang="en-US" sz="2200" b="1" i="0">
                <a:solidFill>
                  <a:schemeClr val="accent2"/>
                </a:solidFill>
                <a:latin typeface="Open Sans" panose="020B0606030504020204" pitchFamily="34" charset="0"/>
                <a:ea typeface="Open Sans" panose="020B0606030504020204" pitchFamily="34" charset="0"/>
                <a:cs typeface="Open Sans" panose="020B0606030504020204" pitchFamily="34" charset="0"/>
              </a:rPr>
              <a:t>NO-GO</a:t>
            </a:r>
          </a:p>
        </p:txBody>
      </p:sp>
      <p:sp>
        <p:nvSpPr>
          <p:cNvPr id="20" name="TextBox 19">
            <a:extLst>
              <a:ext uri="{C183D7F6-B498-43B3-948B-1728B52AA6E4}">
                <adec:decorative xmlns:adec="http://schemas.microsoft.com/office/drawing/2017/decorative" val="0"/>
              </a:ext>
            </a:extLst>
          </p:cNvPr>
          <p:cNvSpPr txBox="1">
            <a:spLocks/>
          </p:cNvSpPr>
          <p:nvPr/>
        </p:nvSpPr>
        <p:spPr>
          <a:xfrm>
            <a:off x="2413014" y="4527783"/>
            <a:ext cx="1188720" cy="274320"/>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tx2"/>
                </a:solidFill>
                <a:latin typeface="Open Sans" panose="020B0606030504020204" pitchFamily="34" charset="0"/>
                <a:ea typeface="Open Sans" panose="020B0606030504020204" pitchFamily="34" charset="0"/>
                <a:cs typeface="Open Sans" panose="020B0606030504020204" pitchFamily="34" charset="0"/>
              </a:rPr>
              <a:t>USE WHEN</a:t>
            </a:r>
          </a:p>
        </p:txBody>
      </p:sp>
      <p:sp>
        <p:nvSpPr>
          <p:cNvPr id="21" name="TextBox 20"/>
          <p:cNvSpPr txBox="1"/>
          <p:nvPr/>
        </p:nvSpPr>
        <p:spPr>
          <a:xfrm>
            <a:off x="3665742" y="4518639"/>
            <a:ext cx="3081528" cy="502920"/>
          </a:xfrm>
          <a:prstGeom prst="rect">
            <a:avLst/>
          </a:prstGeom>
          <a:noFill/>
          <a:ln>
            <a:noFill/>
          </a:ln>
        </p:spPr>
        <p:txBody>
          <a:bodyPr wrap="square" lIns="0" tIns="0" rIns="0" bIns="0" anchor="t">
            <a:noAutofit/>
          </a:bodyPr>
          <a:lstStyle/>
          <a:p>
            <a:pPr algn="l">
              <a:lnSpc>
                <a:spcPct val="100000"/>
              </a:lnSpc>
              <a:spcAft>
                <a:spcPts val="0"/>
              </a:spcAft>
            </a:pPr>
            <a:r>
              <a:rPr lang="en-US" sz="1400" b="0" i="0">
                <a:latin typeface="Open Sans" panose="020B0606030504020204" pitchFamily="34" charset="0"/>
                <a:ea typeface="Open Sans" panose="020B0606030504020204" pitchFamily="34" charset="0"/>
                <a:cs typeface="Open Sans" panose="020B0606030504020204" pitchFamily="34" charset="0"/>
              </a:rPr>
              <a:t>Evidence cannot support the bounded use</a:t>
            </a:r>
          </a:p>
        </p:txBody>
      </p:sp>
      <p:sp>
        <p:nvSpPr>
          <p:cNvPr id="22" name="TextBox 21"/>
          <p:cNvSpPr txBox="1"/>
          <p:nvPr/>
        </p:nvSpPr>
        <p:spPr>
          <a:xfrm>
            <a:off x="7149606" y="4527783"/>
            <a:ext cx="685800" cy="274320"/>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chemeClr val="accent1"/>
                </a:solidFill>
                <a:latin typeface="Open Sans" panose="020B0606030504020204" pitchFamily="34" charset="0"/>
                <a:ea typeface="Open Sans" panose="020B0606030504020204" pitchFamily="34" charset="0"/>
                <a:cs typeface="Open Sans" panose="020B0606030504020204" pitchFamily="34" charset="0"/>
              </a:rPr>
              <a:t>NEXT</a:t>
            </a:r>
          </a:p>
        </p:txBody>
      </p:sp>
      <p:sp>
        <p:nvSpPr>
          <p:cNvPr id="23" name="TextBox 22">
            <a:extLst>
              <a:ext uri="{C183D7F6-B498-43B3-948B-1728B52AA6E4}">
                <adec:decorative xmlns:adec="http://schemas.microsoft.com/office/drawing/2017/decorative" val="0"/>
              </a:ext>
            </a:extLst>
          </p:cNvPr>
          <p:cNvSpPr txBox="1">
            <a:spLocks/>
          </p:cNvSpPr>
          <p:nvPr/>
        </p:nvSpPr>
        <p:spPr>
          <a:xfrm>
            <a:off x="7935990" y="4518639"/>
            <a:ext cx="3063240" cy="502920"/>
          </a:xfrm>
          <a:prstGeom prst="rect">
            <a:avLst/>
          </a:prstGeom>
          <a:noFill/>
          <a:ln>
            <a:noFill/>
          </a:ln>
        </p:spPr>
        <p:txBody>
          <a:bodyPr wrap="square" lIns="0" tIns="0" rIns="0" bIns="0" anchor="t">
            <a:noAutofit/>
          </a:bodyPr>
          <a:lstStyle/>
          <a:p>
            <a:pPr algn="l">
              <a:lnSpc>
                <a:spcPct val="100000"/>
              </a:lnSpc>
              <a:spcAft>
                <a:spcPts val="0"/>
              </a:spcAft>
            </a:pPr>
            <a:r>
              <a:rPr lang="en-US" sz="1400" b="0" i="0">
                <a:latin typeface="Open Sans" panose="020B0606030504020204" pitchFamily="34" charset="0"/>
                <a:ea typeface="Open Sans" panose="020B0606030504020204" pitchFamily="34" charset="0"/>
                <a:cs typeface="Open Sans" panose="020B0606030504020204" pitchFamily="34" charset="0"/>
              </a:rPr>
              <a:t>Stop exposure and revisit the contract</a:t>
            </a:r>
          </a:p>
        </p:txBody>
      </p:sp>
      <p:sp>
        <p:nvSpPr>
          <p:cNvPr id="26" name="Title 25">
            <a:extLst>
              <a:ext uri="{FF2B5EF4-FFF2-40B4-BE49-F238E27FC236}">
                <a16:creationId xmlns:a16="http://schemas.microsoft.com/office/drawing/2014/main" id="{42E4CFA0-0663-6A8D-D5C4-3AC9FDD88E99}"/>
              </a:ext>
            </a:extLst>
          </p:cNvPr>
          <p:cNvSpPr>
            <a:spLocks noGrp="1"/>
          </p:cNvSpPr>
          <p:nvPr>
            <p:ph type="title"/>
          </p:nvPr>
        </p:nvSpPr>
        <p:spPr>
          <a:xfrm>
            <a:off x="605364" y="498666"/>
            <a:ext cx="10854797" cy="646331"/>
          </a:xfrm>
        </p:spPr>
        <p:txBody>
          <a:bodyPr/>
          <a:lstStyle/>
          <a:p>
            <a:r>
              <a:rPr lang="en-US">
                <a:latin typeface="Open Sans" panose="020B0606030504020204" pitchFamily="34" charset="0"/>
              </a:rPr>
              <a:t>Evidence determines GO, REVISE, or NO-GO</a:t>
            </a:r>
          </a:p>
        </p:txBody>
      </p:sp>
      <p:sp>
        <p:nvSpPr>
          <p:cNvPr id="27" name="Rectangle 26">
            <a:extLst>
              <a:ext uri="{FF2B5EF4-FFF2-40B4-BE49-F238E27FC236}">
                <a16:creationId xmlns:a16="http://schemas.microsoft.com/office/drawing/2014/main" id="{3B6FB1FE-FD6D-11B4-E1E2-B44C934FEE7B}"/>
              </a:ext>
            </a:extLst>
          </p:cNvPr>
          <p:cNvSpPr>
            <a:spLocks noGrp="1"/>
          </p:cNvSpPr>
          <p:nvPr/>
        </p:nvSpPr>
        <p:spPr>
          <a:xfrm>
            <a:off x="609600" y="303144"/>
            <a:ext cx="6858000" cy="228600"/>
          </a:xfrm>
          <a:prstGeom prst="rect">
            <a:avLst/>
          </a:prstGeom>
          <a:noFill/>
          <a:ln w="0">
            <a:noFill/>
            <a:prstDash val="solid"/>
          </a:ln>
        </p:spPr>
        <p:txBody>
          <a:bodyPr wrap="square"/>
          <a:lstStyle/>
          <a:p>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RELEASE DECISION</a:t>
            </a:r>
          </a:p>
        </p:txBody>
      </p:sp>
      <p:sp>
        <p:nvSpPr>
          <p:cNvPr id="28" name="Shape 1">
            <a:extLst>
              <a:ext uri="{FF2B5EF4-FFF2-40B4-BE49-F238E27FC236}">
                <a16:creationId xmlns:a16="http://schemas.microsoft.com/office/drawing/2014/main" id="{38642EA7-8827-461A-AE8E-13B53F3B6D41}"/>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32" name="Google Shape;876;p100">
            <a:extLst>
              <a:ext uri="{FF2B5EF4-FFF2-40B4-BE49-F238E27FC236}">
                <a16:creationId xmlns:a16="http://schemas.microsoft.com/office/drawing/2014/main" id="{05F96814-FA31-2813-440B-89BCE19FE528}"/>
              </a:ext>
            </a:extLst>
          </p:cNvPr>
          <p:cNvSpPr/>
          <p:nvPr/>
        </p:nvSpPr>
        <p:spPr>
          <a:xfrm>
            <a:off x="683984" y="5660136"/>
            <a:ext cx="10824034" cy="493776"/>
          </a:xfrm>
          <a:prstGeom prst="roundRect">
            <a:avLst>
              <a:gd name="adj" fmla="val 16667"/>
            </a:avLst>
          </a:prstGeom>
          <a:solidFill>
            <a:schemeClr val="bg1">
              <a:lumMod val="95000"/>
            </a:schemeClr>
          </a:solidFill>
          <a:ln w="9525" cap="flat" cmpd="sng">
            <a:no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US" sz="1400">
                <a:latin typeface="Open Sans" panose="020B0606030504020204" pitchFamily="34" charset="0"/>
                <a:ea typeface="Open Sans" panose="020B0606030504020204" pitchFamily="34" charset="0"/>
                <a:cs typeface="Open Sans" panose="020B0606030504020204" pitchFamily="34" charset="0"/>
              </a:rPr>
              <a:t>Freeze means the bytes and policy stop changing during validation—not that production is approved.</a:t>
            </a:r>
          </a:p>
        </p:txBody>
      </p:sp>
    </p:spTree>
    <p:custDataLst>
      <p:tags r:id="rId1"/>
    </p:custDataLst>
    <p:extLst>
      <p:ext uri="{BB962C8B-B14F-4D97-AF65-F5344CB8AC3E}">
        <p14:creationId xmlns:p14="http://schemas.microsoft.com/office/powerpoint/2010/main" val="3135978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669FB69F-0DB5-B250-823E-41EBDA34A312}"/>
              </a:ext>
            </a:extLst>
          </p:cNvPr>
          <p:cNvSpPr/>
          <p:nvPr/>
        </p:nvSpPr>
        <p:spPr>
          <a:xfrm>
            <a:off x="683982" y="1465545"/>
            <a:ext cx="10824034" cy="858419"/>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6" name="Rounded Rectangle 25">
            <a:extLst>
              <a:ext uri="{FF2B5EF4-FFF2-40B4-BE49-F238E27FC236}">
                <a16:creationId xmlns:a16="http://schemas.microsoft.com/office/drawing/2014/main" id="{FFFA34A3-0EFE-3009-87FC-C1DBACEACBA8}"/>
              </a:ext>
            </a:extLst>
          </p:cNvPr>
          <p:cNvSpPr/>
          <p:nvPr/>
        </p:nvSpPr>
        <p:spPr>
          <a:xfrm>
            <a:off x="683982" y="2438400"/>
            <a:ext cx="10824034" cy="858419"/>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7" name="Rounded Rectangle 26">
            <a:extLst>
              <a:ext uri="{FF2B5EF4-FFF2-40B4-BE49-F238E27FC236}">
                <a16:creationId xmlns:a16="http://schemas.microsoft.com/office/drawing/2014/main" id="{8CEA6641-338A-0009-B45B-F3C65E68F634}"/>
              </a:ext>
            </a:extLst>
          </p:cNvPr>
          <p:cNvSpPr/>
          <p:nvPr/>
        </p:nvSpPr>
        <p:spPr>
          <a:xfrm>
            <a:off x="683982" y="3411255"/>
            <a:ext cx="10824034" cy="858419"/>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8" name="Rounded Rectangle 27">
            <a:extLst>
              <a:ext uri="{FF2B5EF4-FFF2-40B4-BE49-F238E27FC236}">
                <a16:creationId xmlns:a16="http://schemas.microsoft.com/office/drawing/2014/main" id="{E93E62CB-5E0F-5F33-24AC-3FE7C9F07D78}"/>
              </a:ext>
            </a:extLst>
          </p:cNvPr>
          <p:cNvSpPr/>
          <p:nvPr/>
        </p:nvSpPr>
        <p:spPr>
          <a:xfrm>
            <a:off x="683982" y="4384110"/>
            <a:ext cx="10824034" cy="858419"/>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3" name="Google Shape;876;p100">
            <a:extLst>
              <a:ext uri="{FF2B5EF4-FFF2-40B4-BE49-F238E27FC236}">
                <a16:creationId xmlns:a16="http://schemas.microsoft.com/office/drawing/2014/main" id="{6CF18C78-90B5-23CC-71F0-C25C8305EECD}"/>
              </a:ext>
            </a:extLst>
          </p:cNvPr>
          <p:cNvSpPr/>
          <p:nvPr/>
        </p:nvSpPr>
        <p:spPr>
          <a:xfrm>
            <a:off x="683984" y="5660136"/>
            <a:ext cx="10824034" cy="493776"/>
          </a:xfrm>
          <a:prstGeom prst="roundRect">
            <a:avLst>
              <a:gd name="adj" fmla="val 16667"/>
            </a:avLst>
          </a:prstGeom>
          <a:solidFill>
            <a:schemeClr val="bg1">
              <a:lumMod val="95000"/>
            </a:schemeClr>
          </a:solidFill>
          <a:ln w="9525" cap="flat" cmpd="sng">
            <a:no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US" sz="1400">
                <a:latin typeface="Open Sans" panose="020B0606030504020204" pitchFamily="34" charset="0"/>
                <a:ea typeface="Open Sans" panose="020B0606030504020204" pitchFamily="34" charset="0"/>
                <a:cs typeface="Open Sans" panose="020B0606030504020204" pitchFamily="34" charset="0"/>
              </a:rPr>
              <a:t>Show reasoning, state trade-offs, reconcile conflicts, and make the next action clear.</a:t>
            </a:r>
          </a:p>
        </p:txBody>
      </p:sp>
      <p:sp>
        <p:nvSpPr>
          <p:cNvPr id="24" name="Rectangle 23">
            <a:extLst>
              <a:ext uri="{FF2B5EF4-FFF2-40B4-BE49-F238E27FC236}">
                <a16:creationId xmlns:a16="http://schemas.microsoft.com/office/drawing/2014/main" id="{76A25147-A669-305F-57E2-C4298DECACCE}"/>
              </a:ext>
            </a:extLst>
          </p:cNvPr>
          <p:cNvSpPr>
            <a:spLocks noGrp="1"/>
          </p:cNvSpPr>
          <p:nvPr/>
        </p:nvSpPr>
        <p:spPr>
          <a:xfrm>
            <a:off x="609600" y="303144"/>
            <a:ext cx="6858000" cy="228600"/>
          </a:xfrm>
          <a:prstGeom prst="rect">
            <a:avLst/>
          </a:prstGeom>
          <a:noFill/>
          <a:ln w="0">
            <a:noFill/>
            <a:prstDash val="solid"/>
          </a:ln>
        </p:spPr>
        <p:txBody>
          <a:bodyPr wrap="square"/>
          <a:lstStyle/>
          <a:p>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API READINESS</a:t>
            </a:r>
          </a:p>
        </p:txBody>
      </p:sp>
      <p:sp>
        <p:nvSpPr>
          <p:cNvPr id="25" name="Shape 1">
            <a:extLst>
              <a:ext uri="{FF2B5EF4-FFF2-40B4-BE49-F238E27FC236}">
                <a16:creationId xmlns:a16="http://schemas.microsoft.com/office/drawing/2014/main" id="{3CA6A58D-B2AF-EE78-B2A7-0F6E7D6172EB}"/>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
        <p:nvSpPr>
          <p:cNvPr id="2" name="TextBox 1">
            <a:extLst>
              <a:ext uri="{C183D7F6-B498-43B3-948B-1728B52AA6E4}">
                <adec:decorative xmlns:adec="http://schemas.microsoft.com/office/drawing/2017/decorative" val="0"/>
              </a:ext>
            </a:extLst>
          </p:cNvPr>
          <p:cNvSpPr txBox="1">
            <a:spLocks/>
          </p:cNvSpPr>
          <p:nvPr/>
        </p:nvSpPr>
        <p:spPr>
          <a:xfrm>
            <a:off x="512064" y="-267806"/>
            <a:ext cx="4023360" cy="274320"/>
          </a:xfrm>
          <a:prstGeom prst="rect">
            <a:avLst/>
          </a:prstGeom>
          <a:noFill/>
          <a:ln>
            <a:noFill/>
          </a:ln>
        </p:spPr>
        <p:txBody>
          <a:bodyPr wrap="square" lIns="0" tIns="0" rIns="0" bIns="0" anchor="t">
            <a:noAutofit/>
          </a:bodyPr>
          <a:lstStyle/>
          <a:p>
            <a:pPr algn="l">
              <a:lnSpc>
                <a:spcPct val="100000"/>
              </a:lnSpc>
              <a:spcAft>
                <a:spcPts val="0"/>
              </a:spcAft>
            </a:pPr>
            <a:r>
              <a:rPr lang="en-US" sz="1400" b="1" i="0">
                <a:solidFill>
                  <a:srgbClr val="008F95"/>
                </a:solidFill>
                <a:latin typeface="Open Sans" panose="020B0606030504020204" pitchFamily="34" charset="0"/>
                <a:ea typeface="Open Sans" panose="020B0606030504020204" pitchFamily="34" charset="0"/>
                <a:cs typeface="Open Sans" panose="020B0606030504020204" pitchFamily="34" charset="0"/>
              </a:rPr>
              <a:t>FDE SOFT SKILLS</a:t>
            </a:r>
          </a:p>
        </p:txBody>
      </p:sp>
      <p:sp>
        <p:nvSpPr>
          <p:cNvPr id="8" name="TextBox 7"/>
          <p:cNvSpPr txBox="1"/>
          <p:nvPr/>
        </p:nvSpPr>
        <p:spPr>
          <a:xfrm>
            <a:off x="972020" y="1756368"/>
            <a:ext cx="32004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CURIOSITY BEFORE CERTAINTY</a:t>
            </a:r>
          </a:p>
        </p:txBody>
      </p:sp>
      <p:sp>
        <p:nvSpPr>
          <p:cNvPr id="9" name="TextBox 8"/>
          <p:cNvSpPr txBox="1"/>
          <p:nvPr/>
        </p:nvSpPr>
        <p:spPr>
          <a:xfrm>
            <a:off x="4297680" y="1747224"/>
            <a:ext cx="7210336" cy="576072"/>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Ask what the label means, who owns thresholds, and where policy must override.</a:t>
            </a:r>
          </a:p>
        </p:txBody>
      </p:sp>
      <p:sp>
        <p:nvSpPr>
          <p:cNvPr id="11" name="TextBox 10"/>
          <p:cNvSpPr txBox="1"/>
          <p:nvPr/>
        </p:nvSpPr>
        <p:spPr>
          <a:xfrm>
            <a:off x="972020" y="2739635"/>
            <a:ext cx="32004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CLARITY UNDER AMBIGUITY</a:t>
            </a:r>
          </a:p>
        </p:txBody>
      </p:sp>
      <p:sp>
        <p:nvSpPr>
          <p:cNvPr id="12" name="TextBox 11"/>
          <p:cNvSpPr txBox="1"/>
          <p:nvPr/>
        </p:nvSpPr>
        <p:spPr>
          <a:xfrm>
            <a:off x="4297680" y="2730491"/>
            <a:ext cx="7210336" cy="576072"/>
          </a:xfrm>
          <a:prstGeom prst="rect">
            <a:avLst/>
          </a:prstGeom>
          <a:noFill/>
          <a:ln>
            <a:noFill/>
          </a:ln>
        </p:spPr>
        <p:txBody>
          <a:bodyPr wrap="square" lIns="0" tIns="0" rIns="0" bIns="0" anchor="t">
            <a:noAutofit/>
          </a:bodyPr>
          <a:lstStyle/>
          <a:p>
            <a:pPr algn="l">
              <a:lnSpc>
                <a:spcPct val="100000"/>
              </a:lnSpc>
              <a:spcAft>
                <a:spcPts val="0"/>
              </a:spcAft>
            </a:pPr>
            <a:r>
              <a:rPr lang="en-US" sz="1400" b="0" i="0">
                <a:latin typeface="Open Sans" panose="020B0606030504020204" pitchFamily="34" charset="0"/>
                <a:ea typeface="Open Sans" panose="020B0606030504020204" pitchFamily="34" charset="0"/>
                <a:cs typeface="Open Sans" panose="020B0606030504020204" pitchFamily="34" charset="0"/>
              </a:rPr>
              <a:t>Turn </a:t>
            </a:r>
            <a:r>
              <a:rPr sz="1400" b="0" i="0">
                <a:latin typeface="Open Sans" panose="020B0606030504020204" pitchFamily="34" charset="0"/>
                <a:ea typeface="Open Sans" panose="020B0606030504020204" pitchFamily="34" charset="0"/>
                <a:cs typeface="Open Sans" panose="020B0606030504020204" pitchFamily="34" charset="0"/>
              </a:rPr>
              <a:t>fuzzy requests into a decision contract, named states, and next actions.</a:t>
            </a:r>
          </a:p>
        </p:txBody>
      </p:sp>
      <p:sp>
        <p:nvSpPr>
          <p:cNvPr id="14" name="TextBox 13"/>
          <p:cNvSpPr txBox="1"/>
          <p:nvPr/>
        </p:nvSpPr>
        <p:spPr>
          <a:xfrm>
            <a:off x="972020" y="3723570"/>
            <a:ext cx="32004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STAKEHOLDER EMPATHY</a:t>
            </a:r>
          </a:p>
        </p:txBody>
      </p:sp>
      <p:sp>
        <p:nvSpPr>
          <p:cNvPr id="15" name="TextBox 14"/>
          <p:cNvSpPr txBox="1"/>
          <p:nvPr/>
        </p:nvSpPr>
        <p:spPr>
          <a:xfrm>
            <a:off x="4297680" y="3714426"/>
            <a:ext cx="7210336" cy="576072"/>
          </a:xfrm>
          <a:prstGeom prst="rect">
            <a:avLst/>
          </a:prstGeom>
          <a:noFill/>
          <a:ln>
            <a:noFill/>
          </a:ln>
        </p:spPr>
        <p:txBody>
          <a:bodyPr wrap="square" lIns="0" tIns="0" rIns="0" bIns="0" anchor="t">
            <a:noAutofit/>
          </a:bodyPr>
          <a:lstStyle/>
          <a:p>
            <a:pPr algn="l">
              <a:lnSpc>
                <a:spcPct val="100000"/>
              </a:lnSpc>
              <a:spcAft>
                <a:spcPts val="0"/>
              </a:spcAft>
            </a:pPr>
            <a:r>
              <a:rPr sz="1400" b="0" i="0">
                <a:latin typeface="Open Sans" panose="020B0606030504020204" pitchFamily="34" charset="0"/>
                <a:ea typeface="Open Sans" panose="020B0606030504020204" pitchFamily="34" charset="0"/>
                <a:cs typeface="Open Sans" panose="020B0606030504020204" pitchFamily="34" charset="0"/>
              </a:rPr>
              <a:t>Explain the signal in </a:t>
            </a:r>
            <a:r>
              <a:rPr lang="en-US" sz="1400" b="0" i="0">
                <a:latin typeface="Open Sans" panose="020B0606030504020204" pitchFamily="34" charset="0"/>
                <a:ea typeface="Open Sans" panose="020B0606030504020204" pitchFamily="34" charset="0"/>
                <a:cs typeface="Open Sans" panose="020B0606030504020204" pitchFamily="34" charset="0"/>
              </a:rPr>
              <a:t>reviewer </a:t>
            </a:r>
            <a:r>
              <a:rPr sz="1400" b="0" i="0">
                <a:latin typeface="Open Sans" panose="020B0606030504020204" pitchFamily="34" charset="0"/>
                <a:ea typeface="Open Sans" panose="020B0606030504020204" pitchFamily="34" charset="0"/>
                <a:cs typeface="Open Sans" panose="020B0606030504020204" pitchFamily="34" charset="0"/>
              </a:rPr>
              <a:t>language</a:t>
            </a:r>
            <a:r>
              <a:rPr lang="en-US" sz="1400" b="0" i="0">
                <a:latin typeface="Open Sans" panose="020B0606030504020204" pitchFamily="34" charset="0"/>
                <a:ea typeface="Open Sans" panose="020B0606030504020204" pitchFamily="34" charset="0"/>
                <a:cs typeface="Open Sans" panose="020B0606030504020204" pitchFamily="34" charset="0"/>
              </a:rPr>
              <a:t> and </a:t>
            </a:r>
            <a:r>
              <a:rPr sz="1400" b="0" i="0">
                <a:latin typeface="Open Sans" panose="020B0606030504020204" pitchFamily="34" charset="0"/>
                <a:ea typeface="Open Sans" panose="020B0606030504020204" pitchFamily="34" charset="0"/>
                <a:cs typeface="Open Sans" panose="020B0606030504020204" pitchFamily="34" charset="0"/>
              </a:rPr>
              <a:t>surface limitations </a:t>
            </a:r>
            <a:r>
              <a:rPr lang="en-US" sz="1400" b="0" i="0">
                <a:latin typeface="Open Sans" panose="020B0606030504020204" pitchFamily="34" charset="0"/>
                <a:ea typeface="Open Sans" panose="020B0606030504020204" pitchFamily="34" charset="0"/>
                <a:cs typeface="Open Sans" panose="020B0606030504020204" pitchFamily="34" charset="0"/>
              </a:rPr>
              <a:t>plainly</a:t>
            </a:r>
            <a:r>
              <a:rPr sz="1400" b="0" i="0">
                <a:latin typeface="Open Sans" panose="020B0606030504020204" pitchFamily="34" charset="0"/>
                <a:ea typeface="Open Sans" panose="020B0606030504020204" pitchFamily="34" charset="0"/>
                <a:cs typeface="Open Sans" panose="020B0606030504020204" pitchFamily="34" charset="0"/>
              </a:rPr>
              <a:t>.</a:t>
            </a:r>
          </a:p>
        </p:txBody>
      </p:sp>
      <p:sp>
        <p:nvSpPr>
          <p:cNvPr id="17" name="TextBox 16"/>
          <p:cNvSpPr txBox="1"/>
          <p:nvPr/>
        </p:nvSpPr>
        <p:spPr>
          <a:xfrm>
            <a:off x="972020" y="4660542"/>
            <a:ext cx="3200400" cy="274320"/>
          </a:xfrm>
          <a:prstGeom prst="rect">
            <a:avLst/>
          </a:prstGeom>
          <a:noFill/>
          <a:ln>
            <a:noFill/>
          </a:ln>
        </p:spPr>
        <p:txBody>
          <a:bodyPr wrap="square" lIns="0" tIns="0" rIns="0" bIns="0" anchor="t">
            <a:noAutofit/>
          </a:bodyPr>
          <a:lstStyle/>
          <a:p>
            <a:pPr algn="l">
              <a:lnSpc>
                <a:spcPct val="100000"/>
              </a:lnSpc>
              <a:spcAft>
                <a:spcPts val="0"/>
              </a:spcAft>
            </a:pPr>
            <a:r>
              <a:rPr sz="1600" b="1" i="0">
                <a:solidFill>
                  <a:schemeClr val="accent2"/>
                </a:solidFill>
                <a:latin typeface="Open Sans" panose="020B0606030504020204" pitchFamily="34" charset="0"/>
                <a:ea typeface="Open Sans" panose="020B0606030504020204" pitchFamily="34" charset="0"/>
                <a:cs typeface="Open Sans" panose="020B0606030504020204" pitchFamily="34" charset="0"/>
              </a:rPr>
              <a:t>DELIVERY OWNERSHIP</a:t>
            </a:r>
          </a:p>
        </p:txBody>
      </p:sp>
      <p:sp>
        <p:nvSpPr>
          <p:cNvPr id="18" name="TextBox 17"/>
          <p:cNvSpPr txBox="1"/>
          <p:nvPr/>
        </p:nvSpPr>
        <p:spPr>
          <a:xfrm>
            <a:off x="4297680" y="4651399"/>
            <a:ext cx="7210336" cy="576072"/>
          </a:xfrm>
          <a:prstGeom prst="rect">
            <a:avLst/>
          </a:prstGeom>
          <a:noFill/>
          <a:ln>
            <a:noFill/>
          </a:ln>
        </p:spPr>
        <p:txBody>
          <a:bodyPr wrap="square" lIns="0" tIns="0" rIns="0" bIns="0" anchor="t">
            <a:noAutofit/>
          </a:bodyPr>
          <a:lstStyle/>
          <a:p>
            <a:pPr algn="l">
              <a:lnSpc>
                <a:spcPct val="100000"/>
              </a:lnSpc>
              <a:spcAft>
                <a:spcPts val="0"/>
              </a:spcAft>
            </a:pPr>
            <a:r>
              <a:rPr lang="en-US" sz="1400" b="0" i="0">
                <a:latin typeface="Open Sans" panose="020B0606030504020204" pitchFamily="34" charset="0"/>
                <a:ea typeface="Open Sans" panose="020B0606030504020204" pitchFamily="34" charset="0"/>
                <a:cs typeface="Open Sans" panose="020B0606030504020204" pitchFamily="34" charset="0"/>
              </a:rPr>
              <a:t>Leave </a:t>
            </a:r>
            <a:r>
              <a:rPr sz="1400" b="0" i="0">
                <a:latin typeface="Open Sans" panose="020B0606030504020204" pitchFamily="34" charset="0"/>
                <a:ea typeface="Open Sans" panose="020B0606030504020204" pitchFamily="34" charset="0"/>
                <a:cs typeface="Open Sans" panose="020B0606030504020204" pitchFamily="34" charset="0"/>
              </a:rPr>
              <a:t>reproducible evidence, </a:t>
            </a:r>
            <a:r>
              <a:rPr lang="en-US" sz="1400" b="0" i="0">
                <a:latin typeface="Open Sans" panose="020B0606030504020204" pitchFamily="34" charset="0"/>
                <a:ea typeface="Open Sans" panose="020B0606030504020204" pitchFamily="34" charset="0"/>
                <a:cs typeface="Open Sans" panose="020B0606030504020204" pitchFamily="34" charset="0"/>
              </a:rPr>
              <a:t>meaningful checkpoints, </a:t>
            </a:r>
            <a:r>
              <a:rPr sz="1400" b="0" i="0">
                <a:latin typeface="Open Sans" panose="020B0606030504020204" pitchFamily="34" charset="0"/>
                <a:ea typeface="Open Sans" panose="020B0606030504020204" pitchFamily="34" charset="0"/>
                <a:cs typeface="Open Sans" panose="020B0606030504020204" pitchFamily="34" charset="0"/>
              </a:rPr>
              <a:t>and an operable handoff.</a:t>
            </a:r>
          </a:p>
        </p:txBody>
      </p:sp>
      <p:sp>
        <p:nvSpPr>
          <p:cNvPr id="5" name="Title 4">
            <a:extLst>
              <a:ext uri="{FF2B5EF4-FFF2-40B4-BE49-F238E27FC236}">
                <a16:creationId xmlns:a16="http://schemas.microsoft.com/office/drawing/2014/main" id="{F4790593-355B-71FC-7A78-2A2F105012D0}"/>
              </a:ext>
            </a:extLst>
          </p:cNvPr>
          <p:cNvSpPr>
            <a:spLocks noGrp="1"/>
          </p:cNvSpPr>
          <p:nvPr>
            <p:ph type="title"/>
          </p:nvPr>
        </p:nvSpPr>
        <p:spPr>
          <a:xfrm>
            <a:off x="605364" y="498666"/>
            <a:ext cx="11117244" cy="646331"/>
          </a:xfrm>
        </p:spPr>
        <p:txBody>
          <a:bodyPr/>
          <a:lstStyle/>
          <a:p>
            <a:r>
              <a:rPr lang="en-US">
                <a:latin typeface="Open Sans" panose="020B0606030504020204" pitchFamily="34" charset="0"/>
              </a:rPr>
              <a:t>Make technical judgment visible and actionable</a:t>
            </a:r>
          </a:p>
        </p:txBody>
      </p:sp>
    </p:spTree>
    <p:custDataLst>
      <p:tags r:id="rId1"/>
    </p:custDataLst>
    <p:extLst>
      <p:ext uri="{BB962C8B-B14F-4D97-AF65-F5344CB8AC3E}">
        <p14:creationId xmlns:p14="http://schemas.microsoft.com/office/powerpoint/2010/main" val="40803001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CDC1DDD6-3246-923F-7AB5-0C82B949EB2B}"/>
              </a:ext>
            </a:extLst>
          </p:cNvPr>
          <p:cNvSpPr/>
          <p:nvPr/>
        </p:nvSpPr>
        <p:spPr>
          <a:xfrm>
            <a:off x="683983" y="2036544"/>
            <a:ext cx="5178198" cy="3487134"/>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7" name="Rounded Rectangle 16">
            <a:extLst>
              <a:ext uri="{FF2B5EF4-FFF2-40B4-BE49-F238E27FC236}">
                <a16:creationId xmlns:a16="http://schemas.microsoft.com/office/drawing/2014/main" id="{EBC0798A-BD3A-B35F-7A48-4623BE30A203}"/>
              </a:ext>
            </a:extLst>
          </p:cNvPr>
          <p:cNvSpPr/>
          <p:nvPr/>
        </p:nvSpPr>
        <p:spPr>
          <a:xfrm>
            <a:off x="6333222" y="2036544"/>
            <a:ext cx="5178198" cy="3487134"/>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8" name="Google Shape;876;p100">
            <a:extLst>
              <a:ext uri="{FF2B5EF4-FFF2-40B4-BE49-F238E27FC236}">
                <a16:creationId xmlns:a16="http://schemas.microsoft.com/office/drawing/2014/main" id="{B06F9F5B-01B7-4D5E-2EA0-07642B00E32E}"/>
              </a:ext>
            </a:extLst>
          </p:cNvPr>
          <p:cNvSpPr/>
          <p:nvPr/>
        </p:nvSpPr>
        <p:spPr>
          <a:xfrm>
            <a:off x="658368" y="5738681"/>
            <a:ext cx="10824034" cy="493776"/>
          </a:xfrm>
          <a:prstGeom prst="roundRect">
            <a:avLst>
              <a:gd name="adj" fmla="val 16667"/>
            </a:avLst>
          </a:prstGeom>
          <a:solidFill>
            <a:srgbClr val="F1F1F1"/>
          </a:solidFill>
          <a:ln w="9525" cap="flat" cmpd="sng">
            <a:solidFill>
              <a:srgbClr val="F1F1F1"/>
            </a:solidFill>
            <a:prstDash val="solid"/>
            <a:miter lim="8000"/>
            <a:headEnd type="none" w="sm" len="sm"/>
            <a:tailEnd type="none" w="sm" len="sm"/>
          </a:ln>
        </p:spPr>
        <p:txBody>
          <a:bodyPr spcFirstLastPara="1" wrap="square" lIns="109725" tIns="18275" rIns="109725" bIns="18275" anchor="ctr" anchorCtr="0">
            <a:noAutofit/>
          </a:bodyPr>
          <a:lstStyle/>
          <a:p>
            <a:pPr algn="ctr"/>
            <a:r>
              <a:rPr lang="en-US" sz="1400" b="1">
                <a:latin typeface="Open Sans" panose="020B0606030504020204" pitchFamily="34" charset="0"/>
                <a:ea typeface="Open Sans" panose="020B0606030504020204" pitchFamily="34" charset="0"/>
                <a:cs typeface="Open Sans" panose="020B0606030504020204" pitchFamily="34" charset="0"/>
              </a:rPr>
              <a:t>Final FDE question: </a:t>
            </a:r>
            <a:r>
              <a:rPr lang="en-US" sz="1400">
                <a:latin typeface="Open Sans" panose="020B0606030504020204" pitchFamily="34" charset="0"/>
                <a:ea typeface="Open Sans" panose="020B0606030504020204" pitchFamily="34" charset="0"/>
                <a:cs typeface="Open Sans" panose="020B0606030504020204" pitchFamily="34" charset="0"/>
              </a:rPr>
              <a:t>Can the customer operate this safely after I leave?</a:t>
            </a:r>
          </a:p>
        </p:txBody>
      </p:sp>
      <p:sp>
        <p:nvSpPr>
          <p:cNvPr id="7" name="TextBox 6"/>
          <p:cNvSpPr txBox="1">
            <a:spLocks/>
          </p:cNvSpPr>
          <p:nvPr/>
        </p:nvSpPr>
        <p:spPr>
          <a:xfrm>
            <a:off x="955548" y="2207738"/>
            <a:ext cx="4706216" cy="345954"/>
          </a:xfrm>
          <a:prstGeom prst="rect">
            <a:avLst/>
          </a:prstGeom>
          <a:noFill/>
          <a:ln>
            <a:noFill/>
          </a:ln>
        </p:spPr>
        <p:txBody>
          <a:bodyPr wrap="square" lIns="0" tIns="0" rIns="0" bIns="0" anchor="t">
            <a:noAutofit/>
          </a:bodyPr>
          <a:lstStyle/>
          <a:p>
            <a:pPr algn="ctr">
              <a:lnSpc>
                <a:spcPct val="100000"/>
              </a:lnSpc>
              <a:spcAft>
                <a:spcPts val="0"/>
              </a:spcAft>
            </a:pPr>
            <a:r>
              <a:rPr lang="en-US"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SUBMIT</a:t>
            </a:r>
          </a:p>
        </p:txBody>
      </p:sp>
      <p:sp>
        <p:nvSpPr>
          <p:cNvPr id="8" name="TextBox 7"/>
          <p:cNvSpPr txBox="1">
            <a:spLocks/>
          </p:cNvSpPr>
          <p:nvPr/>
        </p:nvSpPr>
        <p:spPr>
          <a:xfrm>
            <a:off x="955548" y="2737330"/>
            <a:ext cx="4892040" cy="2658233"/>
          </a:xfrm>
          <a:prstGeom prst="rect">
            <a:avLst/>
          </a:prstGeom>
          <a:noFill/>
          <a:ln>
            <a:noFill/>
          </a:ln>
        </p:spPr>
        <p:txBody>
          <a:bodyPr wrap="square" lIns="18288" tIns="18288" rIns="18288" bIns="18288" anchor="t">
            <a:noAutofit/>
          </a:bodyPr>
          <a:lstStyle/>
          <a:p>
            <a:pPr>
              <a:lnSpc>
                <a:spcPct val="105000"/>
              </a:lnSpc>
              <a:spcAft>
                <a:spcPts val="1200"/>
              </a:spcAft>
            </a:pPr>
            <a:r>
              <a:rPr lang="en-US" sz="1600" b="1">
                <a:latin typeface="Open Sans" panose="020B0606030504020204" pitchFamily="34" charset="0"/>
                <a:ea typeface="Open Sans" panose="020B0606030504020204" pitchFamily="34" charset="0"/>
                <a:cs typeface="Open Sans" panose="020B0606030504020204" pitchFamily="34" charset="0"/>
              </a:rPr>
              <a:t>Source repository  </a:t>
            </a:r>
            <a:r>
              <a:rPr lang="en-US" sz="1600">
                <a:latin typeface="Open Sans" panose="020B0606030504020204" pitchFamily="34" charset="0"/>
                <a:ea typeface="Open Sans" panose="020B0606030504020204" pitchFamily="34" charset="0"/>
                <a:cs typeface="Open Sans" panose="020B0606030504020204" pitchFamily="34" charset="0"/>
              </a:rPr>
              <a:t>implementation, tests, specs, rules, data card, Git history</a:t>
            </a:r>
          </a:p>
          <a:p>
            <a:pPr>
              <a:lnSpc>
                <a:spcPct val="105000"/>
              </a:lnSpc>
              <a:spcAft>
                <a:spcPts val="1200"/>
              </a:spcAft>
            </a:pPr>
            <a:r>
              <a:rPr lang="en-US" sz="1600" b="1">
                <a:latin typeface="Open Sans" panose="020B0606030504020204" pitchFamily="34" charset="0"/>
                <a:ea typeface="Open Sans" panose="020B0606030504020204" pitchFamily="34" charset="0"/>
                <a:cs typeface="Open Sans" panose="020B0606030504020204" pitchFamily="34" charset="0"/>
              </a:rPr>
              <a:t>Model evidence  </a:t>
            </a:r>
            <a:r>
              <a:rPr lang="en-US" sz="1600">
                <a:latin typeface="Open Sans" panose="020B0606030504020204" pitchFamily="34" charset="0"/>
                <a:ea typeface="Open Sans" panose="020B0606030504020204" pitchFamily="34" charset="0"/>
                <a:cs typeface="Open Sans" panose="020B0606030504020204" pitchFamily="34" charset="0"/>
              </a:rPr>
              <a:t>scorecard, bands, critical slices, limitations</a:t>
            </a:r>
          </a:p>
          <a:p>
            <a:pPr>
              <a:lnSpc>
                <a:spcPct val="105000"/>
              </a:lnSpc>
              <a:spcAft>
                <a:spcPts val="1200"/>
              </a:spcAft>
            </a:pPr>
            <a:r>
              <a:rPr lang="en-US" sz="1600" b="1">
                <a:latin typeface="Open Sans" panose="020B0606030504020204" pitchFamily="34" charset="0"/>
                <a:ea typeface="Open Sans" panose="020B0606030504020204" pitchFamily="34" charset="0"/>
                <a:cs typeface="Open Sans" panose="020B0606030504020204" pitchFamily="34" charset="0"/>
              </a:rPr>
              <a:t>Release candidate  </a:t>
            </a:r>
            <a:r>
              <a:rPr lang="en-US" sz="1600">
                <a:latin typeface="Open Sans" panose="020B0606030504020204" pitchFamily="34" charset="0"/>
                <a:ea typeface="Open Sans" panose="020B0606030504020204" pitchFamily="34" charset="0"/>
                <a:cs typeface="Open Sans" panose="020B0606030504020204" pitchFamily="34" charset="0"/>
              </a:rPr>
              <a:t>artifact, manifest, matching SHA-256</a:t>
            </a:r>
          </a:p>
          <a:p>
            <a:pPr>
              <a:lnSpc>
                <a:spcPct val="105000"/>
              </a:lnSpc>
              <a:spcAft>
                <a:spcPts val="1200"/>
              </a:spcAft>
            </a:pPr>
            <a:r>
              <a:rPr lang="en-US" sz="1600" b="1">
                <a:latin typeface="Open Sans" panose="020B0606030504020204" pitchFamily="34" charset="0"/>
                <a:ea typeface="Open Sans" panose="020B0606030504020204" pitchFamily="34" charset="0"/>
                <a:cs typeface="Open Sans" panose="020B0606030504020204" pitchFamily="34" charset="0"/>
              </a:rPr>
              <a:t>Evidence pack  </a:t>
            </a:r>
            <a:r>
              <a:rPr lang="en-US" sz="1600">
                <a:latin typeface="Open Sans" panose="020B0606030504020204" pitchFamily="34" charset="0"/>
                <a:ea typeface="Open Sans" panose="020B0606030504020204" pitchFamily="34" charset="0"/>
                <a:cs typeface="Open Sans" panose="020B0606030504020204" pitchFamily="34" charset="0"/>
              </a:rPr>
              <a:t>test results, operational handoff, submission checklist</a:t>
            </a:r>
          </a:p>
        </p:txBody>
      </p:sp>
      <p:sp>
        <p:nvSpPr>
          <p:cNvPr id="10" name="TextBox 9"/>
          <p:cNvSpPr txBox="1">
            <a:spLocks/>
          </p:cNvSpPr>
          <p:nvPr/>
        </p:nvSpPr>
        <p:spPr>
          <a:xfrm>
            <a:off x="6608231" y="2207738"/>
            <a:ext cx="4706216" cy="345954"/>
          </a:xfrm>
          <a:prstGeom prst="rect">
            <a:avLst/>
          </a:prstGeom>
          <a:noFill/>
          <a:ln>
            <a:noFill/>
          </a:ln>
        </p:spPr>
        <p:txBody>
          <a:bodyPr wrap="square" lIns="0" tIns="0" rIns="0" bIns="0" anchor="t">
            <a:noAutofit/>
          </a:bodyPr>
          <a:lstStyle/>
          <a:p>
            <a:pPr algn="ctr">
              <a:lnSpc>
                <a:spcPct val="100000"/>
              </a:lnSpc>
              <a:spcAft>
                <a:spcPts val="0"/>
              </a:spcAft>
            </a:pPr>
            <a:r>
              <a:rPr lang="en-US"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PROVE</a:t>
            </a:r>
          </a:p>
        </p:txBody>
      </p:sp>
      <p:sp>
        <p:nvSpPr>
          <p:cNvPr id="11" name="TextBox 10"/>
          <p:cNvSpPr txBox="1">
            <a:spLocks/>
          </p:cNvSpPr>
          <p:nvPr/>
        </p:nvSpPr>
        <p:spPr>
          <a:xfrm>
            <a:off x="6608231" y="2737330"/>
            <a:ext cx="4754880" cy="2658233"/>
          </a:xfrm>
          <a:prstGeom prst="rect">
            <a:avLst/>
          </a:prstGeom>
          <a:noFill/>
          <a:ln>
            <a:noFill/>
          </a:ln>
        </p:spPr>
        <p:txBody>
          <a:bodyPr wrap="square" lIns="18288" tIns="18288" rIns="18288" bIns="18288" anchor="t">
            <a:noAutofit/>
          </a:bodyPr>
          <a:lstStyle/>
          <a:p>
            <a:pPr>
              <a:lnSpc>
                <a:spcPct val="105000"/>
              </a:lnSpc>
              <a:spcAft>
                <a:spcPts val="1200"/>
              </a:spcAft>
            </a:pPr>
            <a:r>
              <a:rPr lang="en-US" sz="1600" b="1">
                <a:latin typeface="Open Sans" panose="020B0606030504020204" pitchFamily="34" charset="0"/>
                <a:ea typeface="Open Sans" panose="020B0606030504020204" pitchFamily="34" charset="0"/>
                <a:cs typeface="Open Sans" panose="020B0606030504020204" pitchFamily="34" charset="0"/>
              </a:rPr>
              <a:t>94 tests  </a:t>
            </a:r>
            <a:r>
              <a:rPr lang="en-US" sz="1600">
                <a:latin typeface="Open Sans" panose="020B0606030504020204" pitchFamily="34" charset="0"/>
                <a:ea typeface="Open Sans" panose="020B0606030504020204" pitchFamily="34" charset="0"/>
                <a:cs typeface="Open Sans" panose="020B0606030504020204" pitchFamily="34" charset="0"/>
              </a:rPr>
              <a:t>all pass</a:t>
            </a:r>
          </a:p>
          <a:p>
            <a:pPr>
              <a:lnSpc>
                <a:spcPct val="105000"/>
              </a:lnSpc>
              <a:spcAft>
                <a:spcPts val="1200"/>
              </a:spcAft>
            </a:pPr>
            <a:r>
              <a:rPr lang="en-US" sz="1600" b="1">
                <a:latin typeface="Open Sans" panose="020B0606030504020204" pitchFamily="34" charset="0"/>
                <a:ea typeface="Open Sans" panose="020B0606030504020204" pitchFamily="34" charset="0"/>
                <a:cs typeface="Open Sans" panose="020B0606030504020204" pitchFamily="34" charset="0"/>
              </a:rPr>
              <a:t>Coverage  </a:t>
            </a:r>
            <a:r>
              <a:rPr lang="en-US" sz="1600">
                <a:latin typeface="Open Sans" panose="020B0606030504020204" pitchFamily="34" charset="0"/>
                <a:ea typeface="Open Sans" panose="020B0606030504020204" pitchFamily="34" charset="0"/>
                <a:cs typeface="Open Sans" panose="020B0606030504020204" pitchFamily="34" charset="0"/>
              </a:rPr>
              <a:t>at least 85%</a:t>
            </a:r>
          </a:p>
          <a:p>
            <a:pPr>
              <a:lnSpc>
                <a:spcPct val="105000"/>
              </a:lnSpc>
              <a:spcAft>
                <a:spcPts val="1200"/>
              </a:spcAft>
            </a:pPr>
            <a:r>
              <a:rPr lang="en-US" sz="1600" b="1">
                <a:latin typeface="Open Sans" panose="020B0606030504020204" pitchFamily="34" charset="0"/>
                <a:ea typeface="Open Sans" panose="020B0606030504020204" pitchFamily="34" charset="0"/>
                <a:cs typeface="Open Sans" panose="020B0606030504020204" pitchFamily="34" charset="0"/>
              </a:rPr>
              <a:t>Failure behavior  </a:t>
            </a:r>
            <a:r>
              <a:rPr lang="en-US" sz="1600">
                <a:latin typeface="Open Sans" panose="020B0606030504020204" pitchFamily="34" charset="0"/>
                <a:ea typeface="Open Sans" panose="020B0606030504020204" pitchFamily="34" charset="0"/>
                <a:cs typeface="Open Sans" panose="020B0606030504020204" pitchFamily="34" charset="0"/>
              </a:rPr>
              <a:t>blocked and unavailable paths demonstrated</a:t>
            </a:r>
          </a:p>
          <a:p>
            <a:pPr>
              <a:lnSpc>
                <a:spcPct val="105000"/>
              </a:lnSpc>
              <a:spcAft>
                <a:spcPts val="1200"/>
              </a:spcAft>
            </a:pPr>
            <a:r>
              <a:rPr lang="en-US" sz="1600" b="1">
                <a:latin typeface="Open Sans" panose="020B0606030504020204" pitchFamily="34" charset="0"/>
                <a:ea typeface="Open Sans" panose="020B0606030504020204" pitchFamily="34" charset="0"/>
                <a:cs typeface="Open Sans" panose="020B0606030504020204" pitchFamily="34" charset="0"/>
              </a:rPr>
              <a:t>Handoff  </a:t>
            </a:r>
            <a:r>
              <a:rPr lang="en-US" sz="1600">
                <a:latin typeface="Open Sans" panose="020B0606030504020204" pitchFamily="34" charset="0"/>
                <a:ea typeface="Open Sans" panose="020B0606030504020204" pitchFamily="34" charset="0"/>
                <a:cs typeface="Open Sans" panose="020B0606030504020204" pitchFamily="34" charset="0"/>
              </a:rPr>
              <a:t>recipient can identify, diagnose, stop, recover</a:t>
            </a:r>
          </a:p>
        </p:txBody>
      </p:sp>
      <p:sp>
        <p:nvSpPr>
          <p:cNvPr id="12" name="TextBox 11"/>
          <p:cNvSpPr txBox="1">
            <a:spLocks/>
          </p:cNvSpPr>
          <p:nvPr/>
        </p:nvSpPr>
        <p:spPr>
          <a:xfrm>
            <a:off x="598494" y="6965503"/>
            <a:ext cx="2743200" cy="274320"/>
          </a:xfrm>
          <a:prstGeom prst="rect">
            <a:avLst/>
          </a:prstGeom>
          <a:noFill/>
          <a:ln>
            <a:noFill/>
          </a:ln>
        </p:spPr>
        <p:txBody>
          <a:bodyPr wrap="square" lIns="0" tIns="0" rIns="0" bIns="0" anchor="t">
            <a:noAutofit/>
          </a:bodyPr>
          <a:lstStyle/>
          <a:p>
            <a:pPr algn="l">
              <a:lnSpc>
                <a:spcPct val="100000"/>
              </a:lnSpc>
              <a:spcAft>
                <a:spcPts val="0"/>
              </a:spcAft>
            </a:pPr>
            <a:endParaRPr lang="en-US" sz="1400" b="1" i="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p:cNvSpPr txBox="1">
            <a:spLocks/>
          </p:cNvSpPr>
          <p:nvPr/>
        </p:nvSpPr>
        <p:spPr>
          <a:xfrm>
            <a:off x="598494" y="7248967"/>
            <a:ext cx="10442448" cy="438912"/>
          </a:xfrm>
          <a:prstGeom prst="rect">
            <a:avLst/>
          </a:prstGeom>
          <a:noFill/>
          <a:ln>
            <a:noFill/>
          </a:ln>
        </p:spPr>
        <p:txBody>
          <a:bodyPr wrap="square" lIns="0" tIns="0" rIns="0" bIns="0" anchor="t">
            <a:noAutofit/>
          </a:bodyPr>
          <a:lstStyle/>
          <a:p>
            <a:pPr algn="ctr">
              <a:lnSpc>
                <a:spcPct val="100000"/>
              </a:lnSpc>
              <a:spcAft>
                <a:spcPts val="0"/>
              </a:spcAft>
            </a:pPr>
            <a:endParaRPr lang="en-US" sz="2200" b="1" i="0">
              <a:latin typeface="Open Sans" panose="020B0606030504020204" pitchFamily="34" charset="0"/>
              <a:ea typeface="Open Sans" panose="020B0606030504020204" pitchFamily="34" charset="0"/>
              <a:cs typeface="Open Sans" panose="020B0606030504020204" pitchFamily="34" charset="0"/>
            </a:endParaRPr>
          </a:p>
        </p:txBody>
      </p:sp>
      <p:sp>
        <p:nvSpPr>
          <p:cNvPr id="15" name="Title 14">
            <a:extLst>
              <a:ext uri="{FF2B5EF4-FFF2-40B4-BE49-F238E27FC236}">
                <a16:creationId xmlns:a16="http://schemas.microsoft.com/office/drawing/2014/main" id="{5FD82D34-3826-0B15-1E06-AA549233EF9D}"/>
              </a:ext>
            </a:extLst>
          </p:cNvPr>
          <p:cNvSpPr>
            <a:spLocks noGrp="1"/>
          </p:cNvSpPr>
          <p:nvPr>
            <p:ph type="title"/>
          </p:nvPr>
        </p:nvSpPr>
        <p:spPr>
          <a:xfrm>
            <a:off x="605365" y="498666"/>
            <a:ext cx="10294284" cy="584775"/>
          </a:xfrm>
        </p:spPr>
        <p:txBody>
          <a:bodyPr/>
          <a:lstStyle/>
          <a:p>
            <a:r>
              <a:rPr lang="en-US" sz="3200">
                <a:latin typeface="Open Sans" panose="020B0606030504020204" pitchFamily="34" charset="0"/>
              </a:rPr>
              <a:t>Leave a service another engineer can operate safely</a:t>
            </a:r>
          </a:p>
        </p:txBody>
      </p:sp>
      <p:sp>
        <p:nvSpPr>
          <p:cNvPr id="19" name="Shape 1">
            <a:extLst>
              <a:ext uri="{FF2B5EF4-FFF2-40B4-BE49-F238E27FC236}">
                <a16:creationId xmlns:a16="http://schemas.microsoft.com/office/drawing/2014/main" id="{7D5BD2BA-FE93-588F-FC25-ECF85FB35486}"/>
              </a:ext>
            </a:extLst>
          </p:cNvPr>
          <p:cNvSpPr/>
          <p:nvPr/>
        </p:nvSpPr>
        <p:spPr>
          <a:xfrm>
            <a:off x="683983" y="1609068"/>
            <a:ext cx="10824035" cy="0"/>
          </a:xfrm>
          <a:prstGeom prst="line">
            <a:avLst/>
          </a:prstGeom>
          <a:noFill/>
          <a:ln w="9525">
            <a:solidFill>
              <a:srgbClr val="F2F2F2"/>
            </a:solidFill>
            <a:prstDash val="solid"/>
          </a:ln>
        </p:spPr>
        <p:txBody>
          <a:bodyPr/>
          <a:lstStyle/>
          <a:p>
            <a:endParaRPr lang="en-US" sz="3187">
              <a:latin typeface="Open Sans" pitchFamily="2" charset="0"/>
              <a:ea typeface="Open Sans" pitchFamily="2" charset="0"/>
              <a:cs typeface="Open Sans" pitchFamily="2" charset="0"/>
            </a:endParaRPr>
          </a:p>
        </p:txBody>
      </p:sp>
      <p:sp>
        <p:nvSpPr>
          <p:cNvPr id="20" name="Rectangle 19">
            <a:extLst>
              <a:ext uri="{FF2B5EF4-FFF2-40B4-BE49-F238E27FC236}">
                <a16:creationId xmlns:a16="http://schemas.microsoft.com/office/drawing/2014/main" id="{8AE8A94D-BE46-0222-D22C-A978EA53446E}"/>
              </a:ext>
            </a:extLst>
          </p:cNvPr>
          <p:cNvSpPr>
            <a:spLocks noGrp="1"/>
          </p:cNvSpPr>
          <p:nvPr/>
        </p:nvSpPr>
        <p:spPr>
          <a:xfrm>
            <a:off x="609600" y="303144"/>
            <a:ext cx="6858000" cy="228600"/>
          </a:xfrm>
          <a:prstGeom prst="rect">
            <a:avLst/>
          </a:prstGeom>
          <a:noFill/>
          <a:ln w="0">
            <a:noFill/>
            <a:prstDash val="solid"/>
          </a:ln>
        </p:spPr>
        <p:txBody>
          <a:bodyPr wrap="square"/>
          <a:lstStyle/>
          <a:p>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DEFINITION OF DONE</a:t>
            </a:r>
          </a:p>
        </p:txBody>
      </p:sp>
    </p:spTree>
    <p:custDataLst>
      <p:tags r:id="rId1"/>
    </p:custDataLst>
    <p:extLst>
      <p:ext uri="{BB962C8B-B14F-4D97-AF65-F5344CB8AC3E}">
        <p14:creationId xmlns:p14="http://schemas.microsoft.com/office/powerpoint/2010/main" val="31165983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1" name="Rectangle: Rounded Corners 11">
            <a:extLst>
              <a:ext uri="{FF2B5EF4-FFF2-40B4-BE49-F238E27FC236}">
                <a16:creationId xmlns:a16="http://schemas.microsoft.com/office/drawing/2014/main" id="{BB841E65-6EE8-4F50-4A43-AC4E1A3225DC}"/>
              </a:ext>
            </a:extLst>
          </p:cNvPr>
          <p:cNvSpPr>
            <a:spLocks noGrp="1"/>
          </p:cNvSpPr>
          <p:nvPr/>
        </p:nvSpPr>
        <p:spPr>
          <a:xfrm>
            <a:off x="685800" y="2533311"/>
            <a:ext cx="3327400" cy="1925543"/>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Rounded Corners 15">
            <a:extLst>
              <a:ext uri="{FF2B5EF4-FFF2-40B4-BE49-F238E27FC236}">
                <a16:creationId xmlns:a16="http://schemas.microsoft.com/office/drawing/2014/main" id="{256BAEEB-8E04-5D49-BD7A-FE87621622D3}"/>
              </a:ext>
            </a:extLst>
          </p:cNvPr>
          <p:cNvSpPr>
            <a:spLocks noGrp="1"/>
          </p:cNvSpPr>
          <p:nvPr/>
        </p:nvSpPr>
        <p:spPr>
          <a:xfrm>
            <a:off x="4432300" y="2533311"/>
            <a:ext cx="3327400" cy="1925543"/>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3" name="Rectangle: Rounded Corners 19">
            <a:extLst>
              <a:ext uri="{FF2B5EF4-FFF2-40B4-BE49-F238E27FC236}">
                <a16:creationId xmlns:a16="http://schemas.microsoft.com/office/drawing/2014/main" id="{9D0D673A-F186-1C18-02D5-E63A1FDDD886}"/>
              </a:ext>
            </a:extLst>
          </p:cNvPr>
          <p:cNvSpPr>
            <a:spLocks noGrp="1"/>
          </p:cNvSpPr>
          <p:nvPr/>
        </p:nvSpPr>
        <p:spPr>
          <a:xfrm>
            <a:off x="8178800" y="2533311"/>
            <a:ext cx="3327400" cy="1925543"/>
          </a:xfrm>
          <a:prstGeom prst="roundRect">
            <a:avLst>
              <a:gd name="adj" fmla="val 3540"/>
            </a:avLst>
          </a:prstGeom>
          <a:solidFill>
            <a:schemeClr val="bg1">
              <a:lumMod val="95000"/>
            </a:schemeClr>
          </a:solidFill>
          <a:ln w="9525">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p:cNvSpPr txBox="1"/>
          <p:nvPr/>
        </p:nvSpPr>
        <p:spPr>
          <a:xfrm>
            <a:off x="793253" y="3001125"/>
            <a:ext cx="3127248" cy="27432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BUSINESS NEED</a:t>
            </a:r>
          </a:p>
        </p:txBody>
      </p:sp>
      <p:sp>
        <p:nvSpPr>
          <p:cNvPr id="10" name="TextBox 9"/>
          <p:cNvSpPr txBox="1"/>
          <p:nvPr/>
        </p:nvSpPr>
        <p:spPr>
          <a:xfrm>
            <a:off x="793253" y="3312021"/>
            <a:ext cx="3127248" cy="960120"/>
          </a:xfrm>
          <a:prstGeom prst="rect">
            <a:avLst/>
          </a:prstGeom>
          <a:noFill/>
          <a:ln>
            <a:noFill/>
          </a:ln>
        </p:spPr>
        <p:txBody>
          <a:bodyPr wrap="square" lIns="0" tIns="0" rIns="0" bIns="0" anchor="t">
            <a:noAutofit/>
          </a:bodyPr>
          <a:lstStyle/>
          <a:p>
            <a:pPr algn="ctr">
              <a:lnSpc>
                <a:spcPct val="100000"/>
              </a:lnSpc>
              <a:spcAft>
                <a:spcPts val="0"/>
              </a:spcAft>
            </a:pPr>
            <a:r>
              <a:rPr sz="1600" b="0" i="0">
                <a:solidFill>
                  <a:srgbClr val="1D2733"/>
                </a:solidFill>
                <a:latin typeface="Open Sans" panose="020B0606030504020204" pitchFamily="34" charset="0"/>
                <a:ea typeface="Open Sans" panose="020B0606030504020204" pitchFamily="34" charset="0"/>
                <a:cs typeface="Open Sans" panose="020B0606030504020204" pitchFamily="34" charset="0"/>
              </a:rPr>
              <a:t>Reduce avoidable review friction and make routine evidence easier to see.</a:t>
            </a:r>
          </a:p>
        </p:txBody>
      </p:sp>
      <p:sp>
        <p:nvSpPr>
          <p:cNvPr id="11" name="TextBox 10"/>
          <p:cNvSpPr txBox="1"/>
          <p:nvPr/>
        </p:nvSpPr>
        <p:spPr>
          <a:xfrm>
            <a:off x="4532376" y="3001125"/>
            <a:ext cx="3127248" cy="274320"/>
          </a:xfrm>
          <a:prstGeom prst="rect">
            <a:avLst/>
          </a:prstGeom>
          <a:noFill/>
          <a:ln>
            <a:noFill/>
          </a:ln>
        </p:spPr>
        <p:txBody>
          <a:bodyPr wrap="square" lIns="0" tIns="0" rIns="0" bIns="0" anchor="t">
            <a:noAutofit/>
          </a:bodyPr>
          <a:lstStyle/>
          <a:p>
            <a:pPr algn="ctr">
              <a:lnSpc>
                <a:spcPct val="100000"/>
              </a:lnSpc>
              <a:spcAft>
                <a:spcPts val="0"/>
              </a:spcAft>
            </a:pPr>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CHALLENGE</a:t>
            </a:r>
            <a:endParaRPr lang="en-US" sz="1800" b="1" i="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p:cNvSpPr txBox="1"/>
          <p:nvPr/>
        </p:nvSpPr>
        <p:spPr>
          <a:xfrm>
            <a:off x="4532376" y="3312021"/>
            <a:ext cx="3127248" cy="960120"/>
          </a:xfrm>
          <a:prstGeom prst="rect">
            <a:avLst/>
          </a:prstGeom>
          <a:noFill/>
          <a:ln>
            <a:noFill/>
          </a:ln>
        </p:spPr>
        <p:txBody>
          <a:bodyPr wrap="square" lIns="0" tIns="0" rIns="0" bIns="0" anchor="t">
            <a:noAutofit/>
          </a:bodyPr>
          <a:lstStyle/>
          <a:p>
            <a:pPr algn="ctr"/>
            <a:r>
              <a:rPr lang="en-US" sz="1600" dirty="0">
                <a:solidFill>
                  <a:srgbClr val="1D2733"/>
                </a:solidFill>
                <a:ea typeface="+mn-lt"/>
                <a:cs typeface="+mn-lt"/>
              </a:rPr>
              <a:t>Finding the right evidence is slow- and missing evidence creates risk during review.</a:t>
            </a:r>
            <a:endParaRPr lang="en-US" dirty="0"/>
          </a:p>
        </p:txBody>
      </p:sp>
      <p:sp>
        <p:nvSpPr>
          <p:cNvPr id="13" name="TextBox 12"/>
          <p:cNvSpPr txBox="1"/>
          <p:nvPr/>
        </p:nvSpPr>
        <p:spPr>
          <a:xfrm>
            <a:off x="8178799" y="3001125"/>
            <a:ext cx="3285501" cy="274320"/>
          </a:xfrm>
          <a:prstGeom prst="rect">
            <a:avLst/>
          </a:prstGeom>
          <a:noFill/>
          <a:ln>
            <a:noFill/>
          </a:ln>
        </p:spPr>
        <p:txBody>
          <a:bodyPr wrap="square" lIns="0" tIns="0" rIns="0" bIns="0" anchor="t">
            <a:noAutofit/>
          </a:bodyPr>
          <a:lstStyle/>
          <a:p>
            <a:pPr algn="ctr">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HUMAN AUTHORITY</a:t>
            </a:r>
          </a:p>
        </p:txBody>
      </p:sp>
      <p:sp>
        <p:nvSpPr>
          <p:cNvPr id="14" name="TextBox 13"/>
          <p:cNvSpPr txBox="1"/>
          <p:nvPr/>
        </p:nvSpPr>
        <p:spPr>
          <a:xfrm>
            <a:off x="8304756" y="3312021"/>
            <a:ext cx="3093992" cy="960120"/>
          </a:xfrm>
          <a:prstGeom prst="rect">
            <a:avLst/>
          </a:prstGeom>
          <a:noFill/>
          <a:ln>
            <a:noFill/>
          </a:ln>
        </p:spPr>
        <p:txBody>
          <a:bodyPr wrap="square" lIns="0" tIns="0" rIns="0" bIns="0" anchor="t">
            <a:noAutofit/>
          </a:bodyPr>
          <a:lstStyle/>
          <a:p>
            <a:pPr algn="ctr"/>
            <a:r>
              <a:rPr lang="en-US" sz="1600">
                <a:solidFill>
                  <a:srgbClr val="1D2733"/>
                </a:solidFill>
                <a:latin typeface="Open Sans"/>
                <a:ea typeface="Open Sans"/>
                <a:cs typeface="Open Sans"/>
              </a:rPr>
              <a:t>Qualified reviewers retain every approval, denial, coverage, and treatment decision.</a:t>
            </a:r>
            <a:endParaRPr lang="en-US" sz="1600" b="0" i="0" dirty="0">
              <a:solidFill>
                <a:srgbClr val="1D273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itle 16">
            <a:extLst>
              <a:ext uri="{FF2B5EF4-FFF2-40B4-BE49-F238E27FC236}">
                <a16:creationId xmlns:a16="http://schemas.microsoft.com/office/drawing/2014/main" id="{470359F8-250F-4A62-9B16-B9A23D2CAB8F}"/>
              </a:ext>
            </a:extLst>
          </p:cNvPr>
          <p:cNvSpPr>
            <a:spLocks noGrp="1"/>
          </p:cNvSpPr>
          <p:nvPr>
            <p:ph type="title"/>
          </p:nvPr>
        </p:nvSpPr>
        <p:spPr>
          <a:xfrm>
            <a:off x="605365" y="539855"/>
            <a:ext cx="10605487" cy="1077218"/>
          </a:xfrm>
        </p:spPr>
        <p:txBody>
          <a:bodyPr wrap="square" lIns="91440" tIns="45720" rIns="91440" bIns="45720" anchor="t">
            <a:spAutoFit/>
          </a:bodyPr>
          <a:lstStyle/>
          <a:p>
            <a:r>
              <a:rPr lang="en-IN" sz="3200" dirty="0">
                <a:ea typeface="+mn-lt"/>
                <a:cs typeface="+mn-lt"/>
              </a:rPr>
              <a:t>Reduce evidence-finding effort while maintaining trust &amp; safety</a:t>
            </a:r>
            <a:endParaRPr lang="en-US" dirty="0"/>
          </a:p>
        </p:txBody>
      </p:sp>
      <p:sp>
        <p:nvSpPr>
          <p:cNvPr id="18" name="TextBox 17">
            <a:extLst>
              <a:ext uri="{FF2B5EF4-FFF2-40B4-BE49-F238E27FC236}">
                <a16:creationId xmlns:a16="http://schemas.microsoft.com/office/drawing/2014/main" id="{9DFDCEF1-DAD6-86EA-6CF8-1693DCD86A5F}"/>
              </a:ext>
            </a:extLst>
          </p:cNvPr>
          <p:cNvSpPr txBox="1"/>
          <p:nvPr/>
        </p:nvSpPr>
        <p:spPr>
          <a:xfrm>
            <a:off x="718097" y="1694917"/>
            <a:ext cx="10789920" cy="467820"/>
          </a:xfrm>
          <a:prstGeom prst="rect">
            <a:avLst/>
          </a:prstGeom>
          <a:noFill/>
        </p:spPr>
        <p:txBody>
          <a:bodyPr wrap="square" lIns="18288" tIns="18288" rIns="18288" bIns="18288" anchor="t">
            <a:spAutoFit/>
          </a:bodyPr>
          <a:lstStyle/>
          <a:p>
            <a:r>
              <a:rPr lang="en-IN" sz="1400" dirty="0">
                <a:ea typeface="+mn-lt"/>
                <a:cs typeface="+mn-lt"/>
              </a:rPr>
              <a:t>Healthcare teams face prior-authorization info overload; reviewers sift policies for evidence and handoffs, risking delays and errors without cited support.</a:t>
            </a:r>
            <a:endParaRPr lang="en-US" dirty="0">
              <a:ea typeface="+mn-lt"/>
              <a:cs typeface="+mn-lt"/>
            </a:endParaRPr>
          </a:p>
        </p:txBody>
      </p:sp>
      <p:sp>
        <p:nvSpPr>
          <p:cNvPr id="19" name="Shape 1">
            <a:extLst>
              <a:ext uri="{FF2B5EF4-FFF2-40B4-BE49-F238E27FC236}">
                <a16:creationId xmlns:a16="http://schemas.microsoft.com/office/drawing/2014/main" id="{D485C60B-1936-FB6F-DED2-620C9151BA75}"/>
              </a:ext>
            </a:extLst>
          </p:cNvPr>
          <p:cNvSpPr/>
          <p:nvPr/>
        </p:nvSpPr>
        <p:spPr>
          <a:xfrm>
            <a:off x="683983" y="1609068"/>
            <a:ext cx="10824035" cy="0"/>
          </a:xfrm>
          <a:prstGeom prst="line">
            <a:avLst/>
          </a:prstGeom>
          <a:noFill/>
          <a:ln w="9525">
            <a:solidFill>
              <a:srgbClr val="F2F2F2"/>
            </a:solidFill>
            <a:prstDash val="solid"/>
          </a:ln>
        </p:spPr>
        <p:txBody>
          <a:bodyPr/>
          <a:lstStyle/>
          <a:p>
            <a:endParaRPr lang="en-US" sz="3187">
              <a:latin typeface="Open Sans" pitchFamily="2" charset="0"/>
              <a:ea typeface="Open Sans" pitchFamily="2" charset="0"/>
              <a:cs typeface="Open Sans" pitchFamily="2" charset="0"/>
            </a:endParaRPr>
          </a:p>
        </p:txBody>
      </p:sp>
      <p:sp>
        <p:nvSpPr>
          <p:cNvPr id="20" name="Rectangle 19">
            <a:extLst>
              <a:ext uri="{FF2B5EF4-FFF2-40B4-BE49-F238E27FC236}">
                <a16:creationId xmlns:a16="http://schemas.microsoft.com/office/drawing/2014/main" id="{B5449505-BFDB-724C-22A4-49E53D9ED52A}"/>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PROJECT IN ONE LINE</a:t>
            </a:r>
          </a:p>
        </p:txBody>
      </p:sp>
      <p:sp>
        <p:nvSpPr>
          <p:cNvPr id="24" name="Google Shape;876;p100">
            <a:extLst>
              <a:ext uri="{FF2B5EF4-FFF2-40B4-BE49-F238E27FC236}">
                <a16:creationId xmlns:a16="http://schemas.microsoft.com/office/drawing/2014/main" id="{1B3989FE-C532-E818-8058-713F896B2456}"/>
              </a:ext>
            </a:extLst>
          </p:cNvPr>
          <p:cNvSpPr/>
          <p:nvPr/>
        </p:nvSpPr>
        <p:spPr>
          <a:xfrm>
            <a:off x="683984" y="4829429"/>
            <a:ext cx="10824034" cy="493776"/>
          </a:xfrm>
          <a:prstGeom prst="roundRect">
            <a:avLst>
              <a:gd name="adj" fmla="val 16667"/>
            </a:avLst>
          </a:prstGeom>
          <a:solidFill>
            <a:srgbClr val="F1F1F1"/>
          </a:solidFill>
          <a:ln w="9525" cap="flat" cmpd="sng">
            <a:solidFill>
              <a:srgbClr val="F1F1F1"/>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b="1">
                <a:latin typeface="Open Sans" panose="020B0606030504020204" pitchFamily="34" charset="0"/>
                <a:ea typeface="Open Sans" panose="020B0606030504020204" pitchFamily="34" charset="0"/>
                <a:cs typeface="Open Sans" panose="020B0606030504020204" pitchFamily="34" charset="0"/>
              </a:rPr>
              <a:t>Simple FDE rule: </a:t>
            </a:r>
            <a:r>
              <a:rPr lang="en-IN" sz="1400">
                <a:latin typeface="Open Sans" panose="020B0606030504020204" pitchFamily="34" charset="0"/>
                <a:ea typeface="Open Sans" panose="020B0606030504020204" pitchFamily="34" charset="0"/>
                <a:cs typeface="Open Sans" panose="020B0606030504020204" pitchFamily="34" charset="0"/>
              </a:rPr>
              <a:t>evidence can inform a decision; evidence cannot own the decision.</a:t>
            </a:r>
          </a:p>
        </p:txBody>
      </p:sp>
    </p:spTree>
    <p:custDataLst>
      <p:tags r:id="rId1"/>
    </p:custDataLst>
    <p:extLst>
      <p:ext uri="{BB962C8B-B14F-4D97-AF65-F5344CB8AC3E}">
        <p14:creationId xmlns:p14="http://schemas.microsoft.com/office/powerpoint/2010/main" val="16471738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1197E0AC-C8E0-6088-82B3-6C48E69C1CEF}"/>
            </a:ext>
          </a:extLst>
        </p:cNvPr>
        <p:cNvGrpSpPr/>
        <p:nvPr/>
      </p:nvGrpSpPr>
      <p:grpSpPr>
        <a:xfrm>
          <a:off x="0" y="0"/>
          <a:ext cx="0" cy="0"/>
          <a:chOff x="0" y="0"/>
          <a:chExt cx="0" cy="0"/>
        </a:xfrm>
      </p:grpSpPr>
      <p:sp>
        <p:nvSpPr>
          <p:cNvPr id="20" name="Rounded Rectangle 19">
            <a:extLst>
              <a:ext uri="{FF2B5EF4-FFF2-40B4-BE49-F238E27FC236}">
                <a16:creationId xmlns:a16="http://schemas.microsoft.com/office/drawing/2014/main" id="{A133F021-7546-A5BD-4264-CE422CE7B4EC}"/>
              </a:ext>
            </a:extLst>
          </p:cNvPr>
          <p:cNvSpPr/>
          <p:nvPr/>
        </p:nvSpPr>
        <p:spPr>
          <a:xfrm>
            <a:off x="683983" y="1425593"/>
            <a:ext cx="3433635" cy="3732756"/>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21" name="Rounded Rectangle 20">
            <a:extLst>
              <a:ext uri="{FF2B5EF4-FFF2-40B4-BE49-F238E27FC236}">
                <a16:creationId xmlns:a16="http://schemas.microsoft.com/office/drawing/2014/main" id="{386F3272-8291-0289-4ECA-D80C65F3B297}"/>
              </a:ext>
            </a:extLst>
          </p:cNvPr>
          <p:cNvSpPr/>
          <p:nvPr/>
        </p:nvSpPr>
        <p:spPr>
          <a:xfrm>
            <a:off x="4304005" y="1425593"/>
            <a:ext cx="7204012" cy="3732756"/>
          </a:xfrm>
          <a:prstGeom prst="roundRect">
            <a:avLst>
              <a:gd name="adj" fmla="val 57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p:cNvSpPr txBox="1"/>
          <p:nvPr/>
        </p:nvSpPr>
        <p:spPr>
          <a:xfrm>
            <a:off x="964397" y="1721703"/>
            <a:ext cx="2834640" cy="274320"/>
          </a:xfrm>
          <a:prstGeom prst="rect">
            <a:avLst/>
          </a:prstGeom>
          <a:noFill/>
          <a:ln>
            <a:noFill/>
          </a:ln>
        </p:spPr>
        <p:txBody>
          <a:bodyPr wrap="square" lIns="0" tIns="0" rIns="0" bIns="0" anchor="t">
            <a:noAutofit/>
          </a:bodyPr>
          <a:lstStyle/>
          <a:p>
            <a:pPr algn="l">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Mini Project 1</a:t>
            </a:r>
          </a:p>
        </p:txBody>
      </p:sp>
      <p:sp>
        <p:nvSpPr>
          <p:cNvPr id="8" name="TextBox 7"/>
          <p:cNvSpPr txBox="1"/>
          <p:nvPr/>
        </p:nvSpPr>
        <p:spPr>
          <a:xfrm>
            <a:off x="964397" y="2169759"/>
            <a:ext cx="2487168" cy="274320"/>
          </a:xfrm>
          <a:prstGeom prst="rect">
            <a:avLst/>
          </a:prstGeom>
          <a:noFill/>
          <a:ln>
            <a:noFill/>
          </a:ln>
        </p:spPr>
        <p:txBody>
          <a:bodyPr wrap="square" lIns="0" tIns="0" rIns="0" bIns="0" anchor="t">
            <a:noAutofit/>
          </a:bodyPr>
          <a:lstStyle/>
          <a:p>
            <a:pPr algn="l">
              <a:lnSpc>
                <a:spcPct val="100000"/>
              </a:lnSpc>
              <a:spcAft>
                <a:spcPts val="0"/>
              </a:spcAft>
            </a:pPr>
            <a:r>
              <a:rPr lang="en-IN" sz="1600" b="1" i="0">
                <a:latin typeface="Open Sans" panose="020B0606030504020204" pitchFamily="34" charset="0"/>
                <a:ea typeface="Open Sans" panose="020B0606030504020204" pitchFamily="34" charset="0"/>
                <a:cs typeface="Open Sans" panose="020B0606030504020204" pitchFamily="34" charset="0"/>
              </a:rPr>
              <a:t>Admin readiness</a:t>
            </a:r>
          </a:p>
        </p:txBody>
      </p:sp>
      <p:sp>
        <p:nvSpPr>
          <p:cNvPr id="9" name="TextBox 8"/>
          <p:cNvSpPr txBox="1"/>
          <p:nvPr/>
        </p:nvSpPr>
        <p:spPr>
          <a:xfrm>
            <a:off x="964397" y="2489799"/>
            <a:ext cx="2487168" cy="310896"/>
          </a:xfrm>
          <a:prstGeom prst="rect">
            <a:avLst/>
          </a:prstGeom>
          <a:noFill/>
          <a:ln>
            <a:noFill/>
          </a:ln>
        </p:spPr>
        <p:txBody>
          <a:bodyPr wrap="square" lIns="0" tIns="0" rIns="0" bIns="0" anchor="t">
            <a:noAutofit/>
          </a:bodyPr>
          <a:lstStyle/>
          <a:p>
            <a:pPr algn="l">
              <a:lnSpc>
                <a:spcPct val="100000"/>
              </a:lnSpc>
              <a:spcAft>
                <a:spcPts val="0"/>
              </a:spcAft>
            </a:pPr>
            <a:r>
              <a:rPr sz="1600" b="0" i="0">
                <a:latin typeface="Open Sans" panose="020B0606030504020204" pitchFamily="34" charset="0"/>
                <a:ea typeface="Open Sans" panose="020B0606030504020204" pitchFamily="34" charset="0"/>
                <a:cs typeface="Open Sans" panose="020B0606030504020204" pitchFamily="34" charset="0"/>
              </a:rPr>
              <a:t>Upstream status</a:t>
            </a:r>
          </a:p>
        </p:txBody>
      </p:sp>
      <p:sp>
        <p:nvSpPr>
          <p:cNvPr id="10" name="TextBox 9"/>
          <p:cNvSpPr txBox="1"/>
          <p:nvPr/>
        </p:nvSpPr>
        <p:spPr>
          <a:xfrm>
            <a:off x="964397" y="3102447"/>
            <a:ext cx="2487168" cy="274320"/>
          </a:xfrm>
          <a:prstGeom prst="rect">
            <a:avLst/>
          </a:prstGeom>
          <a:noFill/>
          <a:ln>
            <a:noFill/>
          </a:ln>
        </p:spPr>
        <p:txBody>
          <a:bodyPr wrap="square" lIns="0" tIns="0" rIns="0" bIns="0" anchor="t">
            <a:noAutofit/>
          </a:bodyPr>
          <a:lstStyle/>
          <a:p>
            <a:pPr algn="l">
              <a:lnSpc>
                <a:spcPct val="100000"/>
              </a:lnSpc>
              <a:spcAft>
                <a:spcPts val="0"/>
              </a:spcAft>
            </a:pPr>
            <a:r>
              <a:rPr lang="en-IN" sz="1600" b="1" i="0">
                <a:latin typeface="Open Sans" panose="020B0606030504020204" pitchFamily="34" charset="0"/>
                <a:ea typeface="Open Sans" panose="020B0606030504020204" pitchFamily="34" charset="0"/>
                <a:cs typeface="Open Sans" panose="020B0606030504020204" pitchFamily="34" charset="0"/>
              </a:rPr>
              <a:t>Documents</a:t>
            </a:r>
          </a:p>
        </p:txBody>
      </p:sp>
      <p:sp>
        <p:nvSpPr>
          <p:cNvPr id="11" name="TextBox 10"/>
          <p:cNvSpPr txBox="1"/>
          <p:nvPr/>
        </p:nvSpPr>
        <p:spPr>
          <a:xfrm>
            <a:off x="964396" y="3422487"/>
            <a:ext cx="2834639" cy="310896"/>
          </a:xfrm>
          <a:prstGeom prst="rect">
            <a:avLst/>
          </a:prstGeom>
          <a:noFill/>
          <a:ln>
            <a:noFill/>
          </a:ln>
        </p:spPr>
        <p:txBody>
          <a:bodyPr wrap="square" lIns="0" tIns="0" rIns="0" bIns="0" anchor="t">
            <a:noAutofit/>
          </a:bodyPr>
          <a:lstStyle/>
          <a:p>
            <a:pPr algn="l">
              <a:lnSpc>
                <a:spcPct val="100000"/>
              </a:lnSpc>
              <a:spcAft>
                <a:spcPts val="0"/>
              </a:spcAft>
            </a:pPr>
            <a:r>
              <a:rPr sz="1600" b="0" i="0">
                <a:latin typeface="Open Sans" panose="020B0606030504020204" pitchFamily="34" charset="0"/>
                <a:ea typeface="Open Sans" panose="020B0606030504020204" pitchFamily="34" charset="0"/>
                <a:cs typeface="Open Sans" panose="020B0606030504020204" pitchFamily="34" charset="0"/>
              </a:rPr>
              <a:t>Required versus submitted</a:t>
            </a:r>
          </a:p>
        </p:txBody>
      </p:sp>
      <p:sp>
        <p:nvSpPr>
          <p:cNvPr id="12" name="TextBox 11"/>
          <p:cNvSpPr txBox="1"/>
          <p:nvPr/>
        </p:nvSpPr>
        <p:spPr>
          <a:xfrm>
            <a:off x="964397" y="4035134"/>
            <a:ext cx="2487168" cy="274320"/>
          </a:xfrm>
          <a:prstGeom prst="rect">
            <a:avLst/>
          </a:prstGeom>
          <a:noFill/>
          <a:ln>
            <a:noFill/>
          </a:ln>
        </p:spPr>
        <p:txBody>
          <a:bodyPr wrap="square" lIns="0" tIns="0" rIns="0" bIns="0" anchor="t">
            <a:noAutofit/>
          </a:bodyPr>
          <a:lstStyle/>
          <a:p>
            <a:pPr algn="l">
              <a:lnSpc>
                <a:spcPct val="100000"/>
              </a:lnSpc>
              <a:spcAft>
                <a:spcPts val="0"/>
              </a:spcAft>
            </a:pPr>
            <a:r>
              <a:rPr lang="en-IN" sz="1600" b="1" i="0">
                <a:latin typeface="Open Sans" panose="020B0606030504020204" pitchFamily="34" charset="0"/>
                <a:ea typeface="Open Sans" panose="020B0606030504020204" pitchFamily="34" charset="0"/>
                <a:cs typeface="Open Sans" panose="020B0606030504020204" pitchFamily="34" charset="0"/>
              </a:rPr>
              <a:t>Urgency</a:t>
            </a:r>
          </a:p>
        </p:txBody>
      </p:sp>
      <p:sp>
        <p:nvSpPr>
          <p:cNvPr id="13" name="TextBox 12"/>
          <p:cNvSpPr txBox="1"/>
          <p:nvPr/>
        </p:nvSpPr>
        <p:spPr>
          <a:xfrm>
            <a:off x="964397" y="4355174"/>
            <a:ext cx="2487168" cy="310896"/>
          </a:xfrm>
          <a:prstGeom prst="rect">
            <a:avLst/>
          </a:prstGeom>
          <a:noFill/>
          <a:ln>
            <a:noFill/>
          </a:ln>
        </p:spPr>
        <p:txBody>
          <a:bodyPr wrap="square" lIns="0" tIns="0" rIns="0" bIns="0" anchor="t">
            <a:noAutofit/>
          </a:bodyPr>
          <a:lstStyle/>
          <a:p>
            <a:pPr algn="l">
              <a:lnSpc>
                <a:spcPct val="100000"/>
              </a:lnSpc>
              <a:spcAft>
                <a:spcPts val="0"/>
              </a:spcAft>
            </a:pPr>
            <a:r>
              <a:rPr sz="1600" b="0" i="0">
                <a:latin typeface="Open Sans" panose="020B0606030504020204" pitchFamily="34" charset="0"/>
                <a:ea typeface="Open Sans" panose="020B0606030504020204" pitchFamily="34" charset="0"/>
                <a:cs typeface="Open Sans" panose="020B0606030504020204" pitchFamily="34" charset="0"/>
              </a:rPr>
              <a:t>Routine, urgent, or STAT</a:t>
            </a:r>
          </a:p>
        </p:txBody>
      </p:sp>
      <p:sp>
        <p:nvSpPr>
          <p:cNvPr id="15" name="TextBox 14"/>
          <p:cNvSpPr txBox="1"/>
          <p:nvPr/>
        </p:nvSpPr>
        <p:spPr>
          <a:xfrm>
            <a:off x="4647969" y="1721703"/>
            <a:ext cx="6355080" cy="320040"/>
          </a:xfrm>
          <a:prstGeom prst="rect">
            <a:avLst/>
          </a:prstGeom>
          <a:noFill/>
          <a:ln>
            <a:noFill/>
          </a:ln>
        </p:spPr>
        <p:txBody>
          <a:bodyPr wrap="square" lIns="0" tIns="0" rIns="0" bIns="0" anchor="t">
            <a:noAutofit/>
          </a:bodyPr>
          <a:lstStyle/>
          <a:p>
            <a:pPr algn="l">
              <a:lnSpc>
                <a:spcPct val="100000"/>
              </a:lnSpc>
              <a:spcAft>
                <a:spcPts val="0"/>
              </a:spcAft>
            </a:pPr>
            <a:r>
              <a:rPr sz="1800" b="1" i="0">
                <a:solidFill>
                  <a:schemeClr val="accent2"/>
                </a:solidFill>
                <a:latin typeface="Open Sans" panose="020B0606030504020204" pitchFamily="34" charset="0"/>
                <a:ea typeface="Open Sans" panose="020B0606030504020204" pitchFamily="34" charset="0"/>
                <a:cs typeface="Open Sans" panose="020B0606030504020204" pitchFamily="34" charset="0"/>
              </a:rPr>
              <a:t>Mini Project 2 consumes that evidence</a:t>
            </a:r>
          </a:p>
        </p:txBody>
      </p:sp>
      <p:sp>
        <p:nvSpPr>
          <p:cNvPr id="16" name="TextBox 15"/>
          <p:cNvSpPr txBox="1"/>
          <p:nvPr/>
        </p:nvSpPr>
        <p:spPr>
          <a:xfrm>
            <a:off x="4647969" y="2178903"/>
            <a:ext cx="6537960" cy="2834640"/>
          </a:xfrm>
          <a:prstGeom prst="rect">
            <a:avLst/>
          </a:prstGeom>
          <a:noFill/>
          <a:ln>
            <a:noFill/>
          </a:ln>
        </p:spPr>
        <p:txBody>
          <a:bodyPr wrap="square" lIns="18288" tIns="18288" rIns="18288" bIns="18288" anchor="t">
            <a:noAutofit/>
          </a:bodyPr>
          <a:lstStyle/>
          <a:p>
            <a:pPr>
              <a:lnSpc>
                <a:spcPct val="105000"/>
              </a:lnSpc>
              <a:spcAft>
                <a:spcPts val="1300"/>
              </a:spcAft>
            </a:pPr>
            <a:r>
              <a:rPr sz="1600" b="1">
                <a:latin typeface="Open Sans" panose="020B0606030504020204" pitchFamily="34" charset="0"/>
                <a:ea typeface="Open Sans" panose="020B0606030504020204" pitchFamily="34" charset="0"/>
                <a:cs typeface="Open Sans" panose="020B0606030504020204" pitchFamily="34" charset="0"/>
              </a:rPr>
              <a:t>Policy gates  </a:t>
            </a:r>
            <a:r>
              <a:rPr sz="1600">
                <a:latin typeface="Open Sans" panose="020B0606030504020204" pitchFamily="34" charset="0"/>
                <a:ea typeface="Open Sans" panose="020B0606030504020204" pitchFamily="34" charset="0"/>
                <a:cs typeface="Open Sans" panose="020B0606030504020204" pitchFamily="34" charset="0"/>
              </a:rPr>
              <a:t>Stop invalid, incomplete, urgent, or out-of-scope paths.</a:t>
            </a:r>
          </a:p>
          <a:p>
            <a:pPr>
              <a:lnSpc>
                <a:spcPct val="105000"/>
              </a:lnSpc>
              <a:spcAft>
                <a:spcPts val="1300"/>
              </a:spcAft>
            </a:pPr>
            <a:r>
              <a:rPr sz="1600" b="1">
                <a:latin typeface="Open Sans" panose="020B0606030504020204" pitchFamily="34" charset="0"/>
                <a:ea typeface="Open Sans" panose="020B0606030504020204" pitchFamily="34" charset="0"/>
                <a:cs typeface="Open Sans" panose="020B0606030504020204" pitchFamily="34" charset="0"/>
              </a:rPr>
              <a:t>Model signal  </a:t>
            </a:r>
            <a:r>
              <a:rPr sz="1600">
                <a:latin typeface="Open Sans" panose="020B0606030504020204" pitchFamily="34" charset="0"/>
                <a:ea typeface="Open Sans" panose="020B0606030504020204" pitchFamily="34" charset="0"/>
                <a:cs typeface="Open Sans" panose="020B0606030504020204" pitchFamily="34" charset="0"/>
              </a:rPr>
              <a:t>Run only for eligible routine requests.</a:t>
            </a:r>
          </a:p>
          <a:p>
            <a:pPr>
              <a:lnSpc>
                <a:spcPct val="105000"/>
              </a:lnSpc>
              <a:spcAft>
                <a:spcPts val="1300"/>
              </a:spcAft>
            </a:pPr>
            <a:r>
              <a:rPr sz="1600" b="1">
                <a:latin typeface="Open Sans" panose="020B0606030504020204" pitchFamily="34" charset="0"/>
                <a:ea typeface="Open Sans" panose="020B0606030504020204" pitchFamily="34" charset="0"/>
                <a:cs typeface="Open Sans" panose="020B0606030504020204" pitchFamily="34" charset="0"/>
              </a:rPr>
              <a:t>Named service state  </a:t>
            </a:r>
            <a:r>
              <a:rPr sz="1600">
                <a:latin typeface="Open Sans" panose="020B0606030504020204" pitchFamily="34" charset="0"/>
                <a:ea typeface="Open Sans" panose="020B0606030504020204" pitchFamily="34" charset="0"/>
                <a:cs typeface="Open Sans" panose="020B0606030504020204" pitchFamily="34" charset="0"/>
              </a:rPr>
              <a:t>Tell callers what they may do next.</a:t>
            </a:r>
          </a:p>
          <a:p>
            <a:pPr>
              <a:lnSpc>
                <a:spcPct val="105000"/>
              </a:lnSpc>
              <a:spcAft>
                <a:spcPts val="1300"/>
              </a:spcAft>
            </a:pPr>
            <a:r>
              <a:rPr sz="1600" b="1">
                <a:latin typeface="Open Sans" panose="020B0606030504020204" pitchFamily="34" charset="0"/>
                <a:ea typeface="Open Sans" panose="020B0606030504020204" pitchFamily="34" charset="0"/>
                <a:cs typeface="Open Sans" panose="020B0606030504020204" pitchFamily="34" charset="0"/>
              </a:rPr>
              <a:t>Qualified reviewer  </a:t>
            </a:r>
            <a:r>
              <a:rPr sz="1600">
                <a:latin typeface="Open Sans" panose="020B0606030504020204" pitchFamily="34" charset="0"/>
                <a:ea typeface="Open Sans" panose="020B0606030504020204" pitchFamily="34" charset="0"/>
                <a:cs typeface="Open Sans" panose="020B0606030504020204" pitchFamily="34" charset="0"/>
              </a:rPr>
              <a:t>Retains decision authority.</a:t>
            </a:r>
          </a:p>
        </p:txBody>
      </p:sp>
      <p:sp>
        <p:nvSpPr>
          <p:cNvPr id="19" name="Google Shape;876;p100">
            <a:extLst>
              <a:ext uri="{FF2B5EF4-FFF2-40B4-BE49-F238E27FC236}">
                <a16:creationId xmlns:a16="http://schemas.microsoft.com/office/drawing/2014/main" id="{B58EE019-BD9F-7EBD-A5D6-0E9C7974233A}"/>
              </a:ext>
            </a:extLst>
          </p:cNvPr>
          <p:cNvSpPr/>
          <p:nvPr/>
        </p:nvSpPr>
        <p:spPr>
          <a:xfrm>
            <a:off x="658368" y="5440680"/>
            <a:ext cx="10824034" cy="493776"/>
          </a:xfrm>
          <a:prstGeom prst="roundRect">
            <a:avLst>
              <a:gd name="adj" fmla="val 16667"/>
            </a:avLst>
          </a:prstGeom>
          <a:solidFill>
            <a:srgbClr val="F1F1F1"/>
          </a:solidFill>
          <a:ln w="9525" cap="flat" cmpd="sng">
            <a:solidFill>
              <a:srgbClr val="F1F1F1"/>
            </a:solidFill>
            <a:prstDash val="solid"/>
            <a:miter lim="8000"/>
            <a:headEnd type="none" w="sm" len="sm"/>
            <a:tailEnd type="none" w="sm" len="sm"/>
          </a:ln>
        </p:spPr>
        <p:txBody>
          <a:bodyPr spcFirstLastPara="1" wrap="square" lIns="109725" tIns="18275" rIns="109725" bIns="18275" anchor="ctr" anchorCtr="0">
            <a:noAutofit/>
          </a:bodyPr>
          <a:lstStyle/>
          <a:p>
            <a:pPr algn="ctr">
              <a:lnSpc>
                <a:spcPct val="100000"/>
              </a:lnSpc>
              <a:spcAft>
                <a:spcPts val="0"/>
              </a:spcAft>
            </a:pPr>
            <a:r>
              <a:rPr lang="en-IN" sz="1400">
                <a:latin typeface="Open Sans" panose="020B0606030504020204" pitchFamily="34" charset="0"/>
                <a:ea typeface="Open Sans" panose="020B0606030504020204" pitchFamily="34" charset="0"/>
                <a:cs typeface="Open Sans" panose="020B0606030504020204" pitchFamily="34" charset="0"/>
              </a:rPr>
              <a:t>A downstream model never erases the upstream safety contract.</a:t>
            </a:r>
          </a:p>
        </p:txBody>
      </p:sp>
      <p:sp>
        <p:nvSpPr>
          <p:cNvPr id="22" name="Title 21">
            <a:extLst>
              <a:ext uri="{FF2B5EF4-FFF2-40B4-BE49-F238E27FC236}">
                <a16:creationId xmlns:a16="http://schemas.microsoft.com/office/drawing/2014/main" id="{902C0F3E-AFCC-6CB5-2034-73F0618534E4}"/>
              </a:ext>
            </a:extLst>
          </p:cNvPr>
          <p:cNvSpPr>
            <a:spLocks noGrp="1"/>
          </p:cNvSpPr>
          <p:nvPr>
            <p:ph type="title"/>
          </p:nvPr>
        </p:nvSpPr>
        <p:spPr>
          <a:xfrm>
            <a:off x="605364" y="498666"/>
            <a:ext cx="10854797" cy="646331"/>
          </a:xfrm>
        </p:spPr>
        <p:txBody>
          <a:bodyPr/>
          <a:lstStyle/>
          <a:p>
            <a:r>
              <a:rPr lang="en-IN">
                <a:latin typeface="Open Sans" panose="020B0606030504020204" pitchFamily="34" charset="0"/>
              </a:rPr>
              <a:t>Mini Project 1 evidence remains required</a:t>
            </a:r>
          </a:p>
        </p:txBody>
      </p:sp>
      <p:sp>
        <p:nvSpPr>
          <p:cNvPr id="23" name="Rectangle 22">
            <a:extLst>
              <a:ext uri="{FF2B5EF4-FFF2-40B4-BE49-F238E27FC236}">
                <a16:creationId xmlns:a16="http://schemas.microsoft.com/office/drawing/2014/main" id="{67E2758A-69EC-8C13-95BC-ACEF20030A63}"/>
              </a:ext>
            </a:extLst>
          </p:cNvPr>
          <p:cNvSpPr>
            <a:spLocks noGrp="1"/>
          </p:cNvSpPr>
          <p:nvPr/>
        </p:nvSpPr>
        <p:spPr>
          <a:xfrm>
            <a:off x="609600" y="303144"/>
            <a:ext cx="6858000" cy="228600"/>
          </a:xfrm>
          <a:prstGeom prst="rect">
            <a:avLst/>
          </a:prstGeom>
          <a:noFill/>
          <a:ln w="0">
            <a:noFill/>
            <a:prstDash val="solid"/>
          </a:ln>
        </p:spPr>
        <p:txBody>
          <a:bodyPr wrap="square"/>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CONTINUITY</a:t>
            </a:r>
          </a:p>
        </p:txBody>
      </p:sp>
      <p:sp>
        <p:nvSpPr>
          <p:cNvPr id="24" name="Shape 1">
            <a:extLst>
              <a:ext uri="{FF2B5EF4-FFF2-40B4-BE49-F238E27FC236}">
                <a16:creationId xmlns:a16="http://schemas.microsoft.com/office/drawing/2014/main" id="{3A019BBA-C1B6-3378-5CEA-E9925C368B91}"/>
              </a:ext>
            </a:extLst>
          </p:cNvPr>
          <p:cNvSpPr/>
          <p:nvPr/>
        </p:nvSpPr>
        <p:spPr>
          <a:xfrm>
            <a:off x="683983" y="1146731"/>
            <a:ext cx="10824035" cy="0"/>
          </a:xfrm>
          <a:prstGeom prst="line">
            <a:avLst/>
          </a:prstGeom>
          <a:noFill/>
          <a:ln w="9525">
            <a:solidFill>
              <a:srgbClr val="F2F2F2"/>
            </a:solidFill>
            <a:prstDash val="solid"/>
          </a:ln>
        </p:spPr>
        <p:txBody>
          <a:bodyPr wrap="square"/>
          <a:lstStyle/>
          <a:p>
            <a:endParaRPr lang="en-US" sz="3187">
              <a:latin typeface="Open Sans" panose="020B0606030504020204" pitchFamily="34" charset="0"/>
            </a:endParaRPr>
          </a:p>
        </p:txBody>
      </p:sp>
    </p:spTree>
    <p:custDataLst>
      <p:tags r:id="rId1"/>
    </p:custDataLst>
    <p:extLst>
      <p:ext uri="{BB962C8B-B14F-4D97-AF65-F5344CB8AC3E}">
        <p14:creationId xmlns:p14="http://schemas.microsoft.com/office/powerpoint/2010/main" val="3298756361"/>
      </p:ext>
    </p:extLst>
  </p:cSld>
  <p:clrMapOvr>
    <a:masterClrMapping/>
  </p:clrMapOvr>
  <p:extLst>
    <p:ext uri="{6950BFC3-D8DA-4A85-94F7-54DA5524770B}">
      <p188:commentRel xmlns:p188="http://schemas.microsoft.com/office/powerpoint/2018/8/main" r:id="rId4"/>
    </p:ext>
  </p:extLs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Fractal October 2020">
  <a:themeElements>
    <a:clrScheme name="Phi Design">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l">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resentation1" id="{0210B50B-29D0-B849-B35D-819F9ED84FCA}" vid="{BE3D0D1F-83C9-2E46-AA81-4E9634B051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2f4648b-3c28-4ee8-91cf-1e9f1f1a451b" xsi:nil="true"/>
    <lcf76f155ced4ddcb4097134ff3c332f xmlns="cf3509c6-35ec-445d-a023-b49a19b63f6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FC9CCDCBDE3D344A26348BC4C299B9C" ma:contentTypeVersion="15" ma:contentTypeDescription="Create a new document." ma:contentTypeScope="" ma:versionID="6ae043c0bf4f38cacf8f6cdbef4f20ee">
  <xsd:schema xmlns:xsd="http://www.w3.org/2001/XMLSchema" xmlns:xs="http://www.w3.org/2001/XMLSchema" xmlns:p="http://schemas.microsoft.com/office/2006/metadata/properties" xmlns:ns2="92f4648b-3c28-4ee8-91cf-1e9f1f1a451b" xmlns:ns3="cf3509c6-35ec-445d-a023-b49a19b63f6b" targetNamespace="http://schemas.microsoft.com/office/2006/metadata/properties" ma:root="true" ma:fieldsID="72216d930942a2dfb7b7fe3d23534cc6" ns2:_="" ns3:_="">
    <xsd:import namespace="92f4648b-3c28-4ee8-91cf-1e9f1f1a451b"/>
    <xsd:import namespace="cf3509c6-35ec-445d-a023-b49a19b63f6b"/>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f4648b-3c28-4ee8-91cf-1e9f1f1a45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3a0118f0-d087-4fbf-a190-c5b8ca571c38}" ma:internalName="TaxCatchAll" ma:showField="CatchAllData" ma:web="92f4648b-3c28-4ee8-91cf-1e9f1f1a45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f3509c6-35ec-445d-a023-b49a19b63f6b"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c201fa94-015b-426e-a9fe-4029e90b7389"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1F7912-4BBE-4261-9108-5A9FF275F484}">
  <ds:schemaRefs>
    <ds:schemaRef ds:uri="92f4648b-3c28-4ee8-91cf-1e9f1f1a451b"/>
    <ds:schemaRef ds:uri="http://purl.org/dc/dcmitype/"/>
    <ds:schemaRef ds:uri="http://schemas.openxmlformats.org/package/2006/metadata/core-properties"/>
    <ds:schemaRef ds:uri="cf3509c6-35ec-445d-a023-b49a19b63f6b"/>
    <ds:schemaRef ds:uri="http://purl.org/dc/terms/"/>
    <ds:schemaRef ds:uri="http://www.w3.org/XML/1998/namespace"/>
    <ds:schemaRef ds:uri="http://schemas.microsoft.com/office/2006/documentManagement/types"/>
    <ds:schemaRef ds:uri="http://schemas.microsoft.com/office/2006/metadata/properties"/>
    <ds:schemaRef ds:uri="http://schemas.microsoft.com/office/infopath/2007/PartnerControls"/>
    <ds:schemaRef ds:uri="http://purl.org/dc/elements/1.1/"/>
  </ds:schemaRefs>
</ds:datastoreItem>
</file>

<file path=customXml/itemProps2.xml><?xml version="1.0" encoding="utf-8"?>
<ds:datastoreItem xmlns:ds="http://schemas.openxmlformats.org/officeDocument/2006/customXml" ds:itemID="{9D6459FA-6AD5-4C89-BFEF-9C11A2A351C9}">
  <ds:schemaRefs>
    <ds:schemaRef ds:uri="http://schemas.microsoft.com/sharepoint/v3/contenttype/forms"/>
  </ds:schemaRefs>
</ds:datastoreItem>
</file>

<file path=customXml/itemProps3.xml><?xml version="1.0" encoding="utf-8"?>
<ds:datastoreItem xmlns:ds="http://schemas.openxmlformats.org/officeDocument/2006/customXml" ds:itemID="{970812EF-8739-4C36-AD80-45325050611E}">
  <ds:schemaRefs>
    <ds:schemaRef ds:uri="92f4648b-3c28-4ee8-91cf-1e9f1f1a451b"/>
    <ds:schemaRef ds:uri="cf3509c6-35ec-445d-a023-b49a19b63f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3575</Words>
  <Application>Microsoft Macintosh PowerPoint</Application>
  <PresentationFormat>Widescreen</PresentationFormat>
  <Paragraphs>559</Paragraphs>
  <Slides>32</Slides>
  <Notes>28</Notes>
  <HiddenSlides>19</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Georgia</vt:lpstr>
      <vt:lpstr>Open Sans</vt:lpstr>
      <vt:lpstr>Open Sans ExtraBold</vt:lpstr>
      <vt:lpstr>Open Sans Semibold</vt:lpstr>
      <vt:lpstr>Fractal October 2020</vt:lpstr>
      <vt:lpstr>PowerPoint Presentation</vt:lpstr>
      <vt:lpstr>FDE Program Plan</vt:lpstr>
      <vt:lpstr>PowerPoint Presentation</vt:lpstr>
      <vt:lpstr>Reduce evidence-finding effort while maintaining trust &amp; safety</vt:lpstr>
      <vt:lpstr>PowerPoint Presentation</vt:lpstr>
      <vt:lpstr>Build RAG system without overriding authority</vt:lpstr>
      <vt:lpstr>PowerPoint Presentation</vt:lpstr>
      <vt:lpstr>Naive Summarization vs. Evidence-Grounded RAG</vt:lpstr>
      <vt:lpstr>Move through six implementation tasks</vt:lpstr>
      <vt:lpstr>Four scenario-based evidences</vt:lpstr>
      <vt:lpstr>Six choices keep the solution bounded</vt:lpstr>
      <vt:lpstr>Anticipating Stakeholder Objections</vt:lpstr>
      <vt:lpstr>PowerPoint Presentation</vt:lpstr>
      <vt:lpstr>Freeze the operating boundary before coding</vt:lpstr>
      <vt:lpstr>Deterministic controls surround the model</vt:lpstr>
      <vt:lpstr>The service state tells the caller what to do next</vt:lpstr>
      <vt:lpstr>Historical approval is not clinical ground truth</vt:lpstr>
      <vt:lpstr>Evaluation must resemble future use</vt:lpstr>
      <vt:lpstr>Build six logical features without leakage</vt:lpstr>
      <vt:lpstr>Preprocessing and model travel together</vt:lpstr>
      <vt:lpstr>Every mandatory gate must pass</vt:lpstr>
      <vt:lpstr>Test observable behavior before internal detail</vt:lpstr>
      <vt:lpstr>PowerPoint Presentation</vt:lpstr>
      <vt:lpstr>Build the service contract and prove its boundaries</vt:lpstr>
      <vt:lpstr>Demonstrate safe paths, not only the happy path</vt:lpstr>
      <vt:lpstr>Explain behavior without copying sensitive data</vt:lpstr>
      <vt:lpstr>A running process is not always ready to score</vt:lpstr>
      <vt:lpstr>Evidence determines GO, REVISE, or NO-GO</vt:lpstr>
      <vt:lpstr>Make technical judgment visible and actionable</vt:lpstr>
      <vt:lpstr>Leave a service another engineer can operate safely</vt:lpstr>
      <vt:lpstr>Reduce evidence-finding effort while maintaining trust &amp; safety</vt:lpstr>
      <vt:lpstr>Mini Project 1 evidence remains required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Irudhaya Jude</cp:lastModifiedBy>
  <cp:revision>278</cp:revision>
  <dcterms:created xsi:type="dcterms:W3CDTF">2026-08-03T12:44:03Z</dcterms:created>
  <dcterms:modified xsi:type="dcterms:W3CDTF">2026-09-18T06:37:38Z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EDBA2877-4717-426F-8F71-1FE965FF5C0D</vt:lpwstr>
  </property>
  <property fmtid="{D5CDD505-2E9C-101B-9397-08002B2CF9AE}" pid="3" name="ArticulatePath">
    <vt:lpwstr>Capstone Walkthrough</vt:lpwstr>
  </property>
  <property fmtid="{D5CDD505-2E9C-101B-9397-08002B2CF9AE}" pid="4" name="ContentTypeId">
    <vt:lpwstr>0x0101005FC9CCDCBDE3D344A26348BC4C299B9C</vt:lpwstr>
  </property>
  <property fmtid="{D5CDD505-2E9C-101B-9397-08002B2CF9AE}" pid="5" name="MediaServiceImageTags">
    <vt:lpwstr/>
  </property>
</Properties>
</file>